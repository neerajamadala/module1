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3048000" y="0"/>
            <a:ext cx="6096000" cy="5143500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390525" y="1653540"/>
            <a:ext cx="4308281" cy="1028700"/>
            <a:chOff x="390525" y="1653540"/>
            <a:chExt cx="4308281" cy="1028700"/>
          </a:xfrm>
        </p:grpSpPr>
        <p:sp>
          <p:nvSpPr>
            <p:cNvPr id="5" name="TextBox 4"/>
            <p:cNvSpPr txBox="1"/>
            <p:nvPr/>
          </p:nvSpPr>
          <p:spPr>
            <a:xfrm>
              <a:off x="390525" y="1653540"/>
              <a:ext cx="4954523" cy="514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4000" b="1">
                  <a:solidFill>
                    <a:srgbClr val="18181E"/>
                  </a:solidFill>
                  <a:latin typeface="Montserrat"/>
                </a:rPr>
                <a:t>Teaching in the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90525" y="2167890"/>
              <a:ext cx="4954523" cy="514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4000" b="1">
                  <a:solidFill>
                    <a:srgbClr val="18181E"/>
                  </a:solidFill>
                  <a:latin typeface="Montserrat"/>
                </a:rPr>
                <a:t>Age of AI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71475" y="2872740"/>
            <a:ext cx="1710176" cy="617219"/>
            <a:chOff x="371475" y="2872740"/>
            <a:chExt cx="1710176" cy="617219"/>
          </a:xfrm>
        </p:grpSpPr>
        <p:sp>
          <p:nvSpPr>
            <p:cNvPr id="8" name="TextBox 7"/>
            <p:cNvSpPr txBox="1"/>
            <p:nvPr/>
          </p:nvSpPr>
          <p:spPr>
            <a:xfrm>
              <a:off x="390525" y="2872740"/>
              <a:ext cx="169112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18181E"/>
                  </a:solidFill>
                  <a:latin typeface="Montserrat"/>
                </a:rPr>
                <a:t>A deep dive into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0525" y="3078480"/>
              <a:ext cx="1691126" cy="205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0" dirty="0">
                  <a:solidFill>
                    <a:srgbClr val="18181E"/>
                  </a:solidFill>
                  <a:latin typeface="Montserrat"/>
                </a:rPr>
                <a:t>Generative AI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71475" y="3284219"/>
              <a:ext cx="169112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endParaRPr sz="1300" b="0" dirty="0">
                <a:solidFill>
                  <a:srgbClr val="18181E"/>
                </a:solidFill>
                <a:latin typeface="Montserrat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390525" y="4528185"/>
            <a:ext cx="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896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146628" y="1483543"/>
            <a:ext cx="2431389" cy="3005194"/>
          </a:xfrm>
          <a:custGeom>
            <a:avLst/>
            <a:gdLst/>
            <a:ahLst/>
            <a:cxnLst/>
            <a:rect l="0" t="0" r="0" b="0"/>
            <a:pathLst>
              <a:path w="2431389" h="3005194">
                <a:moveTo>
                  <a:pt x="19" y="85096"/>
                </a:moveTo>
                <a:cubicBezTo>
                  <a:pt x="19" y="38100"/>
                  <a:pt x="65341" y="0"/>
                  <a:pt x="145903" y="0"/>
                </a:cubicBezTo>
                <a:lnTo>
                  <a:pt x="2285504" y="0"/>
                </a:lnTo>
                <a:cubicBezTo>
                  <a:pt x="2366076" y="0"/>
                  <a:pt x="2431389" y="38100"/>
                  <a:pt x="2431389" y="85096"/>
                </a:cubicBezTo>
                <a:lnTo>
                  <a:pt x="2431389" y="2762059"/>
                </a:lnTo>
                <a:cubicBezTo>
                  <a:pt x="2431389" y="2842621"/>
                  <a:pt x="2366067" y="2907934"/>
                  <a:pt x="2285504" y="2907934"/>
                </a:cubicBezTo>
                <a:lnTo>
                  <a:pt x="2236870" y="2907934"/>
                </a:lnTo>
                <a:lnTo>
                  <a:pt x="2236870" y="2972771"/>
                </a:lnTo>
                <a:cubicBezTo>
                  <a:pt x="2236870" y="2990678"/>
                  <a:pt x="2222363" y="3005194"/>
                  <a:pt x="2204456" y="3005194"/>
                </a:cubicBezTo>
                <a:lnTo>
                  <a:pt x="2074783" y="3005194"/>
                </a:lnTo>
                <a:cubicBezTo>
                  <a:pt x="2056876" y="3005194"/>
                  <a:pt x="2042360" y="2990678"/>
                  <a:pt x="2042360" y="2972771"/>
                </a:cubicBezTo>
                <a:lnTo>
                  <a:pt x="2042360" y="2907934"/>
                </a:lnTo>
                <a:lnTo>
                  <a:pt x="389020" y="2907934"/>
                </a:lnTo>
                <a:lnTo>
                  <a:pt x="389020" y="2972771"/>
                </a:lnTo>
                <a:cubicBezTo>
                  <a:pt x="389020" y="2990678"/>
                  <a:pt x="374513" y="3005194"/>
                  <a:pt x="356606" y="3005194"/>
                </a:cubicBezTo>
                <a:lnTo>
                  <a:pt x="226933" y="3005194"/>
                </a:lnTo>
                <a:cubicBezTo>
                  <a:pt x="209026" y="3005194"/>
                  <a:pt x="194510" y="2990678"/>
                  <a:pt x="194510" y="2972771"/>
                </a:cubicBezTo>
                <a:lnTo>
                  <a:pt x="194510" y="2907934"/>
                </a:lnTo>
                <a:lnTo>
                  <a:pt x="145884" y="2907934"/>
                </a:lnTo>
                <a:cubicBezTo>
                  <a:pt x="65322" y="2907934"/>
                  <a:pt x="0" y="2842621"/>
                  <a:pt x="9" y="2762049"/>
                </a:cubicBezTo>
                <a:lnTo>
                  <a:pt x="9" y="85096"/>
                </a:lnTo>
              </a:path>
            </a:pathLst>
          </a:custGeom>
          <a:solidFill>
            <a:srgbClr val="E6E6E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49377" y="1483543"/>
            <a:ext cx="2625892" cy="3005194"/>
          </a:xfrm>
          <a:custGeom>
            <a:avLst/>
            <a:gdLst/>
            <a:ahLst/>
            <a:cxnLst/>
            <a:rect l="0" t="0" r="0" b="0"/>
            <a:pathLst>
              <a:path w="2625892" h="3005194">
                <a:moveTo>
                  <a:pt x="97256" y="2518912"/>
                </a:moveTo>
                <a:lnTo>
                  <a:pt x="97255" y="2762054"/>
                </a:lnTo>
                <a:cubicBezTo>
                  <a:pt x="97254" y="2842622"/>
                  <a:pt x="162568" y="2907937"/>
                  <a:pt x="243138" y="2907937"/>
                </a:cubicBezTo>
                <a:lnTo>
                  <a:pt x="291763" y="2907937"/>
                </a:lnTo>
                <a:lnTo>
                  <a:pt x="291763" y="2972775"/>
                </a:lnTo>
                <a:cubicBezTo>
                  <a:pt x="291763" y="2990679"/>
                  <a:pt x="306277" y="3005194"/>
                  <a:pt x="324181" y="3005194"/>
                </a:cubicBezTo>
                <a:lnTo>
                  <a:pt x="453855" y="3005194"/>
                </a:lnTo>
                <a:cubicBezTo>
                  <a:pt x="471760" y="3005194"/>
                  <a:pt x="486273" y="2990679"/>
                  <a:pt x="486273" y="2972775"/>
                </a:cubicBezTo>
                <a:lnTo>
                  <a:pt x="486273" y="2907937"/>
                </a:lnTo>
                <a:lnTo>
                  <a:pt x="2139613" y="2907937"/>
                </a:lnTo>
                <a:lnTo>
                  <a:pt x="2139613" y="2972775"/>
                </a:lnTo>
                <a:cubicBezTo>
                  <a:pt x="2139613" y="2990679"/>
                  <a:pt x="2154127" y="3005194"/>
                  <a:pt x="2172032" y="3005194"/>
                </a:cubicBezTo>
                <a:lnTo>
                  <a:pt x="2301706" y="3005194"/>
                </a:lnTo>
                <a:cubicBezTo>
                  <a:pt x="2319610" y="3005194"/>
                  <a:pt x="2334124" y="2990679"/>
                  <a:pt x="2334124" y="2972775"/>
                </a:cubicBezTo>
                <a:lnTo>
                  <a:pt x="2334124" y="2907937"/>
                </a:lnTo>
                <a:lnTo>
                  <a:pt x="2382752" y="2907937"/>
                </a:lnTo>
                <a:cubicBezTo>
                  <a:pt x="2463320" y="2907937"/>
                  <a:pt x="2528635" y="2842623"/>
                  <a:pt x="2528635" y="2762054"/>
                </a:cubicBezTo>
                <a:lnTo>
                  <a:pt x="2528635" y="2518912"/>
                </a:lnTo>
                <a:moveTo>
                  <a:pt x="97256" y="2042360"/>
                </a:moveTo>
                <a:lnTo>
                  <a:pt x="97255" y="2518912"/>
                </a:lnTo>
                <a:moveTo>
                  <a:pt x="2528636" y="2518912"/>
                </a:moveTo>
                <a:lnTo>
                  <a:pt x="2528636" y="2042360"/>
                </a:lnTo>
                <a:moveTo>
                  <a:pt x="194511" y="1361573"/>
                </a:moveTo>
                <a:lnTo>
                  <a:pt x="194510" y="1458828"/>
                </a:lnTo>
                <a:moveTo>
                  <a:pt x="1847850" y="1361573"/>
                </a:moveTo>
                <a:lnTo>
                  <a:pt x="1847850" y="1458828"/>
                </a:lnTo>
                <a:moveTo>
                  <a:pt x="194511" y="680786"/>
                </a:moveTo>
                <a:lnTo>
                  <a:pt x="194510" y="778042"/>
                </a:lnTo>
                <a:moveTo>
                  <a:pt x="1847850" y="680786"/>
                </a:moveTo>
                <a:lnTo>
                  <a:pt x="1847850" y="778042"/>
                </a:lnTo>
                <a:moveTo>
                  <a:pt x="97255" y="2042364"/>
                </a:moveTo>
                <a:cubicBezTo>
                  <a:pt x="97262" y="1301743"/>
                  <a:pt x="97266" y="886506"/>
                  <a:pt x="97273" y="145885"/>
                </a:cubicBezTo>
                <a:cubicBezTo>
                  <a:pt x="97273" y="65316"/>
                  <a:pt x="162587" y="3"/>
                  <a:pt x="243155" y="3"/>
                </a:cubicBezTo>
                <a:lnTo>
                  <a:pt x="291764" y="3"/>
                </a:lnTo>
                <a:lnTo>
                  <a:pt x="389019" y="3"/>
                </a:lnTo>
                <a:lnTo>
                  <a:pt x="2139614" y="0"/>
                </a:lnTo>
                <a:lnTo>
                  <a:pt x="2236869" y="0"/>
                </a:lnTo>
                <a:lnTo>
                  <a:pt x="2382749" y="0"/>
                </a:lnTo>
                <a:cubicBezTo>
                  <a:pt x="2463319" y="0"/>
                  <a:pt x="2528633" y="65313"/>
                  <a:pt x="2528633" y="145882"/>
                </a:cubicBezTo>
                <a:lnTo>
                  <a:pt x="2528633" y="2042364"/>
                </a:lnTo>
                <a:moveTo>
                  <a:pt x="1945105" y="145882"/>
                </a:moveTo>
                <a:cubicBezTo>
                  <a:pt x="1945105" y="119026"/>
                  <a:pt x="1966876" y="97255"/>
                  <a:pt x="1993733" y="97255"/>
                </a:cubicBezTo>
                <a:lnTo>
                  <a:pt x="2382754" y="97255"/>
                </a:lnTo>
                <a:cubicBezTo>
                  <a:pt x="2409610" y="97255"/>
                  <a:pt x="2431381" y="119026"/>
                  <a:pt x="2431381" y="145882"/>
                </a:cubicBezTo>
                <a:lnTo>
                  <a:pt x="2431381" y="1312946"/>
                </a:lnTo>
                <a:cubicBezTo>
                  <a:pt x="2431381" y="1339802"/>
                  <a:pt x="2409610" y="1361573"/>
                  <a:pt x="2382754" y="1361573"/>
                </a:cubicBezTo>
                <a:lnTo>
                  <a:pt x="1993733" y="1361573"/>
                </a:lnTo>
                <a:cubicBezTo>
                  <a:pt x="1966876" y="1361573"/>
                  <a:pt x="1945105" y="1339802"/>
                  <a:pt x="1945105" y="1312946"/>
                </a:cubicBezTo>
                <a:close/>
                <a:moveTo>
                  <a:pt x="2037558" y="789769"/>
                </a:moveTo>
                <a:cubicBezTo>
                  <a:pt x="2022306" y="789769"/>
                  <a:pt x="2009942" y="802235"/>
                  <a:pt x="2009942" y="817611"/>
                </a:cubicBezTo>
                <a:lnTo>
                  <a:pt x="2009942" y="843165"/>
                </a:lnTo>
                <a:cubicBezTo>
                  <a:pt x="2009942" y="858541"/>
                  <a:pt x="2022306" y="871006"/>
                  <a:pt x="2037558" y="871006"/>
                </a:cubicBezTo>
                <a:lnTo>
                  <a:pt x="2062773" y="871006"/>
                </a:lnTo>
                <a:cubicBezTo>
                  <a:pt x="2078024" y="871006"/>
                  <a:pt x="2090388" y="858541"/>
                  <a:pt x="2090388" y="843165"/>
                </a:cubicBezTo>
                <a:lnTo>
                  <a:pt x="2090388" y="817611"/>
                </a:lnTo>
                <a:cubicBezTo>
                  <a:pt x="2090388" y="802235"/>
                  <a:pt x="2078024" y="789769"/>
                  <a:pt x="2062773" y="789769"/>
                </a:cubicBezTo>
                <a:close/>
                <a:moveTo>
                  <a:pt x="2175636" y="789769"/>
                </a:moveTo>
                <a:cubicBezTo>
                  <a:pt x="2160384" y="789769"/>
                  <a:pt x="2148021" y="802235"/>
                  <a:pt x="2148021" y="817611"/>
                </a:cubicBezTo>
                <a:lnTo>
                  <a:pt x="2148021" y="843165"/>
                </a:lnTo>
                <a:cubicBezTo>
                  <a:pt x="2148021" y="858541"/>
                  <a:pt x="2160384" y="871006"/>
                  <a:pt x="2175636" y="871006"/>
                </a:cubicBezTo>
                <a:lnTo>
                  <a:pt x="2200851" y="871006"/>
                </a:lnTo>
                <a:cubicBezTo>
                  <a:pt x="2216103" y="871006"/>
                  <a:pt x="2228466" y="858541"/>
                  <a:pt x="2228466" y="843165"/>
                </a:cubicBezTo>
                <a:lnTo>
                  <a:pt x="2228466" y="817611"/>
                </a:lnTo>
                <a:cubicBezTo>
                  <a:pt x="2228466" y="802235"/>
                  <a:pt x="2216103" y="789769"/>
                  <a:pt x="2200851" y="789769"/>
                </a:cubicBezTo>
                <a:close/>
                <a:moveTo>
                  <a:pt x="2313715" y="789769"/>
                </a:moveTo>
                <a:cubicBezTo>
                  <a:pt x="2298463" y="789769"/>
                  <a:pt x="2286099" y="802235"/>
                  <a:pt x="2286099" y="817611"/>
                </a:cubicBezTo>
                <a:lnTo>
                  <a:pt x="2286099" y="843165"/>
                </a:lnTo>
                <a:cubicBezTo>
                  <a:pt x="2286099" y="858541"/>
                  <a:pt x="2298463" y="871006"/>
                  <a:pt x="2313715" y="871006"/>
                </a:cubicBezTo>
                <a:lnTo>
                  <a:pt x="2338929" y="871006"/>
                </a:lnTo>
                <a:cubicBezTo>
                  <a:pt x="2354181" y="871006"/>
                  <a:pt x="2366545" y="858541"/>
                  <a:pt x="2366545" y="843165"/>
                </a:cubicBezTo>
                <a:lnTo>
                  <a:pt x="2366545" y="817611"/>
                </a:lnTo>
                <a:cubicBezTo>
                  <a:pt x="2366545" y="802235"/>
                  <a:pt x="2354181" y="789769"/>
                  <a:pt x="2338929" y="789769"/>
                </a:cubicBezTo>
                <a:close/>
                <a:moveTo>
                  <a:pt x="2037558" y="928978"/>
                </a:moveTo>
                <a:cubicBezTo>
                  <a:pt x="2022306" y="928978"/>
                  <a:pt x="2009942" y="941443"/>
                  <a:pt x="2009942" y="956820"/>
                </a:cubicBezTo>
                <a:lnTo>
                  <a:pt x="2009942" y="982373"/>
                </a:lnTo>
                <a:cubicBezTo>
                  <a:pt x="2009942" y="997749"/>
                  <a:pt x="2022306" y="1010214"/>
                  <a:pt x="2037558" y="1010214"/>
                </a:cubicBezTo>
                <a:lnTo>
                  <a:pt x="2062773" y="1010214"/>
                </a:lnTo>
                <a:cubicBezTo>
                  <a:pt x="2078024" y="1010214"/>
                  <a:pt x="2090388" y="997749"/>
                  <a:pt x="2090388" y="982373"/>
                </a:cubicBezTo>
                <a:lnTo>
                  <a:pt x="2090388" y="956820"/>
                </a:lnTo>
                <a:cubicBezTo>
                  <a:pt x="2090388" y="941443"/>
                  <a:pt x="2078024" y="928978"/>
                  <a:pt x="2062773" y="928978"/>
                </a:cubicBezTo>
                <a:close/>
                <a:moveTo>
                  <a:pt x="2175636" y="928978"/>
                </a:moveTo>
                <a:cubicBezTo>
                  <a:pt x="2160384" y="928978"/>
                  <a:pt x="2148021" y="941443"/>
                  <a:pt x="2148021" y="956820"/>
                </a:cubicBezTo>
                <a:lnTo>
                  <a:pt x="2148021" y="982373"/>
                </a:lnTo>
                <a:cubicBezTo>
                  <a:pt x="2148021" y="997749"/>
                  <a:pt x="2160384" y="1010214"/>
                  <a:pt x="2175636" y="1010214"/>
                </a:cubicBezTo>
                <a:lnTo>
                  <a:pt x="2200851" y="1010214"/>
                </a:lnTo>
                <a:cubicBezTo>
                  <a:pt x="2216103" y="1010214"/>
                  <a:pt x="2228466" y="997749"/>
                  <a:pt x="2228466" y="982373"/>
                </a:cubicBezTo>
                <a:lnTo>
                  <a:pt x="2228466" y="956820"/>
                </a:lnTo>
                <a:cubicBezTo>
                  <a:pt x="2228466" y="941443"/>
                  <a:pt x="2216103" y="928978"/>
                  <a:pt x="2200851" y="928978"/>
                </a:cubicBezTo>
                <a:close/>
                <a:moveTo>
                  <a:pt x="2313715" y="928978"/>
                </a:moveTo>
                <a:cubicBezTo>
                  <a:pt x="2298463" y="928978"/>
                  <a:pt x="2286099" y="941443"/>
                  <a:pt x="2286099" y="956820"/>
                </a:cubicBezTo>
                <a:lnTo>
                  <a:pt x="2286099" y="982373"/>
                </a:lnTo>
                <a:cubicBezTo>
                  <a:pt x="2286099" y="997749"/>
                  <a:pt x="2298463" y="1010214"/>
                  <a:pt x="2313715" y="1010214"/>
                </a:cubicBezTo>
                <a:lnTo>
                  <a:pt x="2338929" y="1010214"/>
                </a:lnTo>
                <a:cubicBezTo>
                  <a:pt x="2354181" y="1010214"/>
                  <a:pt x="2366545" y="997749"/>
                  <a:pt x="2366545" y="982373"/>
                </a:cubicBezTo>
                <a:lnTo>
                  <a:pt x="2366545" y="956820"/>
                </a:lnTo>
                <a:cubicBezTo>
                  <a:pt x="2366545" y="941443"/>
                  <a:pt x="2354181" y="928978"/>
                  <a:pt x="2338929" y="928978"/>
                </a:cubicBezTo>
                <a:close/>
                <a:moveTo>
                  <a:pt x="2037558" y="1068187"/>
                </a:moveTo>
                <a:cubicBezTo>
                  <a:pt x="2022306" y="1068187"/>
                  <a:pt x="2009942" y="1080651"/>
                  <a:pt x="2009942" y="1096028"/>
                </a:cubicBezTo>
                <a:lnTo>
                  <a:pt x="2009942" y="1121581"/>
                </a:lnTo>
                <a:cubicBezTo>
                  <a:pt x="2009942" y="1136958"/>
                  <a:pt x="2022306" y="1149423"/>
                  <a:pt x="2037558" y="1149423"/>
                </a:cubicBezTo>
                <a:lnTo>
                  <a:pt x="2062773" y="1149423"/>
                </a:lnTo>
                <a:cubicBezTo>
                  <a:pt x="2078024" y="1149423"/>
                  <a:pt x="2090388" y="1136958"/>
                  <a:pt x="2090388" y="1121581"/>
                </a:cubicBezTo>
                <a:lnTo>
                  <a:pt x="2090388" y="1096028"/>
                </a:lnTo>
                <a:cubicBezTo>
                  <a:pt x="2090388" y="1080651"/>
                  <a:pt x="2078024" y="1068187"/>
                  <a:pt x="2062773" y="1068187"/>
                </a:cubicBezTo>
                <a:close/>
                <a:moveTo>
                  <a:pt x="2175636" y="1068187"/>
                </a:moveTo>
                <a:cubicBezTo>
                  <a:pt x="2160384" y="1068187"/>
                  <a:pt x="2148021" y="1080651"/>
                  <a:pt x="2148021" y="1096028"/>
                </a:cubicBezTo>
                <a:lnTo>
                  <a:pt x="2148021" y="1121581"/>
                </a:lnTo>
                <a:cubicBezTo>
                  <a:pt x="2148021" y="1136958"/>
                  <a:pt x="2160384" y="1149423"/>
                  <a:pt x="2175636" y="1149423"/>
                </a:cubicBezTo>
                <a:lnTo>
                  <a:pt x="2200851" y="1149423"/>
                </a:lnTo>
                <a:cubicBezTo>
                  <a:pt x="2216103" y="1149423"/>
                  <a:pt x="2228466" y="1136958"/>
                  <a:pt x="2228466" y="1121581"/>
                </a:cubicBezTo>
                <a:lnTo>
                  <a:pt x="2228466" y="1096028"/>
                </a:lnTo>
                <a:cubicBezTo>
                  <a:pt x="2228466" y="1080651"/>
                  <a:pt x="2216103" y="1068187"/>
                  <a:pt x="2200851" y="1068187"/>
                </a:cubicBezTo>
                <a:close/>
                <a:moveTo>
                  <a:pt x="2313715" y="1068187"/>
                </a:moveTo>
                <a:cubicBezTo>
                  <a:pt x="2298463" y="1068187"/>
                  <a:pt x="2286099" y="1080651"/>
                  <a:pt x="2286099" y="1096028"/>
                </a:cubicBezTo>
                <a:lnTo>
                  <a:pt x="2286099" y="1121581"/>
                </a:lnTo>
                <a:cubicBezTo>
                  <a:pt x="2286099" y="1136958"/>
                  <a:pt x="2298463" y="1149423"/>
                  <a:pt x="2313715" y="1149423"/>
                </a:cubicBezTo>
                <a:lnTo>
                  <a:pt x="2338929" y="1149423"/>
                </a:lnTo>
                <a:cubicBezTo>
                  <a:pt x="2354181" y="1149423"/>
                  <a:pt x="2366545" y="1136958"/>
                  <a:pt x="2366545" y="1121581"/>
                </a:cubicBezTo>
                <a:lnTo>
                  <a:pt x="2366545" y="1096028"/>
                </a:lnTo>
                <a:cubicBezTo>
                  <a:pt x="2366545" y="1080651"/>
                  <a:pt x="2354181" y="1068187"/>
                  <a:pt x="2338929" y="1068187"/>
                </a:cubicBezTo>
                <a:close/>
                <a:moveTo>
                  <a:pt x="2037558" y="1207395"/>
                </a:moveTo>
                <a:cubicBezTo>
                  <a:pt x="2022306" y="1207395"/>
                  <a:pt x="2009942" y="1219860"/>
                  <a:pt x="2009942" y="1235236"/>
                </a:cubicBezTo>
                <a:lnTo>
                  <a:pt x="2009942" y="1260790"/>
                </a:lnTo>
                <a:cubicBezTo>
                  <a:pt x="2009942" y="1276167"/>
                  <a:pt x="2022306" y="1288632"/>
                  <a:pt x="2037558" y="1288632"/>
                </a:cubicBezTo>
                <a:lnTo>
                  <a:pt x="2062773" y="1288632"/>
                </a:lnTo>
                <a:cubicBezTo>
                  <a:pt x="2078024" y="1288632"/>
                  <a:pt x="2090388" y="1276167"/>
                  <a:pt x="2090388" y="1260790"/>
                </a:cubicBezTo>
                <a:lnTo>
                  <a:pt x="2090388" y="1235236"/>
                </a:lnTo>
                <a:cubicBezTo>
                  <a:pt x="2090388" y="1219860"/>
                  <a:pt x="2078024" y="1207395"/>
                  <a:pt x="2062773" y="1207395"/>
                </a:cubicBezTo>
                <a:close/>
                <a:moveTo>
                  <a:pt x="2175636" y="1207395"/>
                </a:moveTo>
                <a:cubicBezTo>
                  <a:pt x="2160384" y="1207395"/>
                  <a:pt x="2148021" y="1219860"/>
                  <a:pt x="2148021" y="1235236"/>
                </a:cubicBezTo>
                <a:lnTo>
                  <a:pt x="2148021" y="1260790"/>
                </a:lnTo>
                <a:cubicBezTo>
                  <a:pt x="2148021" y="1276167"/>
                  <a:pt x="2160384" y="1288632"/>
                  <a:pt x="2175636" y="1288632"/>
                </a:cubicBezTo>
                <a:lnTo>
                  <a:pt x="2200851" y="1288632"/>
                </a:lnTo>
                <a:cubicBezTo>
                  <a:pt x="2216103" y="1288632"/>
                  <a:pt x="2228466" y="1276167"/>
                  <a:pt x="2228466" y="1260790"/>
                </a:cubicBezTo>
                <a:lnTo>
                  <a:pt x="2228466" y="1235236"/>
                </a:lnTo>
                <a:cubicBezTo>
                  <a:pt x="2228466" y="1219860"/>
                  <a:pt x="2216103" y="1207395"/>
                  <a:pt x="2200851" y="1207395"/>
                </a:cubicBezTo>
                <a:close/>
                <a:moveTo>
                  <a:pt x="2313715" y="1207395"/>
                </a:moveTo>
                <a:cubicBezTo>
                  <a:pt x="2298463" y="1207395"/>
                  <a:pt x="2286099" y="1219860"/>
                  <a:pt x="2286099" y="1235236"/>
                </a:cubicBezTo>
                <a:lnTo>
                  <a:pt x="2286099" y="1260790"/>
                </a:lnTo>
                <a:cubicBezTo>
                  <a:pt x="2286099" y="1276167"/>
                  <a:pt x="2298463" y="1288632"/>
                  <a:pt x="2313715" y="1288632"/>
                </a:cubicBezTo>
                <a:lnTo>
                  <a:pt x="2338929" y="1288632"/>
                </a:lnTo>
                <a:cubicBezTo>
                  <a:pt x="2354181" y="1288632"/>
                  <a:pt x="2366545" y="1276167"/>
                  <a:pt x="2366545" y="1260790"/>
                </a:cubicBezTo>
                <a:lnTo>
                  <a:pt x="2366545" y="1235236"/>
                </a:lnTo>
                <a:cubicBezTo>
                  <a:pt x="2366545" y="1219860"/>
                  <a:pt x="2354181" y="1207395"/>
                  <a:pt x="2338929" y="1207395"/>
                </a:cubicBezTo>
                <a:close/>
                <a:moveTo>
                  <a:pt x="2301408" y="512402"/>
                </a:moveTo>
                <a:cubicBezTo>
                  <a:pt x="2286157" y="512402"/>
                  <a:pt x="2273792" y="532971"/>
                  <a:pt x="2273792" y="548347"/>
                </a:cubicBezTo>
                <a:lnTo>
                  <a:pt x="2273792" y="686507"/>
                </a:lnTo>
                <a:cubicBezTo>
                  <a:pt x="2273792" y="701883"/>
                  <a:pt x="2286157" y="714349"/>
                  <a:pt x="2301408" y="714349"/>
                </a:cubicBezTo>
                <a:lnTo>
                  <a:pt x="2347034" y="714349"/>
                </a:lnTo>
                <a:cubicBezTo>
                  <a:pt x="2362286" y="714349"/>
                  <a:pt x="2374649" y="701883"/>
                  <a:pt x="2374649" y="686507"/>
                </a:cubicBezTo>
                <a:lnTo>
                  <a:pt x="2374649" y="548347"/>
                </a:lnTo>
                <a:cubicBezTo>
                  <a:pt x="2374649" y="532971"/>
                  <a:pt x="2362286" y="512402"/>
                  <a:pt x="2347034" y="512402"/>
                </a:cubicBezTo>
                <a:close/>
                <a:moveTo>
                  <a:pt x="2338029" y="674875"/>
                </a:moveTo>
                <a:lnTo>
                  <a:pt x="2338029" y="559980"/>
                </a:lnTo>
                <a:cubicBezTo>
                  <a:pt x="2338029" y="552292"/>
                  <a:pt x="2331846" y="546059"/>
                  <a:pt x="2324221" y="546059"/>
                </a:cubicBezTo>
                <a:cubicBezTo>
                  <a:pt x="2316595" y="546059"/>
                  <a:pt x="2310413" y="552292"/>
                  <a:pt x="2310413" y="559980"/>
                </a:cubicBezTo>
                <a:lnTo>
                  <a:pt x="2310413" y="674875"/>
                </a:lnTo>
                <a:cubicBezTo>
                  <a:pt x="2310413" y="682563"/>
                  <a:pt x="2316595" y="688795"/>
                  <a:pt x="2324221" y="688795"/>
                </a:cubicBezTo>
                <a:cubicBezTo>
                  <a:pt x="2331846" y="688795"/>
                  <a:pt x="2338029" y="682563"/>
                  <a:pt x="2338029" y="674875"/>
                </a:cubicBezTo>
                <a:close/>
                <a:moveTo>
                  <a:pt x="2199950" y="620240"/>
                </a:moveTo>
                <a:cubicBezTo>
                  <a:pt x="2199950" y="574111"/>
                  <a:pt x="2162858" y="536716"/>
                  <a:pt x="2117103" y="536716"/>
                </a:cubicBezTo>
                <a:cubicBezTo>
                  <a:pt x="2071348" y="536716"/>
                  <a:pt x="2034256" y="574111"/>
                  <a:pt x="2034256" y="620240"/>
                </a:cubicBezTo>
                <a:cubicBezTo>
                  <a:pt x="2034256" y="666370"/>
                  <a:pt x="2071348" y="703765"/>
                  <a:pt x="2117103" y="703765"/>
                </a:cubicBezTo>
                <a:cubicBezTo>
                  <a:pt x="2162858" y="703765"/>
                  <a:pt x="2199950" y="666370"/>
                  <a:pt x="2199950" y="620240"/>
                </a:cubicBezTo>
                <a:close/>
                <a:moveTo>
                  <a:pt x="2001837" y="167907"/>
                </a:moveTo>
                <a:lnTo>
                  <a:pt x="2001837" y="283664"/>
                </a:lnTo>
                <a:lnTo>
                  <a:pt x="2001837" y="344443"/>
                </a:lnTo>
                <a:lnTo>
                  <a:pt x="2001837" y="387136"/>
                </a:lnTo>
                <a:lnTo>
                  <a:pt x="2001837" y="408483"/>
                </a:lnTo>
                <a:lnTo>
                  <a:pt x="2001837" y="429830"/>
                </a:lnTo>
                <a:cubicBezTo>
                  <a:pt x="2001837" y="437518"/>
                  <a:pt x="2008019" y="443751"/>
                  <a:pt x="2015645" y="443751"/>
                </a:cubicBezTo>
                <a:lnTo>
                  <a:pt x="2071077" y="443751"/>
                </a:lnTo>
                <a:lnTo>
                  <a:pt x="2098806" y="443751"/>
                </a:lnTo>
                <a:lnTo>
                  <a:pt x="2360841" y="443751"/>
                </a:lnTo>
                <a:cubicBezTo>
                  <a:pt x="2368467" y="443751"/>
                  <a:pt x="2374649" y="437518"/>
                  <a:pt x="2374649" y="429830"/>
                </a:cubicBezTo>
                <a:lnTo>
                  <a:pt x="2374649" y="167907"/>
                </a:lnTo>
                <a:cubicBezTo>
                  <a:pt x="2374649" y="160219"/>
                  <a:pt x="2368467" y="153987"/>
                  <a:pt x="2360841" y="153987"/>
                </a:cubicBezTo>
                <a:lnTo>
                  <a:pt x="2256333" y="153987"/>
                </a:lnTo>
                <a:lnTo>
                  <a:pt x="2234987" y="153987"/>
                </a:lnTo>
                <a:lnTo>
                  <a:pt x="2192293" y="153987"/>
                </a:lnTo>
                <a:lnTo>
                  <a:pt x="2131514" y="153987"/>
                </a:lnTo>
                <a:lnTo>
                  <a:pt x="2015645" y="153987"/>
                </a:lnTo>
                <a:cubicBezTo>
                  <a:pt x="2008019" y="153987"/>
                  <a:pt x="2001837" y="160219"/>
                  <a:pt x="2001837" y="167907"/>
                </a:cubicBezTo>
                <a:close/>
                <a:moveTo>
                  <a:pt x="2062773" y="789769"/>
                </a:moveTo>
                <a:lnTo>
                  <a:pt x="2037558" y="789769"/>
                </a:lnTo>
                <a:cubicBezTo>
                  <a:pt x="2022306" y="789769"/>
                  <a:pt x="2009942" y="802235"/>
                  <a:pt x="2009942" y="817611"/>
                </a:cubicBezTo>
                <a:lnTo>
                  <a:pt x="2009942" y="843165"/>
                </a:lnTo>
                <a:cubicBezTo>
                  <a:pt x="2009942" y="858541"/>
                  <a:pt x="2022306" y="871006"/>
                  <a:pt x="2037558" y="871006"/>
                </a:cubicBezTo>
                <a:lnTo>
                  <a:pt x="2062773" y="871006"/>
                </a:lnTo>
                <a:cubicBezTo>
                  <a:pt x="2078024" y="871006"/>
                  <a:pt x="2090388" y="858541"/>
                  <a:pt x="2090388" y="843165"/>
                </a:cubicBezTo>
                <a:lnTo>
                  <a:pt x="2090388" y="817611"/>
                </a:lnTo>
                <a:cubicBezTo>
                  <a:pt x="2090388" y="802235"/>
                  <a:pt x="2078024" y="789769"/>
                  <a:pt x="2062773" y="789769"/>
                </a:cubicBezTo>
                <a:close/>
                <a:moveTo>
                  <a:pt x="2200851" y="789769"/>
                </a:moveTo>
                <a:lnTo>
                  <a:pt x="2175636" y="789769"/>
                </a:lnTo>
                <a:cubicBezTo>
                  <a:pt x="2160384" y="789769"/>
                  <a:pt x="2148021" y="802235"/>
                  <a:pt x="2148021" y="817611"/>
                </a:cubicBezTo>
                <a:lnTo>
                  <a:pt x="2148021" y="843165"/>
                </a:lnTo>
                <a:cubicBezTo>
                  <a:pt x="2148021" y="858541"/>
                  <a:pt x="2160384" y="871006"/>
                  <a:pt x="2175636" y="871006"/>
                </a:cubicBezTo>
                <a:lnTo>
                  <a:pt x="2200851" y="871006"/>
                </a:lnTo>
                <a:cubicBezTo>
                  <a:pt x="2216103" y="871006"/>
                  <a:pt x="2228466" y="858541"/>
                  <a:pt x="2228466" y="843165"/>
                </a:cubicBezTo>
                <a:lnTo>
                  <a:pt x="2228466" y="817611"/>
                </a:lnTo>
                <a:cubicBezTo>
                  <a:pt x="2228466" y="802235"/>
                  <a:pt x="2216103" y="789769"/>
                  <a:pt x="2200851" y="789769"/>
                </a:cubicBezTo>
                <a:close/>
                <a:moveTo>
                  <a:pt x="2338929" y="789769"/>
                </a:moveTo>
                <a:lnTo>
                  <a:pt x="2313715" y="789769"/>
                </a:lnTo>
                <a:cubicBezTo>
                  <a:pt x="2298463" y="789769"/>
                  <a:pt x="2286099" y="802235"/>
                  <a:pt x="2286099" y="817611"/>
                </a:cubicBezTo>
                <a:lnTo>
                  <a:pt x="2286099" y="843165"/>
                </a:lnTo>
                <a:cubicBezTo>
                  <a:pt x="2286099" y="858541"/>
                  <a:pt x="2298463" y="871006"/>
                  <a:pt x="2313715" y="871006"/>
                </a:cubicBezTo>
                <a:lnTo>
                  <a:pt x="2338929" y="871006"/>
                </a:lnTo>
                <a:cubicBezTo>
                  <a:pt x="2354181" y="871006"/>
                  <a:pt x="2366545" y="858541"/>
                  <a:pt x="2366545" y="843165"/>
                </a:cubicBezTo>
                <a:lnTo>
                  <a:pt x="2366545" y="817611"/>
                </a:lnTo>
                <a:cubicBezTo>
                  <a:pt x="2366545" y="802235"/>
                  <a:pt x="2354181" y="789769"/>
                  <a:pt x="2338929" y="789769"/>
                </a:cubicBezTo>
                <a:close/>
                <a:moveTo>
                  <a:pt x="2062773" y="928978"/>
                </a:moveTo>
                <a:lnTo>
                  <a:pt x="2037558" y="928978"/>
                </a:lnTo>
                <a:cubicBezTo>
                  <a:pt x="2022306" y="928978"/>
                  <a:pt x="2009942" y="941443"/>
                  <a:pt x="2009942" y="956820"/>
                </a:cubicBezTo>
                <a:lnTo>
                  <a:pt x="2009942" y="982373"/>
                </a:lnTo>
                <a:cubicBezTo>
                  <a:pt x="2009942" y="997749"/>
                  <a:pt x="2022306" y="1010214"/>
                  <a:pt x="2037558" y="1010214"/>
                </a:cubicBezTo>
                <a:lnTo>
                  <a:pt x="2062773" y="1010214"/>
                </a:lnTo>
                <a:cubicBezTo>
                  <a:pt x="2078024" y="1010214"/>
                  <a:pt x="2090388" y="997749"/>
                  <a:pt x="2090388" y="982373"/>
                </a:cubicBezTo>
                <a:lnTo>
                  <a:pt x="2090388" y="956820"/>
                </a:lnTo>
                <a:cubicBezTo>
                  <a:pt x="2090388" y="941443"/>
                  <a:pt x="2078024" y="928978"/>
                  <a:pt x="2062773" y="928978"/>
                </a:cubicBezTo>
                <a:close/>
                <a:moveTo>
                  <a:pt x="2062773" y="1068187"/>
                </a:moveTo>
                <a:lnTo>
                  <a:pt x="2037558" y="1068187"/>
                </a:lnTo>
                <a:cubicBezTo>
                  <a:pt x="2022306" y="1068187"/>
                  <a:pt x="2009942" y="1080651"/>
                  <a:pt x="2009942" y="1096028"/>
                </a:cubicBezTo>
                <a:lnTo>
                  <a:pt x="2009942" y="1121581"/>
                </a:lnTo>
                <a:cubicBezTo>
                  <a:pt x="2009942" y="1136958"/>
                  <a:pt x="2022306" y="1149423"/>
                  <a:pt x="2037558" y="1149423"/>
                </a:cubicBezTo>
                <a:lnTo>
                  <a:pt x="2062773" y="1149423"/>
                </a:lnTo>
                <a:cubicBezTo>
                  <a:pt x="2078024" y="1149423"/>
                  <a:pt x="2090388" y="1136958"/>
                  <a:pt x="2090388" y="1121581"/>
                </a:cubicBezTo>
                <a:lnTo>
                  <a:pt x="2090388" y="1096028"/>
                </a:lnTo>
                <a:cubicBezTo>
                  <a:pt x="2090388" y="1080651"/>
                  <a:pt x="2078024" y="1068187"/>
                  <a:pt x="2062773" y="1068187"/>
                </a:cubicBezTo>
                <a:close/>
                <a:moveTo>
                  <a:pt x="2062773" y="1207395"/>
                </a:moveTo>
                <a:lnTo>
                  <a:pt x="2037558" y="1207395"/>
                </a:lnTo>
                <a:cubicBezTo>
                  <a:pt x="2022306" y="1207395"/>
                  <a:pt x="2009942" y="1219860"/>
                  <a:pt x="2009942" y="1235236"/>
                </a:cubicBezTo>
                <a:lnTo>
                  <a:pt x="2009942" y="1260790"/>
                </a:lnTo>
                <a:cubicBezTo>
                  <a:pt x="2009942" y="1276167"/>
                  <a:pt x="2022306" y="1288632"/>
                  <a:pt x="2037558" y="1288632"/>
                </a:cubicBezTo>
                <a:lnTo>
                  <a:pt x="2062773" y="1288632"/>
                </a:lnTo>
                <a:cubicBezTo>
                  <a:pt x="2078024" y="1288632"/>
                  <a:pt x="2090388" y="1276167"/>
                  <a:pt x="2090388" y="1260790"/>
                </a:cubicBezTo>
                <a:lnTo>
                  <a:pt x="2090388" y="1235236"/>
                </a:lnTo>
                <a:cubicBezTo>
                  <a:pt x="2090388" y="1219860"/>
                  <a:pt x="2078024" y="1207395"/>
                  <a:pt x="2062773" y="1207395"/>
                </a:cubicBezTo>
                <a:close/>
                <a:moveTo>
                  <a:pt x="2200851" y="928978"/>
                </a:moveTo>
                <a:lnTo>
                  <a:pt x="2175636" y="928978"/>
                </a:lnTo>
                <a:cubicBezTo>
                  <a:pt x="2160384" y="928978"/>
                  <a:pt x="2148021" y="941443"/>
                  <a:pt x="2148021" y="956820"/>
                </a:cubicBezTo>
                <a:lnTo>
                  <a:pt x="2148021" y="982373"/>
                </a:lnTo>
                <a:cubicBezTo>
                  <a:pt x="2148021" y="997749"/>
                  <a:pt x="2160384" y="1010214"/>
                  <a:pt x="2175636" y="1010214"/>
                </a:cubicBezTo>
                <a:lnTo>
                  <a:pt x="2200851" y="1010214"/>
                </a:lnTo>
                <a:cubicBezTo>
                  <a:pt x="2216103" y="1010214"/>
                  <a:pt x="2228466" y="997749"/>
                  <a:pt x="2228466" y="982373"/>
                </a:cubicBezTo>
                <a:lnTo>
                  <a:pt x="2228466" y="956820"/>
                </a:lnTo>
                <a:cubicBezTo>
                  <a:pt x="2228466" y="941443"/>
                  <a:pt x="2216103" y="928978"/>
                  <a:pt x="2200851" y="928978"/>
                </a:cubicBezTo>
                <a:close/>
                <a:moveTo>
                  <a:pt x="2200851" y="1068187"/>
                </a:moveTo>
                <a:lnTo>
                  <a:pt x="2175636" y="1068187"/>
                </a:lnTo>
                <a:cubicBezTo>
                  <a:pt x="2160384" y="1068187"/>
                  <a:pt x="2148021" y="1080651"/>
                  <a:pt x="2148021" y="1096028"/>
                </a:cubicBezTo>
                <a:lnTo>
                  <a:pt x="2148021" y="1121581"/>
                </a:lnTo>
                <a:cubicBezTo>
                  <a:pt x="2148021" y="1136958"/>
                  <a:pt x="2160384" y="1149423"/>
                  <a:pt x="2175636" y="1149423"/>
                </a:cubicBezTo>
                <a:lnTo>
                  <a:pt x="2200851" y="1149423"/>
                </a:lnTo>
                <a:cubicBezTo>
                  <a:pt x="2216103" y="1149423"/>
                  <a:pt x="2228466" y="1136958"/>
                  <a:pt x="2228466" y="1121581"/>
                </a:cubicBezTo>
                <a:lnTo>
                  <a:pt x="2228466" y="1096028"/>
                </a:lnTo>
                <a:cubicBezTo>
                  <a:pt x="2228466" y="1080651"/>
                  <a:pt x="2216103" y="1068187"/>
                  <a:pt x="2200851" y="1068187"/>
                </a:cubicBezTo>
                <a:close/>
                <a:moveTo>
                  <a:pt x="2200851" y="1207395"/>
                </a:moveTo>
                <a:lnTo>
                  <a:pt x="2175636" y="1207395"/>
                </a:lnTo>
                <a:cubicBezTo>
                  <a:pt x="2160384" y="1207395"/>
                  <a:pt x="2148021" y="1219860"/>
                  <a:pt x="2148021" y="1235236"/>
                </a:cubicBezTo>
                <a:lnTo>
                  <a:pt x="2148021" y="1260790"/>
                </a:lnTo>
                <a:cubicBezTo>
                  <a:pt x="2148021" y="1276167"/>
                  <a:pt x="2160384" y="1288632"/>
                  <a:pt x="2175636" y="1288632"/>
                </a:cubicBezTo>
                <a:lnTo>
                  <a:pt x="2200851" y="1288632"/>
                </a:lnTo>
                <a:cubicBezTo>
                  <a:pt x="2216103" y="1288632"/>
                  <a:pt x="2228466" y="1276167"/>
                  <a:pt x="2228466" y="1260790"/>
                </a:cubicBezTo>
                <a:lnTo>
                  <a:pt x="2228466" y="1235236"/>
                </a:lnTo>
                <a:cubicBezTo>
                  <a:pt x="2228466" y="1219860"/>
                  <a:pt x="2216103" y="1207395"/>
                  <a:pt x="2200851" y="1207395"/>
                </a:cubicBezTo>
                <a:close/>
                <a:moveTo>
                  <a:pt x="2338929" y="928978"/>
                </a:moveTo>
                <a:lnTo>
                  <a:pt x="2313715" y="928978"/>
                </a:lnTo>
                <a:cubicBezTo>
                  <a:pt x="2298463" y="928978"/>
                  <a:pt x="2286099" y="941443"/>
                  <a:pt x="2286099" y="956820"/>
                </a:cubicBezTo>
                <a:lnTo>
                  <a:pt x="2286099" y="982373"/>
                </a:lnTo>
                <a:cubicBezTo>
                  <a:pt x="2286099" y="997749"/>
                  <a:pt x="2298463" y="1010214"/>
                  <a:pt x="2313715" y="1010214"/>
                </a:cubicBezTo>
                <a:lnTo>
                  <a:pt x="2338929" y="1010214"/>
                </a:lnTo>
                <a:cubicBezTo>
                  <a:pt x="2354181" y="1010214"/>
                  <a:pt x="2366545" y="997749"/>
                  <a:pt x="2366545" y="982373"/>
                </a:cubicBezTo>
                <a:lnTo>
                  <a:pt x="2366545" y="956820"/>
                </a:lnTo>
                <a:cubicBezTo>
                  <a:pt x="2366545" y="941443"/>
                  <a:pt x="2354181" y="928978"/>
                  <a:pt x="2338929" y="928978"/>
                </a:cubicBezTo>
                <a:close/>
                <a:moveTo>
                  <a:pt x="2338929" y="1068187"/>
                </a:moveTo>
                <a:lnTo>
                  <a:pt x="2313715" y="1068187"/>
                </a:lnTo>
                <a:cubicBezTo>
                  <a:pt x="2298463" y="1068187"/>
                  <a:pt x="2286099" y="1080651"/>
                  <a:pt x="2286099" y="1096028"/>
                </a:cubicBezTo>
                <a:lnTo>
                  <a:pt x="2286099" y="1121581"/>
                </a:lnTo>
                <a:cubicBezTo>
                  <a:pt x="2286099" y="1136958"/>
                  <a:pt x="2298463" y="1149423"/>
                  <a:pt x="2313715" y="1149423"/>
                </a:cubicBezTo>
                <a:lnTo>
                  <a:pt x="2338929" y="1149423"/>
                </a:lnTo>
                <a:cubicBezTo>
                  <a:pt x="2354181" y="1149423"/>
                  <a:pt x="2366545" y="1136958"/>
                  <a:pt x="2366545" y="1121581"/>
                </a:cubicBezTo>
                <a:lnTo>
                  <a:pt x="2366545" y="1096028"/>
                </a:lnTo>
                <a:cubicBezTo>
                  <a:pt x="2366545" y="1080651"/>
                  <a:pt x="2354181" y="1068187"/>
                  <a:pt x="2338929" y="1068187"/>
                </a:cubicBezTo>
                <a:close/>
                <a:moveTo>
                  <a:pt x="2338929" y="1207395"/>
                </a:moveTo>
                <a:lnTo>
                  <a:pt x="2313715" y="1207395"/>
                </a:lnTo>
                <a:cubicBezTo>
                  <a:pt x="2298463" y="1207395"/>
                  <a:pt x="2286099" y="1219860"/>
                  <a:pt x="2286099" y="1235236"/>
                </a:cubicBezTo>
                <a:lnTo>
                  <a:pt x="2286099" y="1260790"/>
                </a:lnTo>
                <a:cubicBezTo>
                  <a:pt x="2286099" y="1276167"/>
                  <a:pt x="2298463" y="1288632"/>
                  <a:pt x="2313715" y="1288632"/>
                </a:cubicBezTo>
                <a:lnTo>
                  <a:pt x="2338929" y="1288632"/>
                </a:lnTo>
                <a:cubicBezTo>
                  <a:pt x="2354181" y="1288632"/>
                  <a:pt x="2366545" y="1276167"/>
                  <a:pt x="2366545" y="1260790"/>
                </a:cubicBezTo>
                <a:lnTo>
                  <a:pt x="2366545" y="1235236"/>
                </a:lnTo>
                <a:cubicBezTo>
                  <a:pt x="2366545" y="1219860"/>
                  <a:pt x="2354181" y="1207395"/>
                  <a:pt x="2338929" y="1207395"/>
                </a:cubicBezTo>
                <a:close/>
                <a:moveTo>
                  <a:pt x="2347034" y="512402"/>
                </a:moveTo>
                <a:lnTo>
                  <a:pt x="2301408" y="512402"/>
                </a:lnTo>
                <a:cubicBezTo>
                  <a:pt x="2286157" y="512402"/>
                  <a:pt x="2273792" y="532971"/>
                  <a:pt x="2273792" y="548347"/>
                </a:cubicBezTo>
                <a:lnTo>
                  <a:pt x="2273792" y="686507"/>
                </a:lnTo>
                <a:cubicBezTo>
                  <a:pt x="2273792" y="701883"/>
                  <a:pt x="2286157" y="714349"/>
                  <a:pt x="2301408" y="714349"/>
                </a:cubicBezTo>
                <a:lnTo>
                  <a:pt x="2347034" y="714349"/>
                </a:lnTo>
                <a:cubicBezTo>
                  <a:pt x="2362286" y="714349"/>
                  <a:pt x="2374649" y="701883"/>
                  <a:pt x="2374649" y="686507"/>
                </a:cubicBezTo>
                <a:lnTo>
                  <a:pt x="2374649" y="548347"/>
                </a:lnTo>
                <a:cubicBezTo>
                  <a:pt x="2374649" y="532971"/>
                  <a:pt x="2362286" y="512402"/>
                  <a:pt x="2347034" y="512402"/>
                </a:cubicBezTo>
                <a:close/>
                <a:moveTo>
                  <a:pt x="2117103" y="703765"/>
                </a:moveTo>
                <a:cubicBezTo>
                  <a:pt x="2162858" y="703765"/>
                  <a:pt x="2199950" y="666370"/>
                  <a:pt x="2199950" y="620240"/>
                </a:cubicBezTo>
                <a:cubicBezTo>
                  <a:pt x="2199950" y="574111"/>
                  <a:pt x="2162858" y="536716"/>
                  <a:pt x="2117103" y="536716"/>
                </a:cubicBezTo>
                <a:cubicBezTo>
                  <a:pt x="2071348" y="536716"/>
                  <a:pt x="2034256" y="574111"/>
                  <a:pt x="2034256" y="620240"/>
                </a:cubicBezTo>
                <a:cubicBezTo>
                  <a:pt x="2034256" y="666370"/>
                  <a:pt x="2071348" y="703765"/>
                  <a:pt x="2117103" y="703765"/>
                </a:cubicBezTo>
                <a:close/>
                <a:moveTo>
                  <a:pt x="2374649" y="167907"/>
                </a:moveTo>
                <a:cubicBezTo>
                  <a:pt x="2374649" y="160219"/>
                  <a:pt x="2368467" y="153987"/>
                  <a:pt x="2360841" y="153987"/>
                </a:cubicBezTo>
                <a:lnTo>
                  <a:pt x="2256333" y="153987"/>
                </a:lnTo>
                <a:lnTo>
                  <a:pt x="2234987" y="153987"/>
                </a:lnTo>
                <a:lnTo>
                  <a:pt x="2192293" y="153987"/>
                </a:lnTo>
                <a:lnTo>
                  <a:pt x="2131514" y="153987"/>
                </a:lnTo>
                <a:lnTo>
                  <a:pt x="2015645" y="153987"/>
                </a:lnTo>
                <a:cubicBezTo>
                  <a:pt x="2008019" y="153987"/>
                  <a:pt x="2001837" y="160219"/>
                  <a:pt x="2001837" y="167907"/>
                </a:cubicBezTo>
                <a:lnTo>
                  <a:pt x="2001837" y="283664"/>
                </a:lnTo>
                <a:lnTo>
                  <a:pt x="2001837" y="344443"/>
                </a:lnTo>
                <a:lnTo>
                  <a:pt x="2001837" y="387136"/>
                </a:lnTo>
                <a:lnTo>
                  <a:pt x="2001837" y="408483"/>
                </a:lnTo>
                <a:lnTo>
                  <a:pt x="2001837" y="429830"/>
                </a:lnTo>
                <a:cubicBezTo>
                  <a:pt x="2001837" y="437518"/>
                  <a:pt x="2008019" y="443751"/>
                  <a:pt x="2015645" y="443751"/>
                </a:cubicBezTo>
                <a:lnTo>
                  <a:pt x="2071077" y="443751"/>
                </a:lnTo>
                <a:lnTo>
                  <a:pt x="2098806" y="443751"/>
                </a:lnTo>
                <a:lnTo>
                  <a:pt x="2360841" y="443751"/>
                </a:lnTo>
                <a:cubicBezTo>
                  <a:pt x="2368467" y="443751"/>
                  <a:pt x="2374649" y="437518"/>
                  <a:pt x="2374649" y="429830"/>
                </a:cubicBezTo>
                <a:close/>
                <a:moveTo>
                  <a:pt x="2062773" y="789769"/>
                </a:moveTo>
                <a:cubicBezTo>
                  <a:pt x="2078024" y="789769"/>
                  <a:pt x="2090388" y="802235"/>
                  <a:pt x="2090388" y="817611"/>
                </a:cubicBezTo>
                <a:lnTo>
                  <a:pt x="2090388" y="843165"/>
                </a:lnTo>
                <a:cubicBezTo>
                  <a:pt x="2090388" y="858541"/>
                  <a:pt x="2078024" y="871006"/>
                  <a:pt x="2062773" y="871006"/>
                </a:cubicBezTo>
                <a:lnTo>
                  <a:pt x="2037558" y="871006"/>
                </a:lnTo>
                <a:cubicBezTo>
                  <a:pt x="2022306" y="871006"/>
                  <a:pt x="2009942" y="858541"/>
                  <a:pt x="2009942" y="843165"/>
                </a:cubicBezTo>
                <a:lnTo>
                  <a:pt x="2009942" y="817611"/>
                </a:lnTo>
                <a:cubicBezTo>
                  <a:pt x="2009942" y="802235"/>
                  <a:pt x="2022306" y="789769"/>
                  <a:pt x="2037558" y="789769"/>
                </a:cubicBezTo>
                <a:close/>
                <a:moveTo>
                  <a:pt x="2200851" y="789769"/>
                </a:moveTo>
                <a:cubicBezTo>
                  <a:pt x="2216103" y="789769"/>
                  <a:pt x="2228466" y="802235"/>
                  <a:pt x="2228466" y="817611"/>
                </a:cubicBezTo>
                <a:lnTo>
                  <a:pt x="2228466" y="843165"/>
                </a:lnTo>
                <a:cubicBezTo>
                  <a:pt x="2228466" y="858541"/>
                  <a:pt x="2216103" y="871006"/>
                  <a:pt x="2200851" y="871006"/>
                </a:cubicBezTo>
                <a:lnTo>
                  <a:pt x="2175636" y="871006"/>
                </a:lnTo>
                <a:cubicBezTo>
                  <a:pt x="2160384" y="871006"/>
                  <a:pt x="2148021" y="858541"/>
                  <a:pt x="2148021" y="843165"/>
                </a:cubicBezTo>
                <a:lnTo>
                  <a:pt x="2148021" y="817611"/>
                </a:lnTo>
                <a:cubicBezTo>
                  <a:pt x="2148021" y="802235"/>
                  <a:pt x="2160384" y="789769"/>
                  <a:pt x="2175636" y="789769"/>
                </a:cubicBezTo>
                <a:close/>
                <a:moveTo>
                  <a:pt x="2338929" y="789769"/>
                </a:moveTo>
                <a:cubicBezTo>
                  <a:pt x="2354181" y="789769"/>
                  <a:pt x="2366545" y="802235"/>
                  <a:pt x="2366545" y="817611"/>
                </a:cubicBezTo>
                <a:lnTo>
                  <a:pt x="2366545" y="843165"/>
                </a:lnTo>
                <a:cubicBezTo>
                  <a:pt x="2366545" y="858541"/>
                  <a:pt x="2354181" y="871006"/>
                  <a:pt x="2338929" y="871006"/>
                </a:cubicBezTo>
                <a:lnTo>
                  <a:pt x="2313715" y="871006"/>
                </a:lnTo>
                <a:cubicBezTo>
                  <a:pt x="2298463" y="871006"/>
                  <a:pt x="2286099" y="858541"/>
                  <a:pt x="2286099" y="843165"/>
                </a:cubicBezTo>
                <a:lnTo>
                  <a:pt x="2286099" y="817611"/>
                </a:lnTo>
                <a:cubicBezTo>
                  <a:pt x="2286099" y="802235"/>
                  <a:pt x="2298463" y="789769"/>
                  <a:pt x="2313715" y="789769"/>
                </a:cubicBezTo>
                <a:close/>
                <a:moveTo>
                  <a:pt x="2062773" y="928978"/>
                </a:moveTo>
                <a:cubicBezTo>
                  <a:pt x="2078024" y="928978"/>
                  <a:pt x="2090388" y="941443"/>
                  <a:pt x="2090388" y="956820"/>
                </a:cubicBezTo>
                <a:lnTo>
                  <a:pt x="2090388" y="982373"/>
                </a:lnTo>
                <a:cubicBezTo>
                  <a:pt x="2090388" y="997749"/>
                  <a:pt x="2078024" y="1010214"/>
                  <a:pt x="2062773" y="1010214"/>
                </a:cubicBezTo>
                <a:lnTo>
                  <a:pt x="2037558" y="1010214"/>
                </a:lnTo>
                <a:cubicBezTo>
                  <a:pt x="2022306" y="1010214"/>
                  <a:pt x="2009942" y="997749"/>
                  <a:pt x="2009942" y="982373"/>
                </a:cubicBezTo>
                <a:lnTo>
                  <a:pt x="2009942" y="956820"/>
                </a:lnTo>
                <a:cubicBezTo>
                  <a:pt x="2009942" y="941443"/>
                  <a:pt x="2022306" y="928978"/>
                  <a:pt x="2037558" y="928978"/>
                </a:cubicBezTo>
                <a:close/>
                <a:moveTo>
                  <a:pt x="2062773" y="1068187"/>
                </a:moveTo>
                <a:cubicBezTo>
                  <a:pt x="2078024" y="1068187"/>
                  <a:pt x="2090388" y="1080651"/>
                  <a:pt x="2090388" y="1096028"/>
                </a:cubicBezTo>
                <a:lnTo>
                  <a:pt x="2090388" y="1121581"/>
                </a:lnTo>
                <a:cubicBezTo>
                  <a:pt x="2090388" y="1136958"/>
                  <a:pt x="2078024" y="1149423"/>
                  <a:pt x="2062773" y="1149423"/>
                </a:cubicBezTo>
                <a:lnTo>
                  <a:pt x="2037558" y="1149423"/>
                </a:lnTo>
                <a:cubicBezTo>
                  <a:pt x="2022306" y="1149423"/>
                  <a:pt x="2009942" y="1136958"/>
                  <a:pt x="2009942" y="1121581"/>
                </a:cubicBezTo>
                <a:lnTo>
                  <a:pt x="2009942" y="1096028"/>
                </a:lnTo>
                <a:cubicBezTo>
                  <a:pt x="2009942" y="1080651"/>
                  <a:pt x="2022306" y="1068187"/>
                  <a:pt x="2037558" y="1068187"/>
                </a:cubicBezTo>
                <a:close/>
                <a:moveTo>
                  <a:pt x="2062773" y="1207395"/>
                </a:moveTo>
                <a:cubicBezTo>
                  <a:pt x="2078024" y="1207395"/>
                  <a:pt x="2090388" y="1219860"/>
                  <a:pt x="2090388" y="1235236"/>
                </a:cubicBezTo>
                <a:lnTo>
                  <a:pt x="2090388" y="1260790"/>
                </a:lnTo>
                <a:cubicBezTo>
                  <a:pt x="2090388" y="1276167"/>
                  <a:pt x="2078024" y="1288632"/>
                  <a:pt x="2062773" y="1288632"/>
                </a:cubicBezTo>
                <a:lnTo>
                  <a:pt x="2037558" y="1288632"/>
                </a:lnTo>
                <a:cubicBezTo>
                  <a:pt x="2022306" y="1288632"/>
                  <a:pt x="2009942" y="1276167"/>
                  <a:pt x="2009942" y="1260790"/>
                </a:cubicBezTo>
                <a:lnTo>
                  <a:pt x="2009942" y="1235236"/>
                </a:lnTo>
                <a:cubicBezTo>
                  <a:pt x="2009942" y="1219860"/>
                  <a:pt x="2022306" y="1207395"/>
                  <a:pt x="2037558" y="1207395"/>
                </a:cubicBezTo>
                <a:close/>
                <a:moveTo>
                  <a:pt x="2200851" y="928978"/>
                </a:moveTo>
                <a:cubicBezTo>
                  <a:pt x="2216103" y="928978"/>
                  <a:pt x="2228466" y="941443"/>
                  <a:pt x="2228466" y="956820"/>
                </a:cubicBezTo>
                <a:lnTo>
                  <a:pt x="2228466" y="982373"/>
                </a:lnTo>
                <a:cubicBezTo>
                  <a:pt x="2228466" y="997749"/>
                  <a:pt x="2216103" y="1010214"/>
                  <a:pt x="2200851" y="1010214"/>
                </a:cubicBezTo>
                <a:lnTo>
                  <a:pt x="2175636" y="1010214"/>
                </a:lnTo>
                <a:cubicBezTo>
                  <a:pt x="2160384" y="1010214"/>
                  <a:pt x="2148021" y="997749"/>
                  <a:pt x="2148021" y="982373"/>
                </a:cubicBezTo>
                <a:lnTo>
                  <a:pt x="2148021" y="956820"/>
                </a:lnTo>
                <a:cubicBezTo>
                  <a:pt x="2148021" y="941443"/>
                  <a:pt x="2160384" y="928978"/>
                  <a:pt x="2175636" y="928978"/>
                </a:cubicBezTo>
                <a:close/>
                <a:moveTo>
                  <a:pt x="2200851" y="1068187"/>
                </a:moveTo>
                <a:cubicBezTo>
                  <a:pt x="2216103" y="1068187"/>
                  <a:pt x="2228466" y="1080651"/>
                  <a:pt x="2228466" y="1096028"/>
                </a:cubicBezTo>
                <a:lnTo>
                  <a:pt x="2228466" y="1121581"/>
                </a:lnTo>
                <a:cubicBezTo>
                  <a:pt x="2228466" y="1136958"/>
                  <a:pt x="2216103" y="1149423"/>
                  <a:pt x="2200851" y="1149423"/>
                </a:cubicBezTo>
                <a:lnTo>
                  <a:pt x="2175636" y="1149423"/>
                </a:lnTo>
                <a:cubicBezTo>
                  <a:pt x="2160384" y="1149423"/>
                  <a:pt x="2148021" y="1136958"/>
                  <a:pt x="2148021" y="1121581"/>
                </a:cubicBezTo>
                <a:lnTo>
                  <a:pt x="2148021" y="1096028"/>
                </a:lnTo>
                <a:cubicBezTo>
                  <a:pt x="2148021" y="1080651"/>
                  <a:pt x="2160384" y="1068187"/>
                  <a:pt x="2175636" y="1068187"/>
                </a:cubicBezTo>
                <a:close/>
                <a:moveTo>
                  <a:pt x="2200851" y="1207395"/>
                </a:moveTo>
                <a:cubicBezTo>
                  <a:pt x="2216103" y="1207395"/>
                  <a:pt x="2228466" y="1219860"/>
                  <a:pt x="2228466" y="1235236"/>
                </a:cubicBezTo>
                <a:lnTo>
                  <a:pt x="2228466" y="1260790"/>
                </a:lnTo>
                <a:cubicBezTo>
                  <a:pt x="2228466" y="1276167"/>
                  <a:pt x="2216103" y="1288632"/>
                  <a:pt x="2200851" y="1288632"/>
                </a:cubicBezTo>
                <a:lnTo>
                  <a:pt x="2175636" y="1288632"/>
                </a:lnTo>
                <a:cubicBezTo>
                  <a:pt x="2160384" y="1288632"/>
                  <a:pt x="2148021" y="1276167"/>
                  <a:pt x="2148021" y="1260790"/>
                </a:cubicBezTo>
                <a:lnTo>
                  <a:pt x="2148021" y="1235236"/>
                </a:lnTo>
                <a:cubicBezTo>
                  <a:pt x="2148021" y="1219860"/>
                  <a:pt x="2160384" y="1207395"/>
                  <a:pt x="2175636" y="1207395"/>
                </a:cubicBezTo>
                <a:close/>
                <a:moveTo>
                  <a:pt x="2338929" y="928978"/>
                </a:moveTo>
                <a:cubicBezTo>
                  <a:pt x="2354181" y="928978"/>
                  <a:pt x="2366545" y="941443"/>
                  <a:pt x="2366545" y="956820"/>
                </a:cubicBezTo>
                <a:lnTo>
                  <a:pt x="2366545" y="982373"/>
                </a:lnTo>
                <a:cubicBezTo>
                  <a:pt x="2366545" y="997749"/>
                  <a:pt x="2354181" y="1010214"/>
                  <a:pt x="2338929" y="1010214"/>
                </a:cubicBezTo>
                <a:lnTo>
                  <a:pt x="2313715" y="1010214"/>
                </a:lnTo>
                <a:cubicBezTo>
                  <a:pt x="2298463" y="1010214"/>
                  <a:pt x="2286099" y="997749"/>
                  <a:pt x="2286099" y="982373"/>
                </a:cubicBezTo>
                <a:lnTo>
                  <a:pt x="2286099" y="956820"/>
                </a:lnTo>
                <a:cubicBezTo>
                  <a:pt x="2286099" y="941443"/>
                  <a:pt x="2298463" y="928978"/>
                  <a:pt x="2313715" y="928978"/>
                </a:cubicBezTo>
                <a:close/>
                <a:moveTo>
                  <a:pt x="2338929" y="1068187"/>
                </a:moveTo>
                <a:cubicBezTo>
                  <a:pt x="2354181" y="1068187"/>
                  <a:pt x="2366545" y="1080651"/>
                  <a:pt x="2366545" y="1096028"/>
                </a:cubicBezTo>
                <a:lnTo>
                  <a:pt x="2366545" y="1121581"/>
                </a:lnTo>
                <a:cubicBezTo>
                  <a:pt x="2366545" y="1136958"/>
                  <a:pt x="2354181" y="1149423"/>
                  <a:pt x="2338929" y="1149423"/>
                </a:cubicBezTo>
                <a:lnTo>
                  <a:pt x="2313715" y="1149423"/>
                </a:lnTo>
                <a:cubicBezTo>
                  <a:pt x="2298463" y="1149423"/>
                  <a:pt x="2286099" y="1136958"/>
                  <a:pt x="2286099" y="1121581"/>
                </a:cubicBezTo>
                <a:lnTo>
                  <a:pt x="2286099" y="1096028"/>
                </a:lnTo>
                <a:cubicBezTo>
                  <a:pt x="2286099" y="1080651"/>
                  <a:pt x="2298463" y="1068187"/>
                  <a:pt x="2313715" y="1068187"/>
                </a:cubicBezTo>
                <a:close/>
                <a:moveTo>
                  <a:pt x="2338929" y="1207395"/>
                </a:moveTo>
                <a:cubicBezTo>
                  <a:pt x="2354181" y="1207395"/>
                  <a:pt x="2366545" y="1219860"/>
                  <a:pt x="2366545" y="1235236"/>
                </a:cubicBezTo>
                <a:lnTo>
                  <a:pt x="2366545" y="1260790"/>
                </a:lnTo>
                <a:cubicBezTo>
                  <a:pt x="2366545" y="1276167"/>
                  <a:pt x="2354181" y="1288632"/>
                  <a:pt x="2338929" y="1288632"/>
                </a:cubicBezTo>
                <a:lnTo>
                  <a:pt x="2313715" y="1288632"/>
                </a:lnTo>
                <a:cubicBezTo>
                  <a:pt x="2298463" y="1288632"/>
                  <a:pt x="2286099" y="1276167"/>
                  <a:pt x="2286099" y="1260790"/>
                </a:cubicBezTo>
                <a:lnTo>
                  <a:pt x="2286099" y="1235236"/>
                </a:lnTo>
                <a:cubicBezTo>
                  <a:pt x="2286099" y="1219860"/>
                  <a:pt x="2298463" y="1207395"/>
                  <a:pt x="2313715" y="1207395"/>
                </a:cubicBezTo>
                <a:close/>
                <a:moveTo>
                  <a:pt x="2347034" y="512402"/>
                </a:moveTo>
                <a:cubicBezTo>
                  <a:pt x="2362286" y="512402"/>
                  <a:pt x="2374649" y="532971"/>
                  <a:pt x="2374649" y="548347"/>
                </a:cubicBezTo>
                <a:lnTo>
                  <a:pt x="2374649" y="686507"/>
                </a:lnTo>
                <a:cubicBezTo>
                  <a:pt x="2374649" y="701883"/>
                  <a:pt x="2362286" y="714349"/>
                  <a:pt x="2347034" y="714349"/>
                </a:cubicBezTo>
                <a:lnTo>
                  <a:pt x="2301408" y="714349"/>
                </a:lnTo>
                <a:cubicBezTo>
                  <a:pt x="2286157" y="714349"/>
                  <a:pt x="2273792" y="701883"/>
                  <a:pt x="2273792" y="686507"/>
                </a:cubicBezTo>
                <a:lnTo>
                  <a:pt x="2273792" y="548347"/>
                </a:lnTo>
                <a:cubicBezTo>
                  <a:pt x="2273792" y="532971"/>
                  <a:pt x="2286157" y="512402"/>
                  <a:pt x="2301408" y="512402"/>
                </a:cubicBezTo>
                <a:close/>
                <a:moveTo>
                  <a:pt x="2117103" y="703765"/>
                </a:moveTo>
                <a:cubicBezTo>
                  <a:pt x="2071348" y="703765"/>
                  <a:pt x="2034256" y="666370"/>
                  <a:pt x="2034256" y="620240"/>
                </a:cubicBezTo>
                <a:cubicBezTo>
                  <a:pt x="2034256" y="574111"/>
                  <a:pt x="2071348" y="536716"/>
                  <a:pt x="2117103" y="536716"/>
                </a:cubicBezTo>
                <a:cubicBezTo>
                  <a:pt x="2162858" y="536716"/>
                  <a:pt x="2199950" y="574111"/>
                  <a:pt x="2199950" y="620240"/>
                </a:cubicBezTo>
                <a:cubicBezTo>
                  <a:pt x="2199950" y="666370"/>
                  <a:pt x="2162858" y="703765"/>
                  <a:pt x="2117103" y="703765"/>
                </a:cubicBezTo>
                <a:close/>
                <a:moveTo>
                  <a:pt x="2374649" y="167907"/>
                </a:moveTo>
                <a:lnTo>
                  <a:pt x="2374649" y="429830"/>
                </a:lnTo>
                <a:cubicBezTo>
                  <a:pt x="2374649" y="437518"/>
                  <a:pt x="2368467" y="443751"/>
                  <a:pt x="2360841" y="443751"/>
                </a:cubicBezTo>
                <a:lnTo>
                  <a:pt x="2098806" y="443751"/>
                </a:lnTo>
                <a:lnTo>
                  <a:pt x="2071077" y="443751"/>
                </a:lnTo>
                <a:lnTo>
                  <a:pt x="2015645" y="443751"/>
                </a:lnTo>
                <a:cubicBezTo>
                  <a:pt x="2008019" y="443751"/>
                  <a:pt x="2001837" y="437518"/>
                  <a:pt x="2001837" y="429830"/>
                </a:cubicBezTo>
                <a:lnTo>
                  <a:pt x="2001837" y="408483"/>
                </a:lnTo>
                <a:lnTo>
                  <a:pt x="2001837" y="387136"/>
                </a:lnTo>
                <a:lnTo>
                  <a:pt x="2001837" y="344443"/>
                </a:lnTo>
                <a:lnTo>
                  <a:pt x="2001837" y="283664"/>
                </a:lnTo>
                <a:lnTo>
                  <a:pt x="2001837" y="167907"/>
                </a:lnTo>
                <a:cubicBezTo>
                  <a:pt x="2001837" y="160219"/>
                  <a:pt x="2008019" y="153987"/>
                  <a:pt x="2015645" y="153987"/>
                </a:cubicBezTo>
                <a:lnTo>
                  <a:pt x="2131514" y="153987"/>
                </a:lnTo>
                <a:lnTo>
                  <a:pt x="2192293" y="153987"/>
                </a:lnTo>
                <a:lnTo>
                  <a:pt x="2234987" y="153987"/>
                </a:lnTo>
                <a:lnTo>
                  <a:pt x="2256333" y="153987"/>
                </a:lnTo>
                <a:lnTo>
                  <a:pt x="2360841" y="153987"/>
                </a:lnTo>
                <a:cubicBezTo>
                  <a:pt x="2368467" y="153987"/>
                  <a:pt x="2374649" y="160219"/>
                  <a:pt x="2374649" y="167907"/>
                </a:cubicBezTo>
                <a:close/>
                <a:moveTo>
                  <a:pt x="2062773" y="789769"/>
                </a:moveTo>
                <a:cubicBezTo>
                  <a:pt x="2078024" y="789769"/>
                  <a:pt x="2090388" y="802235"/>
                  <a:pt x="2090388" y="817611"/>
                </a:cubicBezTo>
                <a:lnTo>
                  <a:pt x="2090388" y="843165"/>
                </a:lnTo>
                <a:cubicBezTo>
                  <a:pt x="2090388" y="858541"/>
                  <a:pt x="2078024" y="871006"/>
                  <a:pt x="2062773" y="871006"/>
                </a:cubicBezTo>
                <a:lnTo>
                  <a:pt x="2037558" y="871006"/>
                </a:lnTo>
                <a:cubicBezTo>
                  <a:pt x="2022306" y="871006"/>
                  <a:pt x="2009942" y="858541"/>
                  <a:pt x="2009942" y="843165"/>
                </a:cubicBezTo>
                <a:lnTo>
                  <a:pt x="2009942" y="817611"/>
                </a:lnTo>
                <a:cubicBezTo>
                  <a:pt x="2009942" y="802235"/>
                  <a:pt x="2022306" y="789769"/>
                  <a:pt x="2037558" y="789769"/>
                </a:cubicBezTo>
                <a:close/>
                <a:moveTo>
                  <a:pt x="2200851" y="789769"/>
                </a:moveTo>
                <a:cubicBezTo>
                  <a:pt x="2216103" y="789769"/>
                  <a:pt x="2228466" y="802235"/>
                  <a:pt x="2228466" y="817611"/>
                </a:cubicBezTo>
                <a:lnTo>
                  <a:pt x="2228466" y="843165"/>
                </a:lnTo>
                <a:cubicBezTo>
                  <a:pt x="2228466" y="858541"/>
                  <a:pt x="2216103" y="871006"/>
                  <a:pt x="2200851" y="871006"/>
                </a:cubicBezTo>
                <a:lnTo>
                  <a:pt x="2175636" y="871006"/>
                </a:lnTo>
                <a:cubicBezTo>
                  <a:pt x="2160384" y="871006"/>
                  <a:pt x="2148021" y="858541"/>
                  <a:pt x="2148021" y="843165"/>
                </a:cubicBezTo>
                <a:lnTo>
                  <a:pt x="2148021" y="817611"/>
                </a:lnTo>
                <a:cubicBezTo>
                  <a:pt x="2148021" y="802235"/>
                  <a:pt x="2160384" y="789769"/>
                  <a:pt x="2175636" y="789769"/>
                </a:cubicBezTo>
                <a:close/>
                <a:moveTo>
                  <a:pt x="2338929" y="789769"/>
                </a:moveTo>
                <a:cubicBezTo>
                  <a:pt x="2354181" y="789769"/>
                  <a:pt x="2366545" y="802235"/>
                  <a:pt x="2366545" y="817611"/>
                </a:cubicBezTo>
                <a:lnTo>
                  <a:pt x="2366545" y="843165"/>
                </a:lnTo>
                <a:cubicBezTo>
                  <a:pt x="2366545" y="858541"/>
                  <a:pt x="2354181" y="871006"/>
                  <a:pt x="2338929" y="871006"/>
                </a:cubicBezTo>
                <a:lnTo>
                  <a:pt x="2313715" y="871006"/>
                </a:lnTo>
                <a:cubicBezTo>
                  <a:pt x="2298463" y="871006"/>
                  <a:pt x="2286099" y="858541"/>
                  <a:pt x="2286099" y="843165"/>
                </a:cubicBezTo>
                <a:lnTo>
                  <a:pt x="2286099" y="817611"/>
                </a:lnTo>
                <a:cubicBezTo>
                  <a:pt x="2286099" y="802235"/>
                  <a:pt x="2298463" y="789769"/>
                  <a:pt x="2313715" y="789769"/>
                </a:cubicBezTo>
                <a:close/>
                <a:moveTo>
                  <a:pt x="2062773" y="928978"/>
                </a:moveTo>
                <a:cubicBezTo>
                  <a:pt x="2078024" y="928978"/>
                  <a:pt x="2090388" y="941443"/>
                  <a:pt x="2090388" y="956820"/>
                </a:cubicBezTo>
                <a:lnTo>
                  <a:pt x="2090388" y="982373"/>
                </a:lnTo>
                <a:cubicBezTo>
                  <a:pt x="2090388" y="997749"/>
                  <a:pt x="2078024" y="1010214"/>
                  <a:pt x="2062773" y="1010214"/>
                </a:cubicBezTo>
                <a:lnTo>
                  <a:pt x="2037558" y="1010214"/>
                </a:lnTo>
                <a:cubicBezTo>
                  <a:pt x="2022306" y="1010214"/>
                  <a:pt x="2009942" y="997749"/>
                  <a:pt x="2009942" y="982373"/>
                </a:cubicBezTo>
                <a:lnTo>
                  <a:pt x="2009942" y="956820"/>
                </a:lnTo>
                <a:cubicBezTo>
                  <a:pt x="2009942" y="941443"/>
                  <a:pt x="2022306" y="928978"/>
                  <a:pt x="2037558" y="928978"/>
                </a:cubicBezTo>
                <a:close/>
                <a:moveTo>
                  <a:pt x="2062773" y="1068187"/>
                </a:moveTo>
                <a:cubicBezTo>
                  <a:pt x="2078024" y="1068187"/>
                  <a:pt x="2090388" y="1080651"/>
                  <a:pt x="2090388" y="1096028"/>
                </a:cubicBezTo>
                <a:lnTo>
                  <a:pt x="2090388" y="1121581"/>
                </a:lnTo>
                <a:cubicBezTo>
                  <a:pt x="2090388" y="1136958"/>
                  <a:pt x="2078024" y="1149423"/>
                  <a:pt x="2062773" y="1149423"/>
                </a:cubicBezTo>
                <a:lnTo>
                  <a:pt x="2037558" y="1149423"/>
                </a:lnTo>
                <a:cubicBezTo>
                  <a:pt x="2022306" y="1149423"/>
                  <a:pt x="2009942" y="1136958"/>
                  <a:pt x="2009942" y="1121581"/>
                </a:cubicBezTo>
                <a:lnTo>
                  <a:pt x="2009942" y="1096028"/>
                </a:lnTo>
                <a:cubicBezTo>
                  <a:pt x="2009942" y="1080651"/>
                  <a:pt x="2022306" y="1068187"/>
                  <a:pt x="2037558" y="1068187"/>
                </a:cubicBezTo>
                <a:close/>
                <a:moveTo>
                  <a:pt x="2062773" y="1207395"/>
                </a:moveTo>
                <a:cubicBezTo>
                  <a:pt x="2078024" y="1207395"/>
                  <a:pt x="2090388" y="1219860"/>
                  <a:pt x="2090388" y="1235236"/>
                </a:cubicBezTo>
                <a:lnTo>
                  <a:pt x="2090388" y="1260790"/>
                </a:lnTo>
                <a:cubicBezTo>
                  <a:pt x="2090388" y="1276167"/>
                  <a:pt x="2078024" y="1288632"/>
                  <a:pt x="2062773" y="1288632"/>
                </a:cubicBezTo>
                <a:lnTo>
                  <a:pt x="2037558" y="1288632"/>
                </a:lnTo>
                <a:cubicBezTo>
                  <a:pt x="2022306" y="1288632"/>
                  <a:pt x="2009942" y="1276167"/>
                  <a:pt x="2009942" y="1260790"/>
                </a:cubicBezTo>
                <a:lnTo>
                  <a:pt x="2009942" y="1235236"/>
                </a:lnTo>
                <a:cubicBezTo>
                  <a:pt x="2009942" y="1219860"/>
                  <a:pt x="2022306" y="1207395"/>
                  <a:pt x="2037558" y="1207395"/>
                </a:cubicBezTo>
                <a:close/>
                <a:moveTo>
                  <a:pt x="2200851" y="928978"/>
                </a:moveTo>
                <a:cubicBezTo>
                  <a:pt x="2216103" y="928978"/>
                  <a:pt x="2228466" y="941443"/>
                  <a:pt x="2228466" y="956820"/>
                </a:cubicBezTo>
                <a:lnTo>
                  <a:pt x="2228466" y="982373"/>
                </a:lnTo>
                <a:cubicBezTo>
                  <a:pt x="2228466" y="997749"/>
                  <a:pt x="2216103" y="1010214"/>
                  <a:pt x="2200851" y="1010214"/>
                </a:cubicBezTo>
                <a:lnTo>
                  <a:pt x="2175636" y="1010214"/>
                </a:lnTo>
                <a:cubicBezTo>
                  <a:pt x="2160384" y="1010214"/>
                  <a:pt x="2148021" y="997749"/>
                  <a:pt x="2148021" y="982373"/>
                </a:cubicBezTo>
                <a:lnTo>
                  <a:pt x="2148021" y="956820"/>
                </a:lnTo>
                <a:cubicBezTo>
                  <a:pt x="2148021" y="941443"/>
                  <a:pt x="2160384" y="928978"/>
                  <a:pt x="2175636" y="928978"/>
                </a:cubicBezTo>
                <a:close/>
                <a:moveTo>
                  <a:pt x="2200851" y="1068187"/>
                </a:moveTo>
                <a:cubicBezTo>
                  <a:pt x="2216103" y="1068187"/>
                  <a:pt x="2228466" y="1080651"/>
                  <a:pt x="2228466" y="1096028"/>
                </a:cubicBezTo>
                <a:lnTo>
                  <a:pt x="2228466" y="1121581"/>
                </a:lnTo>
                <a:cubicBezTo>
                  <a:pt x="2228466" y="1136958"/>
                  <a:pt x="2216103" y="1149423"/>
                  <a:pt x="2200851" y="1149423"/>
                </a:cubicBezTo>
                <a:lnTo>
                  <a:pt x="2175636" y="1149423"/>
                </a:lnTo>
                <a:cubicBezTo>
                  <a:pt x="2160384" y="1149423"/>
                  <a:pt x="2148021" y="1136958"/>
                  <a:pt x="2148021" y="1121581"/>
                </a:cubicBezTo>
                <a:lnTo>
                  <a:pt x="2148021" y="1096028"/>
                </a:lnTo>
                <a:cubicBezTo>
                  <a:pt x="2148021" y="1080651"/>
                  <a:pt x="2160384" y="1068187"/>
                  <a:pt x="2175636" y="1068187"/>
                </a:cubicBezTo>
                <a:close/>
                <a:moveTo>
                  <a:pt x="2200851" y="1207395"/>
                </a:moveTo>
                <a:cubicBezTo>
                  <a:pt x="2216103" y="1207395"/>
                  <a:pt x="2228466" y="1219860"/>
                  <a:pt x="2228466" y="1235236"/>
                </a:cubicBezTo>
                <a:lnTo>
                  <a:pt x="2228466" y="1260790"/>
                </a:lnTo>
                <a:cubicBezTo>
                  <a:pt x="2228466" y="1276167"/>
                  <a:pt x="2216103" y="1288632"/>
                  <a:pt x="2200851" y="1288632"/>
                </a:cubicBezTo>
                <a:lnTo>
                  <a:pt x="2175636" y="1288632"/>
                </a:lnTo>
                <a:cubicBezTo>
                  <a:pt x="2160384" y="1288632"/>
                  <a:pt x="2148021" y="1276167"/>
                  <a:pt x="2148021" y="1260790"/>
                </a:cubicBezTo>
                <a:lnTo>
                  <a:pt x="2148021" y="1235236"/>
                </a:lnTo>
                <a:cubicBezTo>
                  <a:pt x="2148021" y="1219860"/>
                  <a:pt x="2160384" y="1207395"/>
                  <a:pt x="2175636" y="1207395"/>
                </a:cubicBezTo>
                <a:close/>
                <a:moveTo>
                  <a:pt x="2338929" y="928978"/>
                </a:moveTo>
                <a:cubicBezTo>
                  <a:pt x="2354181" y="928978"/>
                  <a:pt x="2366545" y="941443"/>
                  <a:pt x="2366545" y="956820"/>
                </a:cubicBezTo>
                <a:lnTo>
                  <a:pt x="2366545" y="982373"/>
                </a:lnTo>
                <a:cubicBezTo>
                  <a:pt x="2366545" y="997749"/>
                  <a:pt x="2354181" y="1010214"/>
                  <a:pt x="2338929" y="1010214"/>
                </a:cubicBezTo>
                <a:lnTo>
                  <a:pt x="2313715" y="1010214"/>
                </a:lnTo>
                <a:cubicBezTo>
                  <a:pt x="2298463" y="1010214"/>
                  <a:pt x="2286099" y="997749"/>
                  <a:pt x="2286099" y="982373"/>
                </a:cubicBezTo>
                <a:lnTo>
                  <a:pt x="2286099" y="956820"/>
                </a:lnTo>
                <a:cubicBezTo>
                  <a:pt x="2286099" y="941443"/>
                  <a:pt x="2298463" y="928978"/>
                  <a:pt x="2313715" y="928978"/>
                </a:cubicBezTo>
                <a:close/>
                <a:moveTo>
                  <a:pt x="2338929" y="1068187"/>
                </a:moveTo>
                <a:cubicBezTo>
                  <a:pt x="2354181" y="1068187"/>
                  <a:pt x="2366545" y="1080651"/>
                  <a:pt x="2366545" y="1096028"/>
                </a:cubicBezTo>
                <a:lnTo>
                  <a:pt x="2366545" y="1121581"/>
                </a:lnTo>
                <a:cubicBezTo>
                  <a:pt x="2366545" y="1136958"/>
                  <a:pt x="2354181" y="1149423"/>
                  <a:pt x="2338929" y="1149423"/>
                </a:cubicBezTo>
                <a:lnTo>
                  <a:pt x="2313715" y="1149423"/>
                </a:lnTo>
                <a:cubicBezTo>
                  <a:pt x="2298463" y="1149423"/>
                  <a:pt x="2286099" y="1136958"/>
                  <a:pt x="2286099" y="1121581"/>
                </a:cubicBezTo>
                <a:lnTo>
                  <a:pt x="2286099" y="1096028"/>
                </a:lnTo>
                <a:cubicBezTo>
                  <a:pt x="2286099" y="1080651"/>
                  <a:pt x="2298463" y="1068187"/>
                  <a:pt x="2313715" y="1068187"/>
                </a:cubicBezTo>
                <a:close/>
                <a:moveTo>
                  <a:pt x="2338929" y="1207395"/>
                </a:moveTo>
                <a:cubicBezTo>
                  <a:pt x="2354181" y="1207395"/>
                  <a:pt x="2366545" y="1219860"/>
                  <a:pt x="2366545" y="1235236"/>
                </a:cubicBezTo>
                <a:lnTo>
                  <a:pt x="2366545" y="1260790"/>
                </a:lnTo>
                <a:cubicBezTo>
                  <a:pt x="2366545" y="1276167"/>
                  <a:pt x="2354181" y="1288632"/>
                  <a:pt x="2338929" y="1288632"/>
                </a:cubicBezTo>
                <a:lnTo>
                  <a:pt x="2313715" y="1288632"/>
                </a:lnTo>
                <a:cubicBezTo>
                  <a:pt x="2298463" y="1288632"/>
                  <a:pt x="2286099" y="1276167"/>
                  <a:pt x="2286099" y="1260790"/>
                </a:cubicBezTo>
                <a:lnTo>
                  <a:pt x="2286099" y="1235236"/>
                </a:lnTo>
                <a:cubicBezTo>
                  <a:pt x="2286099" y="1219860"/>
                  <a:pt x="2298463" y="1207395"/>
                  <a:pt x="2313715" y="1207395"/>
                </a:cubicBezTo>
                <a:close/>
                <a:moveTo>
                  <a:pt x="2347034" y="512402"/>
                </a:moveTo>
                <a:cubicBezTo>
                  <a:pt x="2362286" y="512402"/>
                  <a:pt x="2374649" y="532971"/>
                  <a:pt x="2374649" y="548347"/>
                </a:cubicBezTo>
                <a:lnTo>
                  <a:pt x="2374649" y="686507"/>
                </a:lnTo>
                <a:cubicBezTo>
                  <a:pt x="2374649" y="701883"/>
                  <a:pt x="2362286" y="714349"/>
                  <a:pt x="2347034" y="714349"/>
                </a:cubicBezTo>
                <a:lnTo>
                  <a:pt x="2301408" y="714349"/>
                </a:lnTo>
                <a:cubicBezTo>
                  <a:pt x="2286157" y="714349"/>
                  <a:pt x="2273792" y="701883"/>
                  <a:pt x="2273792" y="686507"/>
                </a:cubicBezTo>
                <a:lnTo>
                  <a:pt x="2273792" y="548347"/>
                </a:lnTo>
                <a:cubicBezTo>
                  <a:pt x="2273792" y="532971"/>
                  <a:pt x="2286157" y="512402"/>
                  <a:pt x="2301408" y="512402"/>
                </a:cubicBezTo>
                <a:close/>
                <a:moveTo>
                  <a:pt x="2117103" y="703765"/>
                </a:moveTo>
                <a:cubicBezTo>
                  <a:pt x="2071348" y="703765"/>
                  <a:pt x="2034256" y="666370"/>
                  <a:pt x="2034256" y="620240"/>
                </a:cubicBezTo>
                <a:cubicBezTo>
                  <a:pt x="2034256" y="574111"/>
                  <a:pt x="2071348" y="536716"/>
                  <a:pt x="2117103" y="536716"/>
                </a:cubicBezTo>
                <a:cubicBezTo>
                  <a:pt x="2162858" y="536716"/>
                  <a:pt x="2199950" y="574111"/>
                  <a:pt x="2199950" y="620240"/>
                </a:cubicBezTo>
                <a:cubicBezTo>
                  <a:pt x="2199950" y="666370"/>
                  <a:pt x="2162858" y="703765"/>
                  <a:pt x="2117103" y="703765"/>
                </a:cubicBezTo>
                <a:close/>
                <a:moveTo>
                  <a:pt x="2374649" y="167907"/>
                </a:moveTo>
                <a:lnTo>
                  <a:pt x="2374649" y="429830"/>
                </a:lnTo>
                <a:cubicBezTo>
                  <a:pt x="2374649" y="437518"/>
                  <a:pt x="2368467" y="443751"/>
                  <a:pt x="2360841" y="443751"/>
                </a:cubicBezTo>
                <a:lnTo>
                  <a:pt x="2098806" y="443751"/>
                </a:lnTo>
                <a:lnTo>
                  <a:pt x="2071077" y="443751"/>
                </a:lnTo>
                <a:lnTo>
                  <a:pt x="2015645" y="443751"/>
                </a:lnTo>
                <a:cubicBezTo>
                  <a:pt x="2008019" y="443751"/>
                  <a:pt x="2001837" y="437518"/>
                  <a:pt x="2001837" y="429830"/>
                </a:cubicBezTo>
                <a:lnTo>
                  <a:pt x="2001837" y="408483"/>
                </a:lnTo>
                <a:lnTo>
                  <a:pt x="2001837" y="387136"/>
                </a:lnTo>
                <a:lnTo>
                  <a:pt x="2001837" y="344443"/>
                </a:lnTo>
                <a:lnTo>
                  <a:pt x="2001837" y="283664"/>
                </a:lnTo>
                <a:lnTo>
                  <a:pt x="2001837" y="167907"/>
                </a:lnTo>
                <a:cubicBezTo>
                  <a:pt x="2001837" y="160219"/>
                  <a:pt x="2008019" y="153987"/>
                  <a:pt x="2015645" y="153987"/>
                </a:cubicBezTo>
                <a:lnTo>
                  <a:pt x="2131514" y="153987"/>
                </a:lnTo>
                <a:lnTo>
                  <a:pt x="2192293" y="153987"/>
                </a:lnTo>
                <a:lnTo>
                  <a:pt x="2234987" y="153987"/>
                </a:lnTo>
                <a:lnTo>
                  <a:pt x="2256333" y="153987"/>
                </a:lnTo>
                <a:lnTo>
                  <a:pt x="2360841" y="153987"/>
                </a:lnTo>
                <a:cubicBezTo>
                  <a:pt x="2368467" y="153987"/>
                  <a:pt x="2374649" y="160219"/>
                  <a:pt x="2374649" y="167907"/>
                </a:cubicBezTo>
                <a:close/>
                <a:moveTo>
                  <a:pt x="2037558" y="789769"/>
                </a:moveTo>
                <a:lnTo>
                  <a:pt x="2062773" y="789769"/>
                </a:lnTo>
                <a:cubicBezTo>
                  <a:pt x="2078024" y="789769"/>
                  <a:pt x="2090388" y="802235"/>
                  <a:pt x="2090388" y="817611"/>
                </a:cubicBezTo>
                <a:lnTo>
                  <a:pt x="2090388" y="843165"/>
                </a:lnTo>
                <a:cubicBezTo>
                  <a:pt x="2090388" y="858541"/>
                  <a:pt x="2078024" y="871006"/>
                  <a:pt x="2062773" y="871006"/>
                </a:cubicBezTo>
                <a:lnTo>
                  <a:pt x="2037558" y="871006"/>
                </a:lnTo>
                <a:cubicBezTo>
                  <a:pt x="2022306" y="871006"/>
                  <a:pt x="2009942" y="858541"/>
                  <a:pt x="2009942" y="843165"/>
                </a:cubicBezTo>
                <a:lnTo>
                  <a:pt x="2009942" y="817611"/>
                </a:lnTo>
                <a:cubicBezTo>
                  <a:pt x="2009942" y="802235"/>
                  <a:pt x="2022306" y="789769"/>
                  <a:pt x="2037558" y="789769"/>
                </a:cubicBezTo>
                <a:close/>
                <a:moveTo>
                  <a:pt x="2175636" y="789769"/>
                </a:moveTo>
                <a:lnTo>
                  <a:pt x="2200851" y="789769"/>
                </a:lnTo>
                <a:cubicBezTo>
                  <a:pt x="2216103" y="789769"/>
                  <a:pt x="2228466" y="802235"/>
                  <a:pt x="2228466" y="817611"/>
                </a:cubicBezTo>
                <a:lnTo>
                  <a:pt x="2228466" y="843165"/>
                </a:lnTo>
                <a:cubicBezTo>
                  <a:pt x="2228466" y="858541"/>
                  <a:pt x="2216103" y="871006"/>
                  <a:pt x="2200851" y="871006"/>
                </a:cubicBezTo>
                <a:lnTo>
                  <a:pt x="2175636" y="871006"/>
                </a:lnTo>
                <a:cubicBezTo>
                  <a:pt x="2160384" y="871006"/>
                  <a:pt x="2148021" y="858541"/>
                  <a:pt x="2148021" y="843165"/>
                </a:cubicBezTo>
                <a:lnTo>
                  <a:pt x="2148021" y="817611"/>
                </a:lnTo>
                <a:cubicBezTo>
                  <a:pt x="2148021" y="802235"/>
                  <a:pt x="2160384" y="789769"/>
                  <a:pt x="2175636" y="789769"/>
                </a:cubicBezTo>
                <a:close/>
                <a:moveTo>
                  <a:pt x="2313715" y="789769"/>
                </a:moveTo>
                <a:lnTo>
                  <a:pt x="2338929" y="789769"/>
                </a:lnTo>
                <a:cubicBezTo>
                  <a:pt x="2354181" y="789769"/>
                  <a:pt x="2366545" y="802235"/>
                  <a:pt x="2366545" y="817611"/>
                </a:cubicBezTo>
                <a:lnTo>
                  <a:pt x="2366545" y="843165"/>
                </a:lnTo>
                <a:cubicBezTo>
                  <a:pt x="2366545" y="858541"/>
                  <a:pt x="2354181" y="871006"/>
                  <a:pt x="2338929" y="871006"/>
                </a:cubicBezTo>
                <a:lnTo>
                  <a:pt x="2313715" y="871006"/>
                </a:lnTo>
                <a:cubicBezTo>
                  <a:pt x="2298463" y="871006"/>
                  <a:pt x="2286099" y="858541"/>
                  <a:pt x="2286099" y="843165"/>
                </a:cubicBezTo>
                <a:lnTo>
                  <a:pt x="2286099" y="817611"/>
                </a:lnTo>
                <a:cubicBezTo>
                  <a:pt x="2286099" y="802235"/>
                  <a:pt x="2298463" y="789769"/>
                  <a:pt x="2313715" y="789769"/>
                </a:cubicBezTo>
                <a:close/>
                <a:moveTo>
                  <a:pt x="2037558" y="928978"/>
                </a:moveTo>
                <a:lnTo>
                  <a:pt x="2062773" y="928978"/>
                </a:lnTo>
                <a:cubicBezTo>
                  <a:pt x="2078024" y="928978"/>
                  <a:pt x="2090388" y="941443"/>
                  <a:pt x="2090388" y="956820"/>
                </a:cubicBezTo>
                <a:lnTo>
                  <a:pt x="2090388" y="982373"/>
                </a:lnTo>
                <a:cubicBezTo>
                  <a:pt x="2090388" y="997749"/>
                  <a:pt x="2078024" y="1010214"/>
                  <a:pt x="2062773" y="1010214"/>
                </a:cubicBezTo>
                <a:lnTo>
                  <a:pt x="2037558" y="1010214"/>
                </a:lnTo>
                <a:cubicBezTo>
                  <a:pt x="2022306" y="1010214"/>
                  <a:pt x="2009942" y="997749"/>
                  <a:pt x="2009942" y="982373"/>
                </a:cubicBezTo>
                <a:lnTo>
                  <a:pt x="2009942" y="956820"/>
                </a:lnTo>
                <a:cubicBezTo>
                  <a:pt x="2009942" y="941443"/>
                  <a:pt x="2022306" y="928978"/>
                  <a:pt x="2037558" y="928978"/>
                </a:cubicBezTo>
                <a:close/>
                <a:moveTo>
                  <a:pt x="2037558" y="1068187"/>
                </a:moveTo>
                <a:lnTo>
                  <a:pt x="2062773" y="1068187"/>
                </a:lnTo>
                <a:cubicBezTo>
                  <a:pt x="2078024" y="1068187"/>
                  <a:pt x="2090388" y="1080651"/>
                  <a:pt x="2090388" y="1096028"/>
                </a:cubicBezTo>
                <a:lnTo>
                  <a:pt x="2090388" y="1121581"/>
                </a:lnTo>
                <a:cubicBezTo>
                  <a:pt x="2090388" y="1136958"/>
                  <a:pt x="2078024" y="1149423"/>
                  <a:pt x="2062773" y="1149423"/>
                </a:cubicBezTo>
                <a:lnTo>
                  <a:pt x="2037558" y="1149423"/>
                </a:lnTo>
                <a:cubicBezTo>
                  <a:pt x="2022306" y="1149423"/>
                  <a:pt x="2009942" y="1136958"/>
                  <a:pt x="2009942" y="1121581"/>
                </a:cubicBezTo>
                <a:lnTo>
                  <a:pt x="2009942" y="1096028"/>
                </a:lnTo>
                <a:cubicBezTo>
                  <a:pt x="2009942" y="1080651"/>
                  <a:pt x="2022306" y="1068187"/>
                  <a:pt x="2037558" y="1068187"/>
                </a:cubicBezTo>
                <a:close/>
                <a:moveTo>
                  <a:pt x="2037558" y="1207395"/>
                </a:moveTo>
                <a:lnTo>
                  <a:pt x="2062773" y="1207395"/>
                </a:lnTo>
                <a:cubicBezTo>
                  <a:pt x="2078024" y="1207395"/>
                  <a:pt x="2090388" y="1219860"/>
                  <a:pt x="2090388" y="1235236"/>
                </a:cubicBezTo>
                <a:lnTo>
                  <a:pt x="2090388" y="1260790"/>
                </a:lnTo>
                <a:cubicBezTo>
                  <a:pt x="2090388" y="1276167"/>
                  <a:pt x="2078024" y="1288632"/>
                  <a:pt x="2062773" y="1288632"/>
                </a:cubicBezTo>
                <a:lnTo>
                  <a:pt x="2037558" y="1288632"/>
                </a:lnTo>
                <a:cubicBezTo>
                  <a:pt x="2022306" y="1288632"/>
                  <a:pt x="2009942" y="1276167"/>
                  <a:pt x="2009942" y="1260790"/>
                </a:cubicBezTo>
                <a:lnTo>
                  <a:pt x="2009942" y="1235236"/>
                </a:lnTo>
                <a:cubicBezTo>
                  <a:pt x="2009942" y="1219860"/>
                  <a:pt x="2022306" y="1207395"/>
                  <a:pt x="2037558" y="1207395"/>
                </a:cubicBezTo>
                <a:close/>
                <a:moveTo>
                  <a:pt x="2175636" y="928978"/>
                </a:moveTo>
                <a:lnTo>
                  <a:pt x="2200851" y="928978"/>
                </a:lnTo>
                <a:cubicBezTo>
                  <a:pt x="2216103" y="928978"/>
                  <a:pt x="2228466" y="941443"/>
                  <a:pt x="2228466" y="956820"/>
                </a:cubicBezTo>
                <a:lnTo>
                  <a:pt x="2228466" y="982373"/>
                </a:lnTo>
                <a:cubicBezTo>
                  <a:pt x="2228466" y="997749"/>
                  <a:pt x="2216103" y="1010214"/>
                  <a:pt x="2200851" y="1010214"/>
                </a:cubicBezTo>
                <a:lnTo>
                  <a:pt x="2175636" y="1010214"/>
                </a:lnTo>
                <a:cubicBezTo>
                  <a:pt x="2160384" y="1010214"/>
                  <a:pt x="2148021" y="997749"/>
                  <a:pt x="2148021" y="982373"/>
                </a:cubicBezTo>
                <a:lnTo>
                  <a:pt x="2148021" y="956820"/>
                </a:lnTo>
                <a:cubicBezTo>
                  <a:pt x="2148021" y="941443"/>
                  <a:pt x="2160384" y="928978"/>
                  <a:pt x="2175636" y="928978"/>
                </a:cubicBezTo>
                <a:close/>
                <a:moveTo>
                  <a:pt x="2175636" y="1068187"/>
                </a:moveTo>
                <a:lnTo>
                  <a:pt x="2200851" y="1068187"/>
                </a:lnTo>
                <a:cubicBezTo>
                  <a:pt x="2216103" y="1068187"/>
                  <a:pt x="2228466" y="1080651"/>
                  <a:pt x="2228466" y="1096028"/>
                </a:cubicBezTo>
                <a:lnTo>
                  <a:pt x="2228466" y="1121581"/>
                </a:lnTo>
                <a:cubicBezTo>
                  <a:pt x="2228466" y="1136958"/>
                  <a:pt x="2216103" y="1149423"/>
                  <a:pt x="2200851" y="1149423"/>
                </a:cubicBezTo>
                <a:lnTo>
                  <a:pt x="2175636" y="1149423"/>
                </a:lnTo>
                <a:cubicBezTo>
                  <a:pt x="2160384" y="1149423"/>
                  <a:pt x="2148021" y="1136958"/>
                  <a:pt x="2148021" y="1121581"/>
                </a:cubicBezTo>
                <a:lnTo>
                  <a:pt x="2148021" y="1096028"/>
                </a:lnTo>
                <a:cubicBezTo>
                  <a:pt x="2148021" y="1080651"/>
                  <a:pt x="2160384" y="1068187"/>
                  <a:pt x="2175636" y="1068187"/>
                </a:cubicBezTo>
                <a:close/>
                <a:moveTo>
                  <a:pt x="2175636" y="1207395"/>
                </a:moveTo>
                <a:lnTo>
                  <a:pt x="2200851" y="1207395"/>
                </a:lnTo>
                <a:cubicBezTo>
                  <a:pt x="2216103" y="1207395"/>
                  <a:pt x="2228466" y="1219860"/>
                  <a:pt x="2228466" y="1235236"/>
                </a:cubicBezTo>
                <a:lnTo>
                  <a:pt x="2228466" y="1260790"/>
                </a:lnTo>
                <a:cubicBezTo>
                  <a:pt x="2228466" y="1276167"/>
                  <a:pt x="2216103" y="1288632"/>
                  <a:pt x="2200851" y="1288632"/>
                </a:cubicBezTo>
                <a:lnTo>
                  <a:pt x="2175636" y="1288632"/>
                </a:lnTo>
                <a:cubicBezTo>
                  <a:pt x="2160384" y="1288632"/>
                  <a:pt x="2148021" y="1276167"/>
                  <a:pt x="2148021" y="1260790"/>
                </a:cubicBezTo>
                <a:lnTo>
                  <a:pt x="2148021" y="1235236"/>
                </a:lnTo>
                <a:cubicBezTo>
                  <a:pt x="2148021" y="1219860"/>
                  <a:pt x="2160384" y="1207395"/>
                  <a:pt x="2175636" y="1207395"/>
                </a:cubicBezTo>
                <a:close/>
                <a:moveTo>
                  <a:pt x="2313715" y="928978"/>
                </a:moveTo>
                <a:lnTo>
                  <a:pt x="2338929" y="928978"/>
                </a:lnTo>
                <a:cubicBezTo>
                  <a:pt x="2354181" y="928978"/>
                  <a:pt x="2366545" y="941443"/>
                  <a:pt x="2366545" y="956820"/>
                </a:cubicBezTo>
                <a:lnTo>
                  <a:pt x="2366545" y="982373"/>
                </a:lnTo>
                <a:cubicBezTo>
                  <a:pt x="2366545" y="997749"/>
                  <a:pt x="2354181" y="1010214"/>
                  <a:pt x="2338929" y="1010214"/>
                </a:cubicBezTo>
                <a:lnTo>
                  <a:pt x="2313715" y="1010214"/>
                </a:lnTo>
                <a:cubicBezTo>
                  <a:pt x="2298463" y="1010214"/>
                  <a:pt x="2286099" y="997749"/>
                  <a:pt x="2286099" y="982373"/>
                </a:cubicBezTo>
                <a:lnTo>
                  <a:pt x="2286099" y="956820"/>
                </a:lnTo>
                <a:cubicBezTo>
                  <a:pt x="2286099" y="941443"/>
                  <a:pt x="2298463" y="928978"/>
                  <a:pt x="2313715" y="928978"/>
                </a:cubicBezTo>
                <a:close/>
                <a:moveTo>
                  <a:pt x="2313715" y="1068187"/>
                </a:moveTo>
                <a:lnTo>
                  <a:pt x="2338929" y="1068187"/>
                </a:lnTo>
                <a:cubicBezTo>
                  <a:pt x="2354181" y="1068187"/>
                  <a:pt x="2366545" y="1080651"/>
                  <a:pt x="2366545" y="1096028"/>
                </a:cubicBezTo>
                <a:lnTo>
                  <a:pt x="2366545" y="1121581"/>
                </a:lnTo>
                <a:cubicBezTo>
                  <a:pt x="2366545" y="1136958"/>
                  <a:pt x="2354181" y="1149423"/>
                  <a:pt x="2338929" y="1149423"/>
                </a:cubicBezTo>
                <a:lnTo>
                  <a:pt x="2313715" y="1149423"/>
                </a:lnTo>
                <a:cubicBezTo>
                  <a:pt x="2298463" y="1149423"/>
                  <a:pt x="2286099" y="1136958"/>
                  <a:pt x="2286099" y="1121581"/>
                </a:cubicBezTo>
                <a:lnTo>
                  <a:pt x="2286099" y="1096028"/>
                </a:lnTo>
                <a:cubicBezTo>
                  <a:pt x="2286099" y="1080651"/>
                  <a:pt x="2298463" y="1068187"/>
                  <a:pt x="2313715" y="1068187"/>
                </a:cubicBezTo>
                <a:close/>
                <a:moveTo>
                  <a:pt x="2313715" y="1207395"/>
                </a:moveTo>
                <a:lnTo>
                  <a:pt x="2338929" y="1207395"/>
                </a:lnTo>
                <a:cubicBezTo>
                  <a:pt x="2354181" y="1207395"/>
                  <a:pt x="2366545" y="1219860"/>
                  <a:pt x="2366545" y="1235236"/>
                </a:cubicBezTo>
                <a:lnTo>
                  <a:pt x="2366545" y="1260790"/>
                </a:lnTo>
                <a:cubicBezTo>
                  <a:pt x="2366545" y="1276167"/>
                  <a:pt x="2354181" y="1288632"/>
                  <a:pt x="2338929" y="1288632"/>
                </a:cubicBezTo>
                <a:lnTo>
                  <a:pt x="2313715" y="1288632"/>
                </a:lnTo>
                <a:cubicBezTo>
                  <a:pt x="2298463" y="1288632"/>
                  <a:pt x="2286099" y="1276167"/>
                  <a:pt x="2286099" y="1260790"/>
                </a:cubicBezTo>
                <a:lnTo>
                  <a:pt x="2286099" y="1235236"/>
                </a:lnTo>
                <a:cubicBezTo>
                  <a:pt x="2286099" y="1219860"/>
                  <a:pt x="2298463" y="1207395"/>
                  <a:pt x="2313715" y="1207395"/>
                </a:cubicBezTo>
                <a:close/>
                <a:moveTo>
                  <a:pt x="2301408" y="512402"/>
                </a:moveTo>
                <a:lnTo>
                  <a:pt x="2347034" y="512402"/>
                </a:lnTo>
                <a:cubicBezTo>
                  <a:pt x="2362286" y="512402"/>
                  <a:pt x="2374649" y="532971"/>
                  <a:pt x="2374649" y="548347"/>
                </a:cubicBezTo>
                <a:lnTo>
                  <a:pt x="2374649" y="686507"/>
                </a:lnTo>
                <a:cubicBezTo>
                  <a:pt x="2374649" y="701883"/>
                  <a:pt x="2362286" y="714349"/>
                  <a:pt x="2347034" y="714349"/>
                </a:cubicBezTo>
                <a:lnTo>
                  <a:pt x="2301408" y="714349"/>
                </a:lnTo>
                <a:cubicBezTo>
                  <a:pt x="2286157" y="714349"/>
                  <a:pt x="2273792" y="701883"/>
                  <a:pt x="2273792" y="686507"/>
                </a:cubicBezTo>
                <a:lnTo>
                  <a:pt x="2273792" y="548347"/>
                </a:lnTo>
                <a:cubicBezTo>
                  <a:pt x="2273792" y="532971"/>
                  <a:pt x="2286157" y="512402"/>
                  <a:pt x="2301408" y="512402"/>
                </a:cubicBezTo>
                <a:close/>
                <a:moveTo>
                  <a:pt x="2199950" y="620240"/>
                </a:moveTo>
                <a:cubicBezTo>
                  <a:pt x="2199950" y="666370"/>
                  <a:pt x="2162858" y="703765"/>
                  <a:pt x="2117103" y="703765"/>
                </a:cubicBezTo>
                <a:cubicBezTo>
                  <a:pt x="2071348" y="703765"/>
                  <a:pt x="2034256" y="666370"/>
                  <a:pt x="2034256" y="620240"/>
                </a:cubicBezTo>
                <a:cubicBezTo>
                  <a:pt x="2034256" y="574111"/>
                  <a:pt x="2071348" y="536716"/>
                  <a:pt x="2117103" y="536716"/>
                </a:cubicBezTo>
                <a:cubicBezTo>
                  <a:pt x="2162858" y="536716"/>
                  <a:pt x="2199950" y="574111"/>
                  <a:pt x="2199950" y="620240"/>
                </a:cubicBezTo>
                <a:close/>
                <a:moveTo>
                  <a:pt x="2360841" y="153987"/>
                </a:moveTo>
                <a:cubicBezTo>
                  <a:pt x="2368467" y="153987"/>
                  <a:pt x="2374649" y="160219"/>
                  <a:pt x="2374649" y="167907"/>
                </a:cubicBezTo>
                <a:lnTo>
                  <a:pt x="2374649" y="429830"/>
                </a:lnTo>
                <a:cubicBezTo>
                  <a:pt x="2374649" y="437518"/>
                  <a:pt x="2368467" y="443751"/>
                  <a:pt x="2360841" y="443751"/>
                </a:cubicBezTo>
                <a:lnTo>
                  <a:pt x="2098806" y="443751"/>
                </a:lnTo>
                <a:lnTo>
                  <a:pt x="2071077" y="443751"/>
                </a:lnTo>
                <a:lnTo>
                  <a:pt x="2015645" y="443751"/>
                </a:lnTo>
                <a:cubicBezTo>
                  <a:pt x="2008019" y="443751"/>
                  <a:pt x="2001837" y="437518"/>
                  <a:pt x="2001837" y="429830"/>
                </a:cubicBezTo>
                <a:lnTo>
                  <a:pt x="2001837" y="408483"/>
                </a:lnTo>
                <a:lnTo>
                  <a:pt x="2001837" y="387136"/>
                </a:lnTo>
                <a:lnTo>
                  <a:pt x="2001837" y="344443"/>
                </a:lnTo>
                <a:lnTo>
                  <a:pt x="2001837" y="283664"/>
                </a:lnTo>
                <a:lnTo>
                  <a:pt x="2001837" y="167907"/>
                </a:lnTo>
                <a:cubicBezTo>
                  <a:pt x="2001837" y="160219"/>
                  <a:pt x="2008019" y="153987"/>
                  <a:pt x="2015645" y="153987"/>
                </a:cubicBezTo>
                <a:lnTo>
                  <a:pt x="2131514" y="153987"/>
                </a:lnTo>
                <a:lnTo>
                  <a:pt x="2192293" y="153987"/>
                </a:lnTo>
                <a:lnTo>
                  <a:pt x="2234987" y="153987"/>
                </a:lnTo>
                <a:lnTo>
                  <a:pt x="2256333" y="153987"/>
                </a:lnTo>
                <a:close/>
                <a:moveTo>
                  <a:pt x="2098806" y="443751"/>
                </a:moveTo>
                <a:lnTo>
                  <a:pt x="2374649" y="167907"/>
                </a:lnTo>
                <a:moveTo>
                  <a:pt x="2192293" y="153987"/>
                </a:moveTo>
                <a:lnTo>
                  <a:pt x="2001837" y="344443"/>
                </a:lnTo>
                <a:moveTo>
                  <a:pt x="2001837" y="283664"/>
                </a:moveTo>
                <a:lnTo>
                  <a:pt x="2131514" y="153987"/>
                </a:lnTo>
                <a:moveTo>
                  <a:pt x="2001837" y="408483"/>
                </a:moveTo>
                <a:lnTo>
                  <a:pt x="2256333" y="153987"/>
                </a:lnTo>
                <a:moveTo>
                  <a:pt x="1977523" y="1838126"/>
                </a:moveTo>
                <a:lnTo>
                  <a:pt x="2131517" y="1838126"/>
                </a:lnTo>
                <a:lnTo>
                  <a:pt x="2398964" y="1838126"/>
                </a:lnTo>
                <a:cubicBezTo>
                  <a:pt x="2407183" y="1838126"/>
                  <a:pt x="2414688" y="1841184"/>
                  <a:pt x="2420403" y="1846226"/>
                </a:cubicBezTo>
                <a:cubicBezTo>
                  <a:pt x="2427135" y="1852167"/>
                  <a:pt x="2431382" y="1860860"/>
                  <a:pt x="2431382" y="1870544"/>
                </a:cubicBezTo>
                <a:lnTo>
                  <a:pt x="2431382" y="2227147"/>
                </a:lnTo>
                <a:lnTo>
                  <a:pt x="2431382" y="2389239"/>
                </a:lnTo>
                <a:cubicBezTo>
                  <a:pt x="2431382" y="2407143"/>
                  <a:pt x="2416868" y="2421657"/>
                  <a:pt x="2398964" y="2421657"/>
                </a:cubicBezTo>
                <a:lnTo>
                  <a:pt x="1977523" y="2421657"/>
                </a:lnTo>
                <a:cubicBezTo>
                  <a:pt x="1959619" y="2421657"/>
                  <a:pt x="1945105" y="2407143"/>
                  <a:pt x="1945105" y="2389239"/>
                </a:cubicBezTo>
                <a:lnTo>
                  <a:pt x="1945105" y="2227147"/>
                </a:lnTo>
                <a:lnTo>
                  <a:pt x="1945105" y="1870544"/>
                </a:lnTo>
                <a:cubicBezTo>
                  <a:pt x="1945105" y="1860860"/>
                  <a:pt x="1949352" y="1852167"/>
                  <a:pt x="1956084" y="1846226"/>
                </a:cubicBezTo>
                <a:cubicBezTo>
                  <a:pt x="1961799" y="1841184"/>
                  <a:pt x="1969304" y="1838126"/>
                  <a:pt x="1977523" y="1838126"/>
                </a:cubicBezTo>
                <a:close/>
                <a:moveTo>
                  <a:pt x="1977523" y="1838126"/>
                </a:moveTo>
                <a:cubicBezTo>
                  <a:pt x="1969304" y="1838126"/>
                  <a:pt x="1961799" y="1841184"/>
                  <a:pt x="1956084" y="1846226"/>
                </a:cubicBezTo>
                <a:cubicBezTo>
                  <a:pt x="1949352" y="1852167"/>
                  <a:pt x="1945105" y="1860860"/>
                  <a:pt x="1945105" y="1870544"/>
                </a:cubicBezTo>
                <a:lnTo>
                  <a:pt x="1945105" y="2227147"/>
                </a:lnTo>
                <a:lnTo>
                  <a:pt x="1945105" y="2389239"/>
                </a:lnTo>
                <a:cubicBezTo>
                  <a:pt x="1945105" y="2407143"/>
                  <a:pt x="1959619" y="2421657"/>
                  <a:pt x="1977523" y="2421657"/>
                </a:cubicBezTo>
                <a:lnTo>
                  <a:pt x="2398964" y="2421657"/>
                </a:lnTo>
                <a:cubicBezTo>
                  <a:pt x="2416868" y="2421657"/>
                  <a:pt x="2431382" y="2407143"/>
                  <a:pt x="2431382" y="2389239"/>
                </a:cubicBezTo>
                <a:lnTo>
                  <a:pt x="2431382" y="2227147"/>
                </a:lnTo>
                <a:lnTo>
                  <a:pt x="2431382" y="1870544"/>
                </a:lnTo>
                <a:cubicBezTo>
                  <a:pt x="2431382" y="1860860"/>
                  <a:pt x="2427135" y="1852167"/>
                  <a:pt x="2420403" y="1846226"/>
                </a:cubicBezTo>
                <a:cubicBezTo>
                  <a:pt x="2414688" y="1841184"/>
                  <a:pt x="2407183" y="1838126"/>
                  <a:pt x="2398964" y="1838126"/>
                </a:cubicBezTo>
                <a:lnTo>
                  <a:pt x="2131517" y="1838126"/>
                </a:lnTo>
                <a:close/>
                <a:moveTo>
                  <a:pt x="1977523" y="1838126"/>
                </a:moveTo>
                <a:cubicBezTo>
                  <a:pt x="1969304" y="1838126"/>
                  <a:pt x="1961799" y="1841184"/>
                  <a:pt x="1956084" y="1846226"/>
                </a:cubicBezTo>
                <a:cubicBezTo>
                  <a:pt x="1949352" y="1852167"/>
                  <a:pt x="1945105" y="1860860"/>
                  <a:pt x="1945105" y="1870544"/>
                </a:cubicBezTo>
                <a:lnTo>
                  <a:pt x="1945105" y="2227147"/>
                </a:lnTo>
                <a:lnTo>
                  <a:pt x="1945105" y="2389239"/>
                </a:lnTo>
                <a:cubicBezTo>
                  <a:pt x="1945105" y="2407143"/>
                  <a:pt x="1959619" y="2421657"/>
                  <a:pt x="1977523" y="2421657"/>
                </a:cubicBezTo>
                <a:lnTo>
                  <a:pt x="2398964" y="2421657"/>
                </a:lnTo>
                <a:cubicBezTo>
                  <a:pt x="2416868" y="2421657"/>
                  <a:pt x="2431382" y="2407143"/>
                  <a:pt x="2431382" y="2389239"/>
                </a:cubicBezTo>
                <a:lnTo>
                  <a:pt x="2431382" y="2227147"/>
                </a:lnTo>
                <a:lnTo>
                  <a:pt x="2431382" y="1870544"/>
                </a:lnTo>
                <a:cubicBezTo>
                  <a:pt x="2431382" y="1860860"/>
                  <a:pt x="2427135" y="1852167"/>
                  <a:pt x="2420403" y="1846226"/>
                </a:cubicBezTo>
                <a:cubicBezTo>
                  <a:pt x="2414688" y="1841184"/>
                  <a:pt x="2407183" y="1838126"/>
                  <a:pt x="2398964" y="1838126"/>
                </a:cubicBezTo>
                <a:lnTo>
                  <a:pt x="2131517" y="1838126"/>
                </a:lnTo>
                <a:close/>
                <a:moveTo>
                  <a:pt x="2420403" y="1846226"/>
                </a:moveTo>
                <a:cubicBezTo>
                  <a:pt x="2414688" y="1841184"/>
                  <a:pt x="2407183" y="1838126"/>
                  <a:pt x="2398964" y="1838126"/>
                </a:cubicBezTo>
                <a:lnTo>
                  <a:pt x="2131517" y="1838126"/>
                </a:lnTo>
                <a:lnTo>
                  <a:pt x="1977523" y="1838126"/>
                </a:lnTo>
                <a:cubicBezTo>
                  <a:pt x="1969304" y="1838126"/>
                  <a:pt x="1961799" y="1841184"/>
                  <a:pt x="1956084" y="1846226"/>
                </a:cubicBezTo>
                <a:cubicBezTo>
                  <a:pt x="1949352" y="1852167"/>
                  <a:pt x="1945105" y="1860860"/>
                  <a:pt x="1945105" y="1870544"/>
                </a:cubicBezTo>
                <a:lnTo>
                  <a:pt x="1945105" y="2227147"/>
                </a:lnTo>
                <a:lnTo>
                  <a:pt x="1945105" y="2389239"/>
                </a:lnTo>
                <a:cubicBezTo>
                  <a:pt x="1945105" y="2407143"/>
                  <a:pt x="1959619" y="2421657"/>
                  <a:pt x="1977523" y="2421657"/>
                </a:cubicBezTo>
                <a:lnTo>
                  <a:pt x="2398964" y="2421657"/>
                </a:lnTo>
                <a:cubicBezTo>
                  <a:pt x="2416868" y="2421657"/>
                  <a:pt x="2431382" y="2407143"/>
                  <a:pt x="2431382" y="2389239"/>
                </a:cubicBezTo>
                <a:lnTo>
                  <a:pt x="2431382" y="2227147"/>
                </a:lnTo>
                <a:lnTo>
                  <a:pt x="2431382" y="1870544"/>
                </a:lnTo>
                <a:cubicBezTo>
                  <a:pt x="2431382" y="1860860"/>
                  <a:pt x="2427135" y="1852167"/>
                  <a:pt x="2420403" y="1846226"/>
                </a:cubicBezTo>
                <a:close/>
                <a:moveTo>
                  <a:pt x="2314092" y="1935381"/>
                </a:moveTo>
                <a:lnTo>
                  <a:pt x="2062396" y="1935381"/>
                </a:lnTo>
                <a:moveTo>
                  <a:pt x="2062396" y="2227147"/>
                </a:moveTo>
                <a:lnTo>
                  <a:pt x="2062396" y="1935381"/>
                </a:lnTo>
                <a:moveTo>
                  <a:pt x="2062396" y="1935381"/>
                </a:moveTo>
                <a:lnTo>
                  <a:pt x="1956084" y="1846226"/>
                </a:lnTo>
                <a:moveTo>
                  <a:pt x="2314092" y="2227147"/>
                </a:moveTo>
                <a:lnTo>
                  <a:pt x="2314092" y="1935381"/>
                </a:lnTo>
                <a:moveTo>
                  <a:pt x="2420403" y="1846226"/>
                </a:moveTo>
                <a:lnTo>
                  <a:pt x="2314092" y="1935381"/>
                </a:lnTo>
                <a:moveTo>
                  <a:pt x="2062396" y="2227147"/>
                </a:moveTo>
                <a:lnTo>
                  <a:pt x="1945105" y="2227147"/>
                </a:lnTo>
                <a:moveTo>
                  <a:pt x="2314092" y="2227147"/>
                </a:moveTo>
                <a:lnTo>
                  <a:pt x="2062396" y="2227147"/>
                </a:lnTo>
                <a:moveTo>
                  <a:pt x="2431382" y="2227147"/>
                </a:moveTo>
                <a:lnTo>
                  <a:pt x="2314092" y="2227147"/>
                </a:lnTo>
                <a:moveTo>
                  <a:pt x="194512" y="2567540"/>
                </a:moveTo>
                <a:cubicBezTo>
                  <a:pt x="194512" y="2540684"/>
                  <a:pt x="216284" y="2518912"/>
                  <a:pt x="243140" y="2518912"/>
                </a:cubicBezTo>
                <a:lnTo>
                  <a:pt x="2382756" y="2518912"/>
                </a:lnTo>
                <a:cubicBezTo>
                  <a:pt x="2409612" y="2518912"/>
                  <a:pt x="2431384" y="2540684"/>
                  <a:pt x="2431384" y="2567540"/>
                </a:cubicBezTo>
                <a:lnTo>
                  <a:pt x="2431384" y="2616168"/>
                </a:lnTo>
                <a:lnTo>
                  <a:pt x="2431384" y="2664795"/>
                </a:lnTo>
                <a:lnTo>
                  <a:pt x="2431384" y="2713423"/>
                </a:lnTo>
                <a:lnTo>
                  <a:pt x="2431384" y="2762051"/>
                </a:lnTo>
                <a:cubicBezTo>
                  <a:pt x="2431384" y="2788907"/>
                  <a:pt x="2409612" y="2810678"/>
                  <a:pt x="2382756" y="2810678"/>
                </a:cubicBezTo>
                <a:lnTo>
                  <a:pt x="243140" y="2810678"/>
                </a:lnTo>
                <a:cubicBezTo>
                  <a:pt x="216284" y="2810678"/>
                  <a:pt x="194512" y="2788907"/>
                  <a:pt x="194512" y="2762051"/>
                </a:cubicBezTo>
                <a:lnTo>
                  <a:pt x="194512" y="2713423"/>
                </a:lnTo>
                <a:lnTo>
                  <a:pt x="194512" y="2664795"/>
                </a:lnTo>
                <a:lnTo>
                  <a:pt x="194512" y="2616168"/>
                </a:lnTo>
                <a:close/>
                <a:moveTo>
                  <a:pt x="194512" y="2616168"/>
                </a:moveTo>
                <a:lnTo>
                  <a:pt x="2431384" y="2616168"/>
                </a:lnTo>
                <a:moveTo>
                  <a:pt x="194512" y="2713423"/>
                </a:moveTo>
                <a:lnTo>
                  <a:pt x="2431384" y="2713423"/>
                </a:lnTo>
                <a:moveTo>
                  <a:pt x="194512" y="2762051"/>
                </a:moveTo>
                <a:lnTo>
                  <a:pt x="2431384" y="2762051"/>
                </a:lnTo>
                <a:moveTo>
                  <a:pt x="486276" y="2907934"/>
                </a:moveTo>
                <a:lnTo>
                  <a:pt x="291765" y="2907934"/>
                </a:lnTo>
                <a:moveTo>
                  <a:pt x="2334126" y="2907934"/>
                </a:moveTo>
                <a:lnTo>
                  <a:pt x="2139616" y="2907934"/>
                </a:lnTo>
                <a:moveTo>
                  <a:pt x="0" y="3005192"/>
                </a:moveTo>
                <a:lnTo>
                  <a:pt x="2625892" y="3005192"/>
                </a:lnTo>
                <a:moveTo>
                  <a:pt x="194512" y="2567540"/>
                </a:moveTo>
                <a:lnTo>
                  <a:pt x="2431384" y="2567540"/>
                </a:lnTo>
                <a:moveTo>
                  <a:pt x="194512" y="2664795"/>
                </a:moveTo>
                <a:lnTo>
                  <a:pt x="2431384" y="2664795"/>
                </a:lnTo>
              </a:path>
            </a:pathLst>
          </a:custGeom>
          <a:noFill/>
          <a:ln w="24317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3888" y="2942372"/>
            <a:ext cx="1653339" cy="583530"/>
          </a:xfrm>
          <a:custGeom>
            <a:avLst/>
            <a:gdLst/>
            <a:ahLst/>
            <a:cxnLst/>
            <a:rect l="0" t="0" r="0" b="0"/>
            <a:pathLst>
              <a:path w="1653339" h="583530">
                <a:moveTo>
                  <a:pt x="0" y="583530"/>
                </a:moveTo>
                <a:lnTo>
                  <a:pt x="0" y="0"/>
                </a:lnTo>
                <a:lnTo>
                  <a:pt x="1653339" y="0"/>
                </a:lnTo>
                <a:lnTo>
                  <a:pt x="1653339" y="583530"/>
                </a:lnTo>
                <a:lnTo>
                  <a:pt x="0" y="583530"/>
                </a:lnTo>
              </a:path>
            </a:pathLst>
          </a:custGeom>
          <a:solidFill>
            <a:srgbClr val="E49B0F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43888" y="2942371"/>
            <a:ext cx="1653339" cy="583531"/>
          </a:xfrm>
          <a:custGeom>
            <a:avLst/>
            <a:gdLst/>
            <a:ahLst/>
            <a:cxnLst/>
            <a:rect l="0" t="0" r="0" b="0"/>
            <a:pathLst>
              <a:path w="1653339" h="583531">
                <a:moveTo>
                  <a:pt x="664577" y="97255"/>
                </a:moveTo>
                <a:lnTo>
                  <a:pt x="988761" y="97255"/>
                </a:lnTo>
                <a:cubicBezTo>
                  <a:pt x="1006665" y="97255"/>
                  <a:pt x="1021180" y="111768"/>
                  <a:pt x="1021180" y="129673"/>
                </a:cubicBezTo>
                <a:lnTo>
                  <a:pt x="1021180" y="194510"/>
                </a:lnTo>
                <a:lnTo>
                  <a:pt x="1434515" y="194510"/>
                </a:lnTo>
                <a:lnTo>
                  <a:pt x="1653339" y="0"/>
                </a:lnTo>
                <a:lnTo>
                  <a:pt x="0" y="0"/>
                </a:lnTo>
                <a:lnTo>
                  <a:pt x="218824" y="194510"/>
                </a:lnTo>
                <a:lnTo>
                  <a:pt x="632159" y="194510"/>
                </a:lnTo>
                <a:lnTo>
                  <a:pt x="632159" y="129673"/>
                </a:lnTo>
                <a:cubicBezTo>
                  <a:pt x="632159" y="111768"/>
                  <a:pt x="646673" y="97255"/>
                  <a:pt x="664577" y="97255"/>
                </a:cubicBezTo>
                <a:close/>
                <a:moveTo>
                  <a:pt x="632159" y="583531"/>
                </a:moveTo>
                <a:lnTo>
                  <a:pt x="1021180" y="583531"/>
                </a:lnTo>
                <a:moveTo>
                  <a:pt x="632159" y="583531"/>
                </a:moveTo>
                <a:lnTo>
                  <a:pt x="218824" y="583531"/>
                </a:lnTo>
                <a:moveTo>
                  <a:pt x="632159" y="583531"/>
                </a:moveTo>
                <a:lnTo>
                  <a:pt x="632159" y="194510"/>
                </a:lnTo>
                <a:moveTo>
                  <a:pt x="1021180" y="583531"/>
                </a:moveTo>
                <a:lnTo>
                  <a:pt x="1021180" y="486276"/>
                </a:lnTo>
                <a:moveTo>
                  <a:pt x="1021180" y="583531"/>
                </a:moveTo>
                <a:lnTo>
                  <a:pt x="1434515" y="583531"/>
                </a:lnTo>
                <a:moveTo>
                  <a:pt x="0" y="486276"/>
                </a:moveTo>
                <a:lnTo>
                  <a:pt x="0" y="583531"/>
                </a:lnTo>
                <a:lnTo>
                  <a:pt x="218824" y="583531"/>
                </a:lnTo>
                <a:moveTo>
                  <a:pt x="1434515" y="583531"/>
                </a:moveTo>
                <a:lnTo>
                  <a:pt x="1653339" y="583531"/>
                </a:lnTo>
                <a:lnTo>
                  <a:pt x="1653339" y="0"/>
                </a:lnTo>
                <a:moveTo>
                  <a:pt x="1434515" y="194510"/>
                </a:moveTo>
                <a:lnTo>
                  <a:pt x="1434515" y="583531"/>
                </a:lnTo>
                <a:moveTo>
                  <a:pt x="218824" y="486276"/>
                </a:moveTo>
                <a:lnTo>
                  <a:pt x="218824" y="583531"/>
                </a:lnTo>
                <a:moveTo>
                  <a:pt x="1021180" y="482386"/>
                </a:moveTo>
                <a:lnTo>
                  <a:pt x="1021180" y="194510"/>
                </a:lnTo>
                <a:moveTo>
                  <a:pt x="218824" y="482386"/>
                </a:moveTo>
                <a:lnTo>
                  <a:pt x="218824" y="194510"/>
                </a:lnTo>
                <a:moveTo>
                  <a:pt x="0" y="482386"/>
                </a:moveTo>
                <a:lnTo>
                  <a:pt x="0" y="0"/>
                </a:lnTo>
              </a:path>
            </a:pathLst>
          </a:custGeom>
          <a:noFill/>
          <a:ln w="24317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43888" y="2261585"/>
            <a:ext cx="1653339" cy="583530"/>
          </a:xfrm>
          <a:custGeom>
            <a:avLst/>
            <a:gdLst/>
            <a:ahLst/>
            <a:cxnLst/>
            <a:rect l="0" t="0" r="0" b="0"/>
            <a:pathLst>
              <a:path w="1653339" h="583530">
                <a:moveTo>
                  <a:pt x="0" y="583530"/>
                </a:moveTo>
                <a:lnTo>
                  <a:pt x="0" y="0"/>
                </a:lnTo>
                <a:lnTo>
                  <a:pt x="1653339" y="0"/>
                </a:lnTo>
                <a:lnTo>
                  <a:pt x="1653339" y="583530"/>
                </a:lnTo>
                <a:lnTo>
                  <a:pt x="0" y="583530"/>
                </a:lnTo>
              </a:path>
            </a:pathLst>
          </a:custGeom>
          <a:solidFill>
            <a:srgbClr val="569C6E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43888" y="2261585"/>
            <a:ext cx="1653339" cy="583531"/>
          </a:xfrm>
          <a:custGeom>
            <a:avLst/>
            <a:gdLst/>
            <a:ahLst/>
            <a:cxnLst/>
            <a:rect l="0" t="0" r="0" b="0"/>
            <a:pathLst>
              <a:path w="1653339" h="583531">
                <a:moveTo>
                  <a:pt x="1150853" y="97255"/>
                </a:moveTo>
                <a:lnTo>
                  <a:pt x="1475038" y="97255"/>
                </a:lnTo>
                <a:cubicBezTo>
                  <a:pt x="1492942" y="97255"/>
                  <a:pt x="1507456" y="111768"/>
                  <a:pt x="1507456" y="129673"/>
                </a:cubicBezTo>
                <a:lnTo>
                  <a:pt x="1653339" y="0"/>
                </a:lnTo>
                <a:lnTo>
                  <a:pt x="0" y="0"/>
                </a:lnTo>
                <a:lnTo>
                  <a:pt x="218824" y="194510"/>
                </a:lnTo>
                <a:lnTo>
                  <a:pt x="1118435" y="194510"/>
                </a:lnTo>
                <a:lnTo>
                  <a:pt x="1118435" y="129673"/>
                </a:lnTo>
                <a:cubicBezTo>
                  <a:pt x="1118435" y="111768"/>
                  <a:pt x="1132949" y="97255"/>
                  <a:pt x="1150853" y="97255"/>
                </a:cubicBezTo>
                <a:close/>
                <a:moveTo>
                  <a:pt x="1507456" y="583531"/>
                </a:moveTo>
                <a:lnTo>
                  <a:pt x="1118435" y="583531"/>
                </a:lnTo>
                <a:moveTo>
                  <a:pt x="1507456" y="583531"/>
                </a:moveTo>
                <a:lnTo>
                  <a:pt x="1653339" y="583531"/>
                </a:lnTo>
                <a:lnTo>
                  <a:pt x="1653339" y="0"/>
                </a:lnTo>
                <a:moveTo>
                  <a:pt x="1507456" y="129673"/>
                </a:moveTo>
                <a:lnTo>
                  <a:pt x="1507456" y="583531"/>
                </a:lnTo>
                <a:moveTo>
                  <a:pt x="1118435" y="583531"/>
                </a:moveTo>
                <a:lnTo>
                  <a:pt x="218824" y="583531"/>
                </a:lnTo>
                <a:moveTo>
                  <a:pt x="1118435" y="583531"/>
                </a:moveTo>
                <a:lnTo>
                  <a:pt x="1118435" y="194510"/>
                </a:lnTo>
                <a:moveTo>
                  <a:pt x="218824" y="583531"/>
                </a:moveTo>
                <a:lnTo>
                  <a:pt x="0" y="583531"/>
                </a:lnTo>
                <a:lnTo>
                  <a:pt x="0" y="0"/>
                </a:lnTo>
                <a:moveTo>
                  <a:pt x="218824" y="583531"/>
                </a:moveTo>
                <a:lnTo>
                  <a:pt x="218824" y="194510"/>
                </a:lnTo>
              </a:path>
            </a:pathLst>
          </a:custGeom>
          <a:noFill/>
          <a:ln w="24317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43887" y="1580798"/>
            <a:ext cx="1653339" cy="583530"/>
          </a:xfrm>
          <a:custGeom>
            <a:avLst/>
            <a:gdLst/>
            <a:ahLst/>
            <a:cxnLst/>
            <a:rect l="0" t="0" r="0" b="0"/>
            <a:pathLst>
              <a:path w="1653339" h="583530">
                <a:moveTo>
                  <a:pt x="0" y="583530"/>
                </a:moveTo>
                <a:lnTo>
                  <a:pt x="0" y="48625"/>
                </a:lnTo>
                <a:cubicBezTo>
                  <a:pt x="0" y="21774"/>
                  <a:pt x="21774" y="0"/>
                  <a:pt x="48625" y="0"/>
                </a:cubicBezTo>
                <a:lnTo>
                  <a:pt x="1604714" y="0"/>
                </a:lnTo>
                <a:cubicBezTo>
                  <a:pt x="1631565" y="0"/>
                  <a:pt x="1653339" y="21774"/>
                  <a:pt x="1653339" y="48625"/>
                </a:cubicBezTo>
                <a:lnTo>
                  <a:pt x="1653339" y="583530"/>
                </a:lnTo>
                <a:lnTo>
                  <a:pt x="0" y="583530"/>
                </a:lnTo>
              </a:path>
            </a:pathLst>
          </a:custGeom>
          <a:solidFill>
            <a:srgbClr val="375FA7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43887" y="1580798"/>
            <a:ext cx="1653339" cy="583531"/>
          </a:xfrm>
          <a:custGeom>
            <a:avLst/>
            <a:gdLst/>
            <a:ahLst/>
            <a:cxnLst/>
            <a:rect l="0" t="0" r="0" b="0"/>
            <a:pathLst>
              <a:path w="1653339" h="583531">
                <a:moveTo>
                  <a:pt x="178301" y="97255"/>
                </a:moveTo>
                <a:lnTo>
                  <a:pt x="502485" y="97255"/>
                </a:lnTo>
                <a:cubicBezTo>
                  <a:pt x="520389" y="97255"/>
                  <a:pt x="534903" y="111768"/>
                  <a:pt x="534903" y="129673"/>
                </a:cubicBezTo>
                <a:lnTo>
                  <a:pt x="534903" y="194510"/>
                </a:lnTo>
                <a:lnTo>
                  <a:pt x="1434515" y="194510"/>
                </a:lnTo>
                <a:lnTo>
                  <a:pt x="1637046" y="12213"/>
                </a:lnTo>
                <a:cubicBezTo>
                  <a:pt x="1628502" y="4613"/>
                  <a:pt x="1617244" y="0"/>
                  <a:pt x="1604874" y="0"/>
                </a:cubicBezTo>
                <a:lnTo>
                  <a:pt x="48289" y="0"/>
                </a:lnTo>
                <a:cubicBezTo>
                  <a:pt x="35926" y="0"/>
                  <a:pt x="24711" y="4613"/>
                  <a:pt x="16209" y="12213"/>
                </a:cubicBezTo>
                <a:lnTo>
                  <a:pt x="145882" y="129673"/>
                </a:lnTo>
                <a:cubicBezTo>
                  <a:pt x="145882" y="111768"/>
                  <a:pt x="160397" y="97255"/>
                  <a:pt x="178301" y="97255"/>
                </a:cubicBezTo>
                <a:close/>
                <a:moveTo>
                  <a:pt x="145882" y="583531"/>
                </a:moveTo>
                <a:lnTo>
                  <a:pt x="534903" y="583531"/>
                </a:lnTo>
                <a:moveTo>
                  <a:pt x="145882" y="583531"/>
                </a:moveTo>
                <a:lnTo>
                  <a:pt x="0" y="583531"/>
                </a:lnTo>
                <a:lnTo>
                  <a:pt x="0" y="48627"/>
                </a:lnTo>
                <a:cubicBezTo>
                  <a:pt x="0" y="34134"/>
                  <a:pt x="6242" y="21123"/>
                  <a:pt x="16209" y="12213"/>
                </a:cubicBezTo>
                <a:moveTo>
                  <a:pt x="145882" y="583531"/>
                </a:moveTo>
                <a:lnTo>
                  <a:pt x="145882" y="129673"/>
                </a:lnTo>
                <a:moveTo>
                  <a:pt x="534903" y="583531"/>
                </a:moveTo>
                <a:lnTo>
                  <a:pt x="1434515" y="583531"/>
                </a:lnTo>
                <a:moveTo>
                  <a:pt x="534903" y="583531"/>
                </a:moveTo>
                <a:lnTo>
                  <a:pt x="534903" y="194510"/>
                </a:lnTo>
                <a:moveTo>
                  <a:pt x="1434515" y="583531"/>
                </a:moveTo>
                <a:lnTo>
                  <a:pt x="1653339" y="583531"/>
                </a:lnTo>
                <a:lnTo>
                  <a:pt x="1653339" y="48600"/>
                </a:lnTo>
                <a:cubicBezTo>
                  <a:pt x="1653339" y="34113"/>
                  <a:pt x="1647052" y="21114"/>
                  <a:pt x="1637046" y="12213"/>
                </a:cubicBezTo>
                <a:moveTo>
                  <a:pt x="1434515" y="194510"/>
                </a:moveTo>
                <a:lnTo>
                  <a:pt x="1434515" y="583531"/>
                </a:lnTo>
              </a:path>
            </a:pathLst>
          </a:custGeom>
          <a:noFill/>
          <a:ln w="24317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62712" y="1994133"/>
            <a:ext cx="1215690" cy="1523665"/>
          </a:xfrm>
          <a:custGeom>
            <a:avLst/>
            <a:gdLst/>
            <a:ahLst/>
            <a:cxnLst/>
            <a:rect l="0" t="0" r="0" b="0"/>
            <a:pathLst>
              <a:path w="1215690" h="1523665">
                <a:moveTo>
                  <a:pt x="6917" y="162092"/>
                </a:moveTo>
                <a:cubicBezTo>
                  <a:pt x="2437" y="149417"/>
                  <a:pt x="0" y="135778"/>
                  <a:pt x="0" y="121569"/>
                </a:cubicBezTo>
                <a:cubicBezTo>
                  <a:pt x="0" y="54428"/>
                  <a:pt x="54428" y="0"/>
                  <a:pt x="121569" y="0"/>
                </a:cubicBezTo>
                <a:cubicBezTo>
                  <a:pt x="188710" y="0"/>
                  <a:pt x="243138" y="54428"/>
                  <a:pt x="243138" y="121569"/>
                </a:cubicBezTo>
                <a:cubicBezTo>
                  <a:pt x="243138" y="135778"/>
                  <a:pt x="240700" y="149417"/>
                  <a:pt x="236220" y="162092"/>
                </a:cubicBezTo>
                <a:moveTo>
                  <a:pt x="493193" y="162092"/>
                </a:moveTo>
                <a:cubicBezTo>
                  <a:pt x="488714" y="149417"/>
                  <a:pt x="486276" y="135778"/>
                  <a:pt x="486276" y="121569"/>
                </a:cubicBezTo>
                <a:cubicBezTo>
                  <a:pt x="486276" y="54428"/>
                  <a:pt x="540704" y="0"/>
                  <a:pt x="607845" y="0"/>
                </a:cubicBezTo>
                <a:cubicBezTo>
                  <a:pt x="674986" y="0"/>
                  <a:pt x="729414" y="54428"/>
                  <a:pt x="729414" y="121569"/>
                </a:cubicBezTo>
                <a:cubicBezTo>
                  <a:pt x="729414" y="135778"/>
                  <a:pt x="726976" y="149417"/>
                  <a:pt x="722497" y="162092"/>
                </a:cubicBezTo>
                <a:moveTo>
                  <a:pt x="979469" y="162092"/>
                </a:moveTo>
                <a:cubicBezTo>
                  <a:pt x="974990" y="149417"/>
                  <a:pt x="972552" y="135778"/>
                  <a:pt x="972552" y="121569"/>
                </a:cubicBezTo>
                <a:cubicBezTo>
                  <a:pt x="972552" y="54428"/>
                  <a:pt x="1026980" y="0"/>
                  <a:pt x="1094121" y="0"/>
                </a:cubicBezTo>
                <a:cubicBezTo>
                  <a:pt x="1161262" y="0"/>
                  <a:pt x="1215690" y="54428"/>
                  <a:pt x="1215690" y="121569"/>
                </a:cubicBezTo>
                <a:cubicBezTo>
                  <a:pt x="1215690" y="135778"/>
                  <a:pt x="1213252" y="149417"/>
                  <a:pt x="1208773" y="162092"/>
                </a:cubicBezTo>
                <a:moveTo>
                  <a:pt x="6917" y="842879"/>
                </a:moveTo>
                <a:cubicBezTo>
                  <a:pt x="2437" y="830204"/>
                  <a:pt x="0" y="816564"/>
                  <a:pt x="0" y="802355"/>
                </a:cubicBezTo>
                <a:cubicBezTo>
                  <a:pt x="0" y="735214"/>
                  <a:pt x="54428" y="680786"/>
                  <a:pt x="121569" y="680786"/>
                </a:cubicBezTo>
                <a:cubicBezTo>
                  <a:pt x="188710" y="680786"/>
                  <a:pt x="243138" y="735214"/>
                  <a:pt x="243138" y="802355"/>
                </a:cubicBezTo>
                <a:cubicBezTo>
                  <a:pt x="243138" y="816564"/>
                  <a:pt x="240700" y="830204"/>
                  <a:pt x="236220" y="842879"/>
                </a:cubicBezTo>
                <a:moveTo>
                  <a:pt x="493193" y="842879"/>
                </a:moveTo>
                <a:cubicBezTo>
                  <a:pt x="488714" y="830204"/>
                  <a:pt x="486276" y="816564"/>
                  <a:pt x="486276" y="802355"/>
                </a:cubicBezTo>
                <a:cubicBezTo>
                  <a:pt x="486276" y="735214"/>
                  <a:pt x="540704" y="680786"/>
                  <a:pt x="607845" y="680786"/>
                </a:cubicBezTo>
                <a:cubicBezTo>
                  <a:pt x="674986" y="680786"/>
                  <a:pt x="729414" y="735214"/>
                  <a:pt x="729414" y="802355"/>
                </a:cubicBezTo>
                <a:cubicBezTo>
                  <a:pt x="729414" y="816564"/>
                  <a:pt x="726976" y="830204"/>
                  <a:pt x="722497" y="842879"/>
                </a:cubicBezTo>
                <a:moveTo>
                  <a:pt x="979469" y="842879"/>
                </a:moveTo>
                <a:cubicBezTo>
                  <a:pt x="974990" y="830204"/>
                  <a:pt x="972552" y="816564"/>
                  <a:pt x="972552" y="802355"/>
                </a:cubicBezTo>
                <a:cubicBezTo>
                  <a:pt x="972552" y="735214"/>
                  <a:pt x="1026980" y="680786"/>
                  <a:pt x="1094121" y="680786"/>
                </a:cubicBezTo>
                <a:cubicBezTo>
                  <a:pt x="1161262" y="680786"/>
                  <a:pt x="1215690" y="735214"/>
                  <a:pt x="1215690" y="802355"/>
                </a:cubicBezTo>
                <a:cubicBezTo>
                  <a:pt x="1215690" y="816564"/>
                  <a:pt x="1213252" y="830204"/>
                  <a:pt x="1208773" y="842879"/>
                </a:cubicBezTo>
                <a:moveTo>
                  <a:pt x="6917" y="1523665"/>
                </a:moveTo>
                <a:cubicBezTo>
                  <a:pt x="2437" y="1510991"/>
                  <a:pt x="0" y="1497351"/>
                  <a:pt x="0" y="1483142"/>
                </a:cubicBezTo>
                <a:cubicBezTo>
                  <a:pt x="0" y="1416001"/>
                  <a:pt x="54428" y="1361573"/>
                  <a:pt x="121569" y="1361573"/>
                </a:cubicBezTo>
                <a:cubicBezTo>
                  <a:pt x="188710" y="1361573"/>
                  <a:pt x="243138" y="1416001"/>
                  <a:pt x="243138" y="1483142"/>
                </a:cubicBezTo>
                <a:cubicBezTo>
                  <a:pt x="243138" y="1497351"/>
                  <a:pt x="240700" y="1510991"/>
                  <a:pt x="236220" y="1523665"/>
                </a:cubicBezTo>
                <a:moveTo>
                  <a:pt x="493193" y="1523665"/>
                </a:moveTo>
                <a:cubicBezTo>
                  <a:pt x="488714" y="1510991"/>
                  <a:pt x="486276" y="1497351"/>
                  <a:pt x="486276" y="1483142"/>
                </a:cubicBezTo>
                <a:cubicBezTo>
                  <a:pt x="486276" y="1416001"/>
                  <a:pt x="540704" y="1361573"/>
                  <a:pt x="607845" y="1361573"/>
                </a:cubicBezTo>
                <a:cubicBezTo>
                  <a:pt x="674986" y="1361573"/>
                  <a:pt x="729414" y="1416001"/>
                  <a:pt x="729414" y="1483142"/>
                </a:cubicBezTo>
                <a:cubicBezTo>
                  <a:pt x="729414" y="1497351"/>
                  <a:pt x="726976" y="1510991"/>
                  <a:pt x="722497" y="1523665"/>
                </a:cubicBezTo>
                <a:moveTo>
                  <a:pt x="979469" y="1523665"/>
                </a:moveTo>
                <a:cubicBezTo>
                  <a:pt x="974990" y="1510991"/>
                  <a:pt x="972552" y="1497351"/>
                  <a:pt x="972552" y="1483142"/>
                </a:cubicBezTo>
                <a:cubicBezTo>
                  <a:pt x="972552" y="1416001"/>
                  <a:pt x="1026980" y="1361573"/>
                  <a:pt x="1094121" y="1361573"/>
                </a:cubicBezTo>
                <a:cubicBezTo>
                  <a:pt x="1161262" y="1361573"/>
                  <a:pt x="1215690" y="1416001"/>
                  <a:pt x="1215690" y="1483142"/>
                </a:cubicBezTo>
                <a:cubicBezTo>
                  <a:pt x="1215690" y="1497351"/>
                  <a:pt x="1213252" y="1510991"/>
                  <a:pt x="1208773" y="1523665"/>
                </a:cubicBezTo>
              </a:path>
            </a:pathLst>
          </a:custGeom>
          <a:noFill/>
          <a:ln w="24317">
            <a:solidFill>
              <a:srgbClr val="18181E">
                <a:alpha val="90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41312" y="1725681"/>
            <a:ext cx="280606" cy="289731"/>
          </a:xfrm>
          <a:custGeom>
            <a:avLst/>
            <a:gdLst/>
            <a:ahLst/>
            <a:cxnLst/>
            <a:rect l="0" t="0" r="0" b="0"/>
            <a:pathLst>
              <a:path w="280606" h="289731">
                <a:moveTo>
                  <a:pt x="235629" y="24317"/>
                </a:moveTo>
                <a:lnTo>
                  <a:pt x="231981" y="10944"/>
                </a:lnTo>
                <a:cubicBezTo>
                  <a:pt x="228333" y="0"/>
                  <a:pt x="212531" y="0"/>
                  <a:pt x="208883" y="10944"/>
                </a:cubicBezTo>
                <a:lnTo>
                  <a:pt x="205235" y="24317"/>
                </a:lnTo>
                <a:cubicBezTo>
                  <a:pt x="204015" y="29175"/>
                  <a:pt x="199158" y="31613"/>
                  <a:pt x="194290" y="30394"/>
                </a:cubicBezTo>
                <a:lnTo>
                  <a:pt x="180917" y="26746"/>
                </a:lnTo>
                <a:cubicBezTo>
                  <a:pt x="168763" y="24317"/>
                  <a:pt x="160258" y="38909"/>
                  <a:pt x="168763" y="47415"/>
                </a:cubicBezTo>
                <a:lnTo>
                  <a:pt x="178488" y="57140"/>
                </a:lnTo>
                <a:cubicBezTo>
                  <a:pt x="182137" y="60788"/>
                  <a:pt x="182137" y="65646"/>
                  <a:pt x="178488" y="69294"/>
                </a:cubicBezTo>
                <a:lnTo>
                  <a:pt x="168763" y="79019"/>
                </a:lnTo>
                <a:cubicBezTo>
                  <a:pt x="161467" y="88744"/>
                  <a:pt x="168763" y="102117"/>
                  <a:pt x="180917" y="99688"/>
                </a:cubicBezTo>
                <a:lnTo>
                  <a:pt x="194290" y="96040"/>
                </a:lnTo>
                <a:cubicBezTo>
                  <a:pt x="199158" y="94830"/>
                  <a:pt x="204015" y="97259"/>
                  <a:pt x="205235" y="102117"/>
                </a:cubicBezTo>
                <a:lnTo>
                  <a:pt x="208883" y="115490"/>
                </a:lnTo>
                <a:cubicBezTo>
                  <a:pt x="212531" y="126434"/>
                  <a:pt x="228333" y="126434"/>
                  <a:pt x="231981" y="115490"/>
                </a:cubicBezTo>
                <a:lnTo>
                  <a:pt x="235629" y="102117"/>
                </a:lnTo>
                <a:cubicBezTo>
                  <a:pt x="236848" y="97259"/>
                  <a:pt x="241706" y="94830"/>
                  <a:pt x="246573" y="96040"/>
                </a:cubicBezTo>
                <a:lnTo>
                  <a:pt x="259946" y="99688"/>
                </a:lnTo>
                <a:cubicBezTo>
                  <a:pt x="272100" y="102117"/>
                  <a:pt x="280606" y="87534"/>
                  <a:pt x="272100" y="79019"/>
                </a:cubicBezTo>
                <a:lnTo>
                  <a:pt x="262375" y="69294"/>
                </a:lnTo>
                <a:cubicBezTo>
                  <a:pt x="258727" y="65646"/>
                  <a:pt x="258727" y="60788"/>
                  <a:pt x="262375" y="57140"/>
                </a:cubicBezTo>
                <a:lnTo>
                  <a:pt x="272100" y="47415"/>
                </a:lnTo>
                <a:cubicBezTo>
                  <a:pt x="279396" y="37690"/>
                  <a:pt x="272100" y="24317"/>
                  <a:pt x="259946" y="26746"/>
                </a:cubicBezTo>
                <a:lnTo>
                  <a:pt x="246573" y="30394"/>
                </a:lnTo>
                <a:cubicBezTo>
                  <a:pt x="241706" y="31613"/>
                  <a:pt x="236848" y="29175"/>
                  <a:pt x="235629" y="24317"/>
                </a:cubicBezTo>
                <a:moveTo>
                  <a:pt x="236200" y="63217"/>
                </a:moveTo>
                <a:cubicBezTo>
                  <a:pt x="236200" y="71932"/>
                  <a:pt x="229133" y="78990"/>
                  <a:pt x="220427" y="78990"/>
                </a:cubicBezTo>
                <a:cubicBezTo>
                  <a:pt x="211712" y="78990"/>
                  <a:pt x="204654" y="71932"/>
                  <a:pt x="204654" y="63217"/>
                </a:cubicBezTo>
                <a:cubicBezTo>
                  <a:pt x="204654" y="54511"/>
                  <a:pt x="211712" y="47444"/>
                  <a:pt x="220427" y="47444"/>
                </a:cubicBezTo>
                <a:cubicBezTo>
                  <a:pt x="229133" y="47444"/>
                  <a:pt x="236200" y="54511"/>
                  <a:pt x="236200" y="63217"/>
                </a:cubicBezTo>
                <a:moveTo>
                  <a:pt x="80238" y="160277"/>
                </a:moveTo>
                <a:cubicBezTo>
                  <a:pt x="80238" y="146789"/>
                  <a:pt x="90077" y="135312"/>
                  <a:pt x="103412" y="133254"/>
                </a:cubicBezTo>
                <a:cubicBezTo>
                  <a:pt x="116747" y="131187"/>
                  <a:pt x="129587" y="139160"/>
                  <a:pt x="133664" y="152018"/>
                </a:cubicBezTo>
                <a:cubicBezTo>
                  <a:pt x="137741" y="164877"/>
                  <a:pt x="131835" y="178793"/>
                  <a:pt x="119748" y="184785"/>
                </a:cubicBezTo>
                <a:lnTo>
                  <a:pt x="119748" y="277568"/>
                </a:lnTo>
                <a:cubicBezTo>
                  <a:pt x="119748" y="284283"/>
                  <a:pt x="114309" y="289731"/>
                  <a:pt x="107594" y="289731"/>
                </a:cubicBezTo>
                <a:cubicBezTo>
                  <a:pt x="100879" y="289731"/>
                  <a:pt x="95430" y="284283"/>
                  <a:pt x="95430" y="277568"/>
                </a:cubicBezTo>
                <a:lnTo>
                  <a:pt x="95430" y="184785"/>
                </a:lnTo>
                <a:cubicBezTo>
                  <a:pt x="86125" y="180165"/>
                  <a:pt x="80238" y="170668"/>
                  <a:pt x="80238" y="160277"/>
                </a:cubicBezTo>
                <a:moveTo>
                  <a:pt x="0" y="216788"/>
                </a:moveTo>
                <a:cubicBezTo>
                  <a:pt x="0" y="204082"/>
                  <a:pt x="8743" y="193043"/>
                  <a:pt x="21116" y="190147"/>
                </a:cubicBezTo>
                <a:cubicBezTo>
                  <a:pt x="33480" y="187242"/>
                  <a:pt x="46224" y="193243"/>
                  <a:pt x="51863" y="204625"/>
                </a:cubicBezTo>
                <a:lnTo>
                  <a:pt x="55854" y="204625"/>
                </a:lnTo>
                <a:cubicBezTo>
                  <a:pt x="62283" y="204625"/>
                  <a:pt x="68656" y="206692"/>
                  <a:pt x="73513" y="211302"/>
                </a:cubicBezTo>
                <a:cubicBezTo>
                  <a:pt x="78447" y="215969"/>
                  <a:pt x="80848" y="222332"/>
                  <a:pt x="80848" y="228942"/>
                </a:cubicBezTo>
                <a:lnTo>
                  <a:pt x="80848" y="277568"/>
                </a:lnTo>
                <a:cubicBezTo>
                  <a:pt x="80848" y="284283"/>
                  <a:pt x="75399" y="289731"/>
                  <a:pt x="68684" y="289731"/>
                </a:cubicBezTo>
                <a:cubicBezTo>
                  <a:pt x="61979" y="289731"/>
                  <a:pt x="56530" y="284283"/>
                  <a:pt x="56530" y="277568"/>
                </a:cubicBezTo>
                <a:lnTo>
                  <a:pt x="56530" y="228990"/>
                </a:lnTo>
                <a:cubicBezTo>
                  <a:pt x="56311" y="228961"/>
                  <a:pt x="56083" y="228942"/>
                  <a:pt x="55854" y="228942"/>
                </a:cubicBezTo>
                <a:lnTo>
                  <a:pt x="51863" y="228942"/>
                </a:lnTo>
                <a:cubicBezTo>
                  <a:pt x="46224" y="240325"/>
                  <a:pt x="33480" y="246326"/>
                  <a:pt x="21116" y="243430"/>
                </a:cubicBezTo>
                <a:cubicBezTo>
                  <a:pt x="8743" y="240525"/>
                  <a:pt x="0" y="229495"/>
                  <a:pt x="0" y="216788"/>
                </a:cubicBezTo>
                <a:moveTo>
                  <a:pt x="162105" y="204625"/>
                </a:moveTo>
                <a:cubicBezTo>
                  <a:pt x="167744" y="193252"/>
                  <a:pt x="180479" y="187251"/>
                  <a:pt x="192852" y="190157"/>
                </a:cubicBezTo>
                <a:cubicBezTo>
                  <a:pt x="205216" y="193052"/>
                  <a:pt x="213960" y="204082"/>
                  <a:pt x="213960" y="216788"/>
                </a:cubicBezTo>
                <a:cubicBezTo>
                  <a:pt x="213960" y="229485"/>
                  <a:pt x="205216" y="240515"/>
                  <a:pt x="192852" y="243420"/>
                </a:cubicBezTo>
                <a:cubicBezTo>
                  <a:pt x="180479" y="246316"/>
                  <a:pt x="167744" y="240315"/>
                  <a:pt x="162105" y="228942"/>
                </a:cubicBezTo>
                <a:lnTo>
                  <a:pt x="158648" y="228942"/>
                </a:lnTo>
                <a:lnTo>
                  <a:pt x="158648" y="277568"/>
                </a:lnTo>
                <a:cubicBezTo>
                  <a:pt x="158648" y="284283"/>
                  <a:pt x="153209" y="289731"/>
                  <a:pt x="146494" y="289731"/>
                </a:cubicBezTo>
                <a:cubicBezTo>
                  <a:pt x="139779" y="289731"/>
                  <a:pt x="134340" y="284283"/>
                  <a:pt x="134340" y="277568"/>
                </a:cubicBezTo>
                <a:lnTo>
                  <a:pt x="134340" y="228942"/>
                </a:lnTo>
                <a:cubicBezTo>
                  <a:pt x="134340" y="222532"/>
                  <a:pt x="136521" y="216246"/>
                  <a:pt x="141246" y="211531"/>
                </a:cubicBezTo>
                <a:cubicBezTo>
                  <a:pt x="145961" y="206816"/>
                  <a:pt x="152247" y="204625"/>
                  <a:pt x="158648" y="204625"/>
                </a:cubicBezTo>
                <a:lnTo>
                  <a:pt x="162105" y="204625"/>
                </a:lnTo>
                <a:moveTo>
                  <a:pt x="71227" y="12182"/>
                </a:moveTo>
                <a:lnTo>
                  <a:pt x="81076" y="21936"/>
                </a:lnTo>
                <a:cubicBezTo>
                  <a:pt x="84553" y="25536"/>
                  <a:pt x="89973" y="25212"/>
                  <a:pt x="93583" y="21726"/>
                </a:cubicBezTo>
                <a:lnTo>
                  <a:pt x="103336" y="11877"/>
                </a:lnTo>
                <a:cubicBezTo>
                  <a:pt x="112661" y="3695"/>
                  <a:pt x="125653" y="11639"/>
                  <a:pt x="124196" y="23698"/>
                </a:cubicBezTo>
                <a:lnTo>
                  <a:pt x="120643" y="36985"/>
                </a:lnTo>
                <a:cubicBezTo>
                  <a:pt x="119310" y="41967"/>
                  <a:pt x="121739" y="46177"/>
                  <a:pt x="126730" y="47510"/>
                </a:cubicBezTo>
                <a:lnTo>
                  <a:pt x="140017" y="51073"/>
                </a:lnTo>
                <a:cubicBezTo>
                  <a:pt x="151637" y="54187"/>
                  <a:pt x="151561" y="71085"/>
                  <a:pt x="139817" y="75047"/>
                </a:cubicBezTo>
                <a:lnTo>
                  <a:pt x="126406" y="78571"/>
                </a:lnTo>
                <a:cubicBezTo>
                  <a:pt x="121596" y="79962"/>
                  <a:pt x="118595" y="84496"/>
                  <a:pt x="119967" y="89315"/>
                </a:cubicBezTo>
                <a:lnTo>
                  <a:pt x="123491" y="102717"/>
                </a:lnTo>
                <a:cubicBezTo>
                  <a:pt x="125806" y="114023"/>
                  <a:pt x="112128" y="121929"/>
                  <a:pt x="103498" y="114261"/>
                </a:cubicBezTo>
                <a:lnTo>
                  <a:pt x="93649" y="104517"/>
                </a:lnTo>
                <a:cubicBezTo>
                  <a:pt x="90173" y="100907"/>
                  <a:pt x="84734" y="101231"/>
                  <a:pt x="81133" y="104727"/>
                </a:cubicBezTo>
                <a:lnTo>
                  <a:pt x="71380" y="114566"/>
                </a:lnTo>
                <a:cubicBezTo>
                  <a:pt x="62064" y="122748"/>
                  <a:pt x="49072" y="114814"/>
                  <a:pt x="50511" y="102736"/>
                </a:cubicBezTo>
                <a:lnTo>
                  <a:pt x="54073" y="89449"/>
                </a:lnTo>
                <a:cubicBezTo>
                  <a:pt x="55416" y="84467"/>
                  <a:pt x="52978" y="80267"/>
                  <a:pt x="47996" y="78924"/>
                </a:cubicBezTo>
                <a:lnTo>
                  <a:pt x="34709" y="75361"/>
                </a:lnTo>
                <a:cubicBezTo>
                  <a:pt x="23088" y="72247"/>
                  <a:pt x="23164" y="55368"/>
                  <a:pt x="34909" y="51387"/>
                </a:cubicBezTo>
                <a:lnTo>
                  <a:pt x="48310" y="47863"/>
                </a:lnTo>
                <a:cubicBezTo>
                  <a:pt x="53130" y="46491"/>
                  <a:pt x="56130" y="41948"/>
                  <a:pt x="54759" y="37128"/>
                </a:cubicBezTo>
                <a:lnTo>
                  <a:pt x="51234" y="23717"/>
                </a:lnTo>
                <a:cubicBezTo>
                  <a:pt x="48901" y="12430"/>
                  <a:pt x="62588" y="4524"/>
                  <a:pt x="71218" y="12182"/>
                </a:cubicBezTo>
                <a:moveTo>
                  <a:pt x="95250" y="76885"/>
                </a:moveTo>
                <a:cubicBezTo>
                  <a:pt x="102793" y="72523"/>
                  <a:pt x="105384" y="62874"/>
                  <a:pt x="101022" y="55330"/>
                </a:cubicBezTo>
                <a:cubicBezTo>
                  <a:pt x="96669" y="47786"/>
                  <a:pt x="87020" y="45205"/>
                  <a:pt x="79476" y="49568"/>
                </a:cubicBezTo>
                <a:cubicBezTo>
                  <a:pt x="71932" y="53921"/>
                  <a:pt x="69351" y="63569"/>
                  <a:pt x="73704" y="71113"/>
                </a:cubicBezTo>
                <a:cubicBezTo>
                  <a:pt x="78066" y="78657"/>
                  <a:pt x="87706" y="81238"/>
                  <a:pt x="95250" y="76885"/>
                </a:cubicBezTo>
              </a:path>
            </a:pathLst>
          </a:custGeom>
          <a:solidFill>
            <a:srgbClr val="375FA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10827" y="2407430"/>
            <a:ext cx="292055" cy="291807"/>
          </a:xfrm>
          <a:custGeom>
            <a:avLst/>
            <a:gdLst/>
            <a:ahLst/>
            <a:cxnLst/>
            <a:rect l="0" t="0" r="0" b="0"/>
            <a:pathLst>
              <a:path w="292055" h="291807">
                <a:moveTo>
                  <a:pt x="291893" y="24355"/>
                </a:moveTo>
                <a:cubicBezTo>
                  <a:pt x="291893" y="10925"/>
                  <a:pt x="281006" y="38"/>
                  <a:pt x="267576" y="38"/>
                </a:cubicBezTo>
                <a:lnTo>
                  <a:pt x="24441" y="38"/>
                </a:lnTo>
                <a:cubicBezTo>
                  <a:pt x="17973" y="0"/>
                  <a:pt x="11763" y="2533"/>
                  <a:pt x="7172" y="7086"/>
                </a:cubicBezTo>
                <a:cubicBezTo>
                  <a:pt x="2552" y="11630"/>
                  <a:pt x="0" y="17868"/>
                  <a:pt x="123" y="24355"/>
                </a:cubicBezTo>
                <a:lnTo>
                  <a:pt x="123" y="113223"/>
                </a:lnTo>
                <a:cubicBezTo>
                  <a:pt x="638" y="199091"/>
                  <a:pt x="60464" y="273205"/>
                  <a:pt x="144303" y="291807"/>
                </a:cubicBezTo>
                <a:lnTo>
                  <a:pt x="149171" y="291807"/>
                </a:lnTo>
                <a:cubicBezTo>
                  <a:pt x="232838" y="272472"/>
                  <a:pt x="292055" y="197881"/>
                  <a:pt x="291893" y="112004"/>
                </a:cubicBezTo>
                <a:lnTo>
                  <a:pt x="291893" y="24355"/>
                </a:lnTo>
                <a:moveTo>
                  <a:pt x="223808" y="141055"/>
                </a:moveTo>
                <a:lnTo>
                  <a:pt x="158162" y="210111"/>
                </a:lnTo>
                <a:cubicBezTo>
                  <a:pt x="155352" y="212998"/>
                  <a:pt x="151495" y="214626"/>
                  <a:pt x="147466" y="214607"/>
                </a:cubicBezTo>
                <a:cubicBezTo>
                  <a:pt x="143427" y="214655"/>
                  <a:pt x="139560" y="213026"/>
                  <a:pt x="136769" y="210111"/>
                </a:cubicBezTo>
                <a:lnTo>
                  <a:pt x="70027" y="141055"/>
                </a:lnTo>
                <a:cubicBezTo>
                  <a:pt x="56778" y="128082"/>
                  <a:pt x="52063" y="108699"/>
                  <a:pt x="57873" y="91078"/>
                </a:cubicBezTo>
                <a:cubicBezTo>
                  <a:pt x="63684" y="73466"/>
                  <a:pt x="79009" y="60693"/>
                  <a:pt x="97383" y="58150"/>
                </a:cubicBezTo>
                <a:cubicBezTo>
                  <a:pt x="112928" y="55521"/>
                  <a:pt x="128797" y="60588"/>
                  <a:pt x="139931" y="71761"/>
                </a:cubicBezTo>
                <a:cubicBezTo>
                  <a:pt x="141912" y="73780"/>
                  <a:pt x="144627" y="74923"/>
                  <a:pt x="147466" y="74923"/>
                </a:cubicBezTo>
                <a:cubicBezTo>
                  <a:pt x="150294" y="74923"/>
                  <a:pt x="153019" y="73780"/>
                  <a:pt x="155000" y="71761"/>
                </a:cubicBezTo>
                <a:cubicBezTo>
                  <a:pt x="174136" y="52635"/>
                  <a:pt x="205158" y="52635"/>
                  <a:pt x="224294" y="71770"/>
                </a:cubicBezTo>
                <a:cubicBezTo>
                  <a:pt x="243430" y="90897"/>
                  <a:pt x="243430" y="121919"/>
                  <a:pt x="224294" y="141055"/>
                </a:cubicBezTo>
              </a:path>
            </a:pathLst>
          </a:custGeom>
          <a:solidFill>
            <a:srgbClr val="569C6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924675" y="3106448"/>
            <a:ext cx="291865" cy="255708"/>
          </a:xfrm>
          <a:custGeom>
            <a:avLst/>
            <a:gdLst/>
            <a:ahLst/>
            <a:cxnLst/>
            <a:rect l="0" t="0" r="0" b="0"/>
            <a:pathLst>
              <a:path w="291865" h="255708">
                <a:moveTo>
                  <a:pt x="145884" y="24355"/>
                </a:moveTo>
                <a:cubicBezTo>
                  <a:pt x="181870" y="24345"/>
                  <a:pt x="216017" y="40281"/>
                  <a:pt x="239125" y="67875"/>
                </a:cubicBezTo>
                <a:cubicBezTo>
                  <a:pt x="240001" y="68875"/>
                  <a:pt x="241411" y="69218"/>
                  <a:pt x="242649" y="68732"/>
                </a:cubicBezTo>
                <a:cubicBezTo>
                  <a:pt x="248364" y="66113"/>
                  <a:pt x="254365" y="64160"/>
                  <a:pt x="260518" y="62893"/>
                </a:cubicBezTo>
                <a:cubicBezTo>
                  <a:pt x="261546" y="62684"/>
                  <a:pt x="262385" y="61941"/>
                  <a:pt x="262709" y="60950"/>
                </a:cubicBezTo>
                <a:cubicBezTo>
                  <a:pt x="263185" y="60036"/>
                  <a:pt x="263185" y="58940"/>
                  <a:pt x="262709" y="58026"/>
                </a:cubicBezTo>
                <a:cubicBezTo>
                  <a:pt x="235143" y="21488"/>
                  <a:pt x="192023" y="0"/>
                  <a:pt x="146246" y="0"/>
                </a:cubicBezTo>
                <a:cubicBezTo>
                  <a:pt x="100469" y="0"/>
                  <a:pt x="57350" y="21488"/>
                  <a:pt x="29784" y="58035"/>
                </a:cubicBezTo>
                <a:cubicBezTo>
                  <a:pt x="29308" y="58940"/>
                  <a:pt x="29308" y="60036"/>
                  <a:pt x="29784" y="60950"/>
                </a:cubicBezTo>
                <a:cubicBezTo>
                  <a:pt x="30108" y="61941"/>
                  <a:pt x="30946" y="62684"/>
                  <a:pt x="31975" y="62893"/>
                </a:cubicBezTo>
                <a:cubicBezTo>
                  <a:pt x="37719" y="64246"/>
                  <a:pt x="43300" y="66198"/>
                  <a:pt x="48625" y="68732"/>
                </a:cubicBezTo>
                <a:cubicBezTo>
                  <a:pt x="49863" y="69218"/>
                  <a:pt x="51273" y="68875"/>
                  <a:pt x="52149" y="67875"/>
                </a:cubicBezTo>
                <a:cubicBezTo>
                  <a:pt x="75371" y="40157"/>
                  <a:pt x="109718" y="24203"/>
                  <a:pt x="145884" y="24355"/>
                </a:cubicBezTo>
                <a:moveTo>
                  <a:pt x="145884" y="48672"/>
                </a:moveTo>
                <a:cubicBezTo>
                  <a:pt x="118376" y="48634"/>
                  <a:pt x="92135" y="60255"/>
                  <a:pt x="73666" y="80638"/>
                </a:cubicBezTo>
                <a:cubicBezTo>
                  <a:pt x="72513" y="81829"/>
                  <a:pt x="72513" y="83715"/>
                  <a:pt x="73666" y="84896"/>
                </a:cubicBezTo>
                <a:cubicBezTo>
                  <a:pt x="78133" y="88915"/>
                  <a:pt x="82200" y="93354"/>
                  <a:pt x="85829" y="98145"/>
                </a:cubicBezTo>
                <a:cubicBezTo>
                  <a:pt x="86382" y="98869"/>
                  <a:pt x="87229" y="99307"/>
                  <a:pt x="88134" y="99364"/>
                </a:cubicBezTo>
                <a:cubicBezTo>
                  <a:pt x="89058" y="99488"/>
                  <a:pt x="89982" y="99117"/>
                  <a:pt x="90573" y="98393"/>
                </a:cubicBezTo>
                <a:cubicBezTo>
                  <a:pt x="104422" y="82191"/>
                  <a:pt x="124682" y="72856"/>
                  <a:pt x="146008" y="72856"/>
                </a:cubicBezTo>
                <a:cubicBezTo>
                  <a:pt x="167325" y="72856"/>
                  <a:pt x="187585" y="82191"/>
                  <a:pt x="201444" y="98393"/>
                </a:cubicBezTo>
                <a:cubicBezTo>
                  <a:pt x="202025" y="99117"/>
                  <a:pt x="202949" y="99488"/>
                  <a:pt x="203873" y="99364"/>
                </a:cubicBezTo>
                <a:cubicBezTo>
                  <a:pt x="204777" y="99307"/>
                  <a:pt x="205625" y="98869"/>
                  <a:pt x="206178" y="98145"/>
                </a:cubicBezTo>
                <a:cubicBezTo>
                  <a:pt x="209807" y="93354"/>
                  <a:pt x="213874" y="88915"/>
                  <a:pt x="218341" y="84896"/>
                </a:cubicBezTo>
                <a:cubicBezTo>
                  <a:pt x="219494" y="83715"/>
                  <a:pt x="219494" y="81829"/>
                  <a:pt x="218341" y="80638"/>
                </a:cubicBezTo>
                <a:cubicBezTo>
                  <a:pt x="199815" y="60188"/>
                  <a:pt x="173478" y="48567"/>
                  <a:pt x="145884" y="48672"/>
                </a:cubicBezTo>
                <a:moveTo>
                  <a:pt x="145884" y="97297"/>
                </a:moveTo>
                <a:cubicBezTo>
                  <a:pt x="127558" y="97288"/>
                  <a:pt x="110775" y="107575"/>
                  <a:pt x="102479" y="123920"/>
                </a:cubicBezTo>
                <a:cubicBezTo>
                  <a:pt x="102174" y="124701"/>
                  <a:pt x="102174" y="125568"/>
                  <a:pt x="102479" y="126349"/>
                </a:cubicBezTo>
                <a:cubicBezTo>
                  <a:pt x="102793" y="127177"/>
                  <a:pt x="103460" y="127806"/>
                  <a:pt x="104308" y="128054"/>
                </a:cubicBezTo>
                <a:cubicBezTo>
                  <a:pt x="109756" y="130244"/>
                  <a:pt x="114938" y="133054"/>
                  <a:pt x="119748" y="136445"/>
                </a:cubicBezTo>
                <a:cubicBezTo>
                  <a:pt x="120472" y="136912"/>
                  <a:pt x="121367" y="137045"/>
                  <a:pt x="122205" y="136817"/>
                </a:cubicBezTo>
                <a:cubicBezTo>
                  <a:pt x="123043" y="136588"/>
                  <a:pt x="123739" y="136007"/>
                  <a:pt x="124120" y="135226"/>
                </a:cubicBezTo>
                <a:cubicBezTo>
                  <a:pt x="128187" y="126834"/>
                  <a:pt x="136683" y="121510"/>
                  <a:pt x="146008" y="121510"/>
                </a:cubicBezTo>
                <a:cubicBezTo>
                  <a:pt x="155324" y="121510"/>
                  <a:pt x="163820" y="126834"/>
                  <a:pt x="167887" y="135226"/>
                </a:cubicBezTo>
                <a:cubicBezTo>
                  <a:pt x="168268" y="136007"/>
                  <a:pt x="168963" y="136588"/>
                  <a:pt x="169802" y="136817"/>
                </a:cubicBezTo>
                <a:cubicBezTo>
                  <a:pt x="170640" y="137045"/>
                  <a:pt x="171535" y="136912"/>
                  <a:pt x="172259" y="136445"/>
                </a:cubicBezTo>
                <a:cubicBezTo>
                  <a:pt x="177012" y="132940"/>
                  <a:pt x="182156" y="130006"/>
                  <a:pt x="187585" y="127692"/>
                </a:cubicBezTo>
                <a:cubicBezTo>
                  <a:pt x="188423" y="127444"/>
                  <a:pt x="189099" y="126806"/>
                  <a:pt x="189404" y="125987"/>
                </a:cubicBezTo>
                <a:cubicBezTo>
                  <a:pt x="189718" y="125206"/>
                  <a:pt x="189718" y="124339"/>
                  <a:pt x="189404" y="123558"/>
                </a:cubicBezTo>
                <a:cubicBezTo>
                  <a:pt x="180994" y="107318"/>
                  <a:pt x="164172" y="97164"/>
                  <a:pt x="145884" y="97297"/>
                </a:cubicBezTo>
                <a:moveTo>
                  <a:pt x="86553" y="142036"/>
                </a:moveTo>
                <a:cubicBezTo>
                  <a:pt x="85344" y="141884"/>
                  <a:pt x="84334" y="141027"/>
                  <a:pt x="84000" y="139846"/>
                </a:cubicBezTo>
                <a:cubicBezTo>
                  <a:pt x="78076" y="104775"/>
                  <a:pt x="47720" y="79095"/>
                  <a:pt x="12153" y="79067"/>
                </a:cubicBezTo>
                <a:cubicBezTo>
                  <a:pt x="5438" y="79067"/>
                  <a:pt x="0" y="84505"/>
                  <a:pt x="0" y="91220"/>
                </a:cubicBezTo>
                <a:cubicBezTo>
                  <a:pt x="0" y="97936"/>
                  <a:pt x="5438" y="103374"/>
                  <a:pt x="12153" y="103374"/>
                </a:cubicBezTo>
                <a:cubicBezTo>
                  <a:pt x="25203" y="103374"/>
                  <a:pt x="37699" y="108613"/>
                  <a:pt x="46843" y="117919"/>
                </a:cubicBezTo>
                <a:cubicBezTo>
                  <a:pt x="55987" y="127225"/>
                  <a:pt x="61017" y="139807"/>
                  <a:pt x="60788" y="152857"/>
                </a:cubicBezTo>
                <a:cubicBezTo>
                  <a:pt x="60598" y="156352"/>
                  <a:pt x="61922" y="159762"/>
                  <a:pt x="64427" y="162220"/>
                </a:cubicBezTo>
                <a:cubicBezTo>
                  <a:pt x="66951" y="164668"/>
                  <a:pt x="70408" y="165906"/>
                  <a:pt x="73913" y="165620"/>
                </a:cubicBezTo>
                <a:lnTo>
                  <a:pt x="76590" y="165620"/>
                </a:lnTo>
                <a:cubicBezTo>
                  <a:pt x="88773" y="164877"/>
                  <a:pt x="100355" y="170954"/>
                  <a:pt x="106670" y="181394"/>
                </a:cubicBezTo>
                <a:cubicBezTo>
                  <a:pt x="112985" y="191843"/>
                  <a:pt x="112985" y="204920"/>
                  <a:pt x="106670" y="215369"/>
                </a:cubicBezTo>
                <a:cubicBezTo>
                  <a:pt x="100355" y="225809"/>
                  <a:pt x="88773" y="231886"/>
                  <a:pt x="76590" y="231143"/>
                </a:cubicBezTo>
                <a:lnTo>
                  <a:pt x="12153" y="231143"/>
                </a:lnTo>
                <a:cubicBezTo>
                  <a:pt x="5438" y="231143"/>
                  <a:pt x="0" y="236591"/>
                  <a:pt x="0" y="243306"/>
                </a:cubicBezTo>
                <a:cubicBezTo>
                  <a:pt x="0" y="250012"/>
                  <a:pt x="5438" y="255460"/>
                  <a:pt x="12153" y="255460"/>
                </a:cubicBezTo>
                <a:lnTo>
                  <a:pt x="76590" y="255460"/>
                </a:lnTo>
                <a:cubicBezTo>
                  <a:pt x="106003" y="255193"/>
                  <a:pt x="130416" y="232638"/>
                  <a:pt x="132988" y="203330"/>
                </a:cubicBezTo>
                <a:cubicBezTo>
                  <a:pt x="135569" y="174031"/>
                  <a:pt x="115471" y="147551"/>
                  <a:pt x="86553" y="142160"/>
                </a:cubicBezTo>
                <a:moveTo>
                  <a:pt x="291769" y="243182"/>
                </a:moveTo>
                <a:cubicBezTo>
                  <a:pt x="291769" y="236467"/>
                  <a:pt x="286321" y="231019"/>
                  <a:pt x="279606" y="231019"/>
                </a:cubicBezTo>
                <a:lnTo>
                  <a:pt x="215179" y="231019"/>
                </a:lnTo>
                <a:cubicBezTo>
                  <a:pt x="202996" y="231762"/>
                  <a:pt x="191404" y="225685"/>
                  <a:pt x="185089" y="215245"/>
                </a:cubicBezTo>
                <a:cubicBezTo>
                  <a:pt x="178774" y="204806"/>
                  <a:pt x="178774" y="191719"/>
                  <a:pt x="185089" y="181279"/>
                </a:cubicBezTo>
                <a:cubicBezTo>
                  <a:pt x="191404" y="170830"/>
                  <a:pt x="202996" y="164753"/>
                  <a:pt x="215179" y="165496"/>
                </a:cubicBezTo>
                <a:lnTo>
                  <a:pt x="217855" y="165496"/>
                </a:lnTo>
                <a:cubicBezTo>
                  <a:pt x="221370" y="165515"/>
                  <a:pt x="224742" y="164115"/>
                  <a:pt x="227209" y="161610"/>
                </a:cubicBezTo>
                <a:cubicBezTo>
                  <a:pt x="229666" y="159019"/>
                  <a:pt x="231019" y="155571"/>
                  <a:pt x="230981" y="151999"/>
                </a:cubicBezTo>
                <a:cubicBezTo>
                  <a:pt x="230981" y="125148"/>
                  <a:pt x="252755" y="103374"/>
                  <a:pt x="279606" y="103374"/>
                </a:cubicBezTo>
                <a:cubicBezTo>
                  <a:pt x="286321" y="103374"/>
                  <a:pt x="291769" y="97936"/>
                  <a:pt x="291769" y="91220"/>
                </a:cubicBezTo>
                <a:cubicBezTo>
                  <a:pt x="291769" y="84505"/>
                  <a:pt x="286321" y="79067"/>
                  <a:pt x="279606" y="79067"/>
                </a:cubicBezTo>
                <a:cubicBezTo>
                  <a:pt x="244040" y="79095"/>
                  <a:pt x="213693" y="104775"/>
                  <a:pt x="207759" y="139846"/>
                </a:cubicBezTo>
                <a:cubicBezTo>
                  <a:pt x="207559" y="141170"/>
                  <a:pt x="206530" y="142198"/>
                  <a:pt x="205206" y="142398"/>
                </a:cubicBezTo>
                <a:cubicBezTo>
                  <a:pt x="176288" y="147799"/>
                  <a:pt x="156200" y="174269"/>
                  <a:pt x="158772" y="203577"/>
                </a:cubicBezTo>
                <a:cubicBezTo>
                  <a:pt x="161353" y="232876"/>
                  <a:pt x="185756" y="255431"/>
                  <a:pt x="215179" y="255698"/>
                </a:cubicBezTo>
                <a:lnTo>
                  <a:pt x="279606" y="255698"/>
                </a:lnTo>
                <a:cubicBezTo>
                  <a:pt x="282902" y="255708"/>
                  <a:pt x="286045" y="254374"/>
                  <a:pt x="288340" y="252012"/>
                </a:cubicBezTo>
                <a:cubicBezTo>
                  <a:pt x="290626" y="249650"/>
                  <a:pt x="291865" y="246468"/>
                  <a:pt x="291769" y="243182"/>
                </a:cubicBezTo>
              </a:path>
            </a:pathLst>
          </a:custGeom>
          <a:solidFill>
            <a:srgbClr val="E49B0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0525" y="371475"/>
            <a:ext cx="4283463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700" b="1">
                <a:solidFill>
                  <a:srgbClr val="18181E"/>
                </a:solidFill>
                <a:latin typeface="Montserrat"/>
              </a:rPr>
              <a:t>The LLM Landscape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2535" y="1629430"/>
            <a:ext cx="523589" cy="1750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18181E"/>
                </a:solidFill>
                <a:latin typeface="Montserrat"/>
              </a:rPr>
              <a:t>GPT-4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3442535" y="1923588"/>
            <a:ext cx="2368505" cy="393943"/>
            <a:chOff x="3442535" y="1923588"/>
            <a:chExt cx="2368505" cy="393943"/>
          </a:xfrm>
        </p:grpSpPr>
        <p:sp>
          <p:nvSpPr>
            <p:cNvPr id="16" name="TextBox 15"/>
            <p:cNvSpPr txBox="1"/>
            <p:nvPr/>
          </p:nvSpPr>
          <p:spPr>
            <a:xfrm>
              <a:off x="3442535" y="1923588"/>
              <a:ext cx="2723780" cy="131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18181E"/>
                  </a:solidFill>
                  <a:latin typeface="Montserrat"/>
                </a:rPr>
                <a:t>Known for its advanced reasoning and text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42535" y="2054937"/>
              <a:ext cx="2723780" cy="131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18181E"/>
                  </a:solidFill>
                  <a:latin typeface="Montserrat"/>
                </a:rPr>
                <a:t>generation capabilities, suitable for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442535" y="2186287"/>
              <a:ext cx="2723780" cy="1312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18181E"/>
                  </a:solidFill>
                  <a:latin typeface="Montserrat"/>
                </a:rPr>
                <a:t>complex tasks.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90525" y="2217441"/>
            <a:ext cx="2416606" cy="411479"/>
            <a:chOff x="390525" y="2217441"/>
            <a:chExt cx="2416606" cy="411479"/>
          </a:xfrm>
        </p:grpSpPr>
        <p:sp>
          <p:nvSpPr>
            <p:cNvPr id="20" name="TextBox 19"/>
            <p:cNvSpPr txBox="1"/>
            <p:nvPr/>
          </p:nvSpPr>
          <p:spPr>
            <a:xfrm>
              <a:off x="390525" y="2217441"/>
              <a:ext cx="277909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18181E"/>
                  </a:solidFill>
                  <a:latin typeface="Montserrat"/>
                </a:rPr>
                <a:t>Understanding the core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90525" y="2423181"/>
              <a:ext cx="2779096" cy="205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18181E"/>
                  </a:solidFill>
                  <a:latin typeface="Montserrat"/>
                </a:rPr>
                <a:t>technology behind the tools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3442535" y="2533904"/>
            <a:ext cx="611897" cy="1750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18181E"/>
                </a:solidFill>
                <a:latin typeface="Montserrat"/>
              </a:rPr>
              <a:t>Claude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3442535" y="2820785"/>
            <a:ext cx="2175871" cy="262623"/>
            <a:chOff x="3442535" y="2820785"/>
            <a:chExt cx="2175871" cy="262623"/>
          </a:xfrm>
        </p:grpSpPr>
        <p:sp>
          <p:nvSpPr>
            <p:cNvPr id="24" name="TextBox 23"/>
            <p:cNvSpPr txBox="1"/>
            <p:nvPr/>
          </p:nvSpPr>
          <p:spPr>
            <a:xfrm>
              <a:off x="3442535" y="2820785"/>
              <a:ext cx="2502251" cy="131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18181E"/>
                  </a:solidFill>
                  <a:latin typeface="Montserrat"/>
                </a:rPr>
                <a:t>Emphasizes safety and ethical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442535" y="2952135"/>
              <a:ext cx="2502251" cy="1312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18181E"/>
                  </a:solidFill>
                  <a:latin typeface="Montserrat"/>
                </a:rPr>
                <a:t>considerations, ideal for sensitive topics.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390525" y="2800369"/>
            <a:ext cx="2447925" cy="857202"/>
            <a:chOff x="390525" y="2800369"/>
            <a:chExt cx="2447925" cy="857202"/>
          </a:xfrm>
        </p:grpSpPr>
        <p:sp>
          <p:nvSpPr>
            <p:cNvPr id="27" name="TextBox 26"/>
            <p:cNvSpPr txBox="1"/>
            <p:nvPr/>
          </p:nvSpPr>
          <p:spPr>
            <a:xfrm>
              <a:off x="390525" y="2800369"/>
              <a:ext cx="2815113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Large Language Models (LLMs) are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90525" y="2971819"/>
              <a:ext cx="2815113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trained on vast datasets to predict the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90525" y="3143269"/>
              <a:ext cx="2815113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next token in a sequence, enabling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90525" y="3314719"/>
              <a:ext cx="2815113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human-like text generation and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90525" y="3486169"/>
              <a:ext cx="2815113" cy="171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reasoning.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3442535" y="3292496"/>
            <a:ext cx="627364" cy="1750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18181E"/>
                </a:solidFill>
                <a:latin typeface="Montserrat"/>
              </a:rPr>
              <a:t>Gemini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3442535" y="3579378"/>
            <a:ext cx="2242546" cy="262622"/>
            <a:chOff x="3442535" y="3579378"/>
            <a:chExt cx="2242546" cy="262622"/>
          </a:xfrm>
        </p:grpSpPr>
        <p:sp>
          <p:nvSpPr>
            <p:cNvPr id="34" name="TextBox 33"/>
            <p:cNvSpPr txBox="1"/>
            <p:nvPr/>
          </p:nvSpPr>
          <p:spPr>
            <a:xfrm>
              <a:off x="3442535" y="3579378"/>
              <a:ext cx="2578927" cy="131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18181E"/>
                  </a:solidFill>
                  <a:latin typeface="Montserrat"/>
                </a:rPr>
                <a:t>Offers multimodal capabilities, useful for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442535" y="3710727"/>
              <a:ext cx="2578927" cy="1312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18181E"/>
                  </a:solidFill>
                  <a:latin typeface="Montserrat"/>
                </a:rPr>
                <a:t>integrating different types of content.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947143" y="1312653"/>
            <a:ext cx="1782098" cy="1624860"/>
          </a:xfrm>
          <a:custGeom>
            <a:avLst/>
            <a:gdLst/>
            <a:ahLst/>
            <a:cxnLst/>
            <a:rect l="0" t="0" r="0" b="0"/>
            <a:pathLst>
              <a:path w="1782098" h="1624860">
                <a:moveTo>
                  <a:pt x="1624860" y="0"/>
                </a:moveTo>
                <a:cubicBezTo>
                  <a:pt x="1411471" y="0"/>
                  <a:pt x="1200188" y="42024"/>
                  <a:pt x="1003049" y="123682"/>
                </a:cubicBezTo>
                <a:cubicBezTo>
                  <a:pt x="805910" y="205339"/>
                  <a:pt x="626792" y="325031"/>
                  <a:pt x="475907" y="475916"/>
                </a:cubicBezTo>
                <a:cubicBezTo>
                  <a:pt x="325031" y="626792"/>
                  <a:pt x="205339" y="805919"/>
                  <a:pt x="123682" y="1003058"/>
                </a:cubicBezTo>
                <a:cubicBezTo>
                  <a:pt x="42024" y="1200188"/>
                  <a:pt x="0" y="1411481"/>
                  <a:pt x="0" y="1624860"/>
                </a:cubicBezTo>
                <a:lnTo>
                  <a:pt x="340699" y="1467612"/>
                </a:lnTo>
                <a:lnTo>
                  <a:pt x="681399" y="1624860"/>
                </a:lnTo>
                <a:cubicBezTo>
                  <a:pt x="681399" y="1500959"/>
                  <a:pt x="705802" y="1378277"/>
                  <a:pt x="753217" y="1263815"/>
                </a:cubicBezTo>
                <a:cubicBezTo>
                  <a:pt x="800633" y="1149353"/>
                  <a:pt x="870127" y="1045349"/>
                  <a:pt x="957738" y="957738"/>
                </a:cubicBezTo>
                <a:cubicBezTo>
                  <a:pt x="1045340" y="870127"/>
                  <a:pt x="1149343" y="800633"/>
                  <a:pt x="1263815" y="753227"/>
                </a:cubicBezTo>
                <a:cubicBezTo>
                  <a:pt x="1378277" y="705812"/>
                  <a:pt x="1500959" y="681408"/>
                  <a:pt x="1624860" y="681408"/>
                </a:cubicBezTo>
                <a:lnTo>
                  <a:pt x="1782098" y="340699"/>
                </a:lnTo>
                <a:lnTo>
                  <a:pt x="1624860" y="0"/>
                </a:lnTo>
              </a:path>
            </a:pathLst>
          </a:custGeom>
          <a:solidFill>
            <a:srgbClr val="C8A21E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947143" y="1312653"/>
            <a:ext cx="1782100" cy="1624855"/>
          </a:xfrm>
          <a:custGeom>
            <a:avLst/>
            <a:gdLst/>
            <a:ahLst/>
            <a:cxnLst/>
            <a:rect l="0" t="0" r="0" b="0"/>
            <a:pathLst>
              <a:path w="1782100" h="1624855">
                <a:moveTo>
                  <a:pt x="1624855" y="0"/>
                </a:moveTo>
                <a:cubicBezTo>
                  <a:pt x="1411476" y="0"/>
                  <a:pt x="1200186" y="42026"/>
                  <a:pt x="1003050" y="123682"/>
                </a:cubicBezTo>
                <a:cubicBezTo>
                  <a:pt x="805913" y="205339"/>
                  <a:pt x="626790" y="325030"/>
                  <a:pt x="475908" y="475912"/>
                </a:cubicBezTo>
                <a:cubicBezTo>
                  <a:pt x="325027" y="626794"/>
                  <a:pt x="205341" y="805917"/>
                  <a:pt x="123684" y="1003054"/>
                </a:cubicBezTo>
                <a:cubicBezTo>
                  <a:pt x="42027" y="1200190"/>
                  <a:pt x="0" y="1411476"/>
                  <a:pt x="0" y="1624855"/>
                </a:cubicBezTo>
                <a:lnTo>
                  <a:pt x="340701" y="1467611"/>
                </a:lnTo>
                <a:lnTo>
                  <a:pt x="681404" y="1624855"/>
                </a:lnTo>
                <a:cubicBezTo>
                  <a:pt x="681404" y="1500959"/>
                  <a:pt x="705806" y="1378278"/>
                  <a:pt x="753220" y="1263813"/>
                </a:cubicBezTo>
                <a:cubicBezTo>
                  <a:pt x="800632" y="1149348"/>
                  <a:pt x="870126" y="1045344"/>
                  <a:pt x="957734" y="957737"/>
                </a:cubicBezTo>
                <a:cubicBezTo>
                  <a:pt x="1045342" y="870129"/>
                  <a:pt x="1149347" y="800635"/>
                  <a:pt x="1263812" y="753222"/>
                </a:cubicBezTo>
                <a:cubicBezTo>
                  <a:pt x="1378276" y="705809"/>
                  <a:pt x="1500959" y="681408"/>
                  <a:pt x="1624855" y="681408"/>
                </a:cubicBezTo>
                <a:lnTo>
                  <a:pt x="1782100" y="340701"/>
                </a:lnTo>
                <a:lnTo>
                  <a:pt x="1624855" y="0"/>
                </a:lnTo>
                <a:close/>
              </a:path>
            </a:pathLst>
          </a:custGeom>
          <a:noFill/>
          <a:ln w="26210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947143" y="2780266"/>
            <a:ext cx="1624860" cy="1782098"/>
          </a:xfrm>
          <a:custGeom>
            <a:avLst/>
            <a:gdLst/>
            <a:ahLst/>
            <a:cxnLst/>
            <a:rect l="0" t="0" r="0" b="0"/>
            <a:pathLst>
              <a:path w="1624860" h="1782098">
                <a:moveTo>
                  <a:pt x="0" y="157248"/>
                </a:moveTo>
                <a:cubicBezTo>
                  <a:pt x="0" y="370627"/>
                  <a:pt x="42024" y="581910"/>
                  <a:pt x="123682" y="779049"/>
                </a:cubicBezTo>
                <a:cubicBezTo>
                  <a:pt x="205339" y="976188"/>
                  <a:pt x="325031" y="1155306"/>
                  <a:pt x="475916" y="1306191"/>
                </a:cubicBezTo>
                <a:cubicBezTo>
                  <a:pt x="626792" y="1457077"/>
                  <a:pt x="805919" y="1576758"/>
                  <a:pt x="1003058" y="1658416"/>
                </a:cubicBezTo>
                <a:cubicBezTo>
                  <a:pt x="1200188" y="1740074"/>
                  <a:pt x="1411481" y="1782098"/>
                  <a:pt x="1624860" y="1782098"/>
                </a:cubicBezTo>
                <a:lnTo>
                  <a:pt x="1467612" y="1441399"/>
                </a:lnTo>
                <a:lnTo>
                  <a:pt x="1624860" y="1100699"/>
                </a:lnTo>
                <a:cubicBezTo>
                  <a:pt x="1500959" y="1100699"/>
                  <a:pt x="1378277" y="1076296"/>
                  <a:pt x="1263815" y="1028880"/>
                </a:cubicBezTo>
                <a:cubicBezTo>
                  <a:pt x="1149353" y="981465"/>
                  <a:pt x="1045349" y="911971"/>
                  <a:pt x="957738" y="824369"/>
                </a:cubicBezTo>
                <a:cubicBezTo>
                  <a:pt x="870127" y="736758"/>
                  <a:pt x="800633" y="632755"/>
                  <a:pt x="753227" y="518283"/>
                </a:cubicBezTo>
                <a:cubicBezTo>
                  <a:pt x="705812" y="403821"/>
                  <a:pt x="681408" y="281139"/>
                  <a:pt x="681408" y="157248"/>
                </a:cubicBezTo>
                <a:lnTo>
                  <a:pt x="340699" y="0"/>
                </a:lnTo>
                <a:lnTo>
                  <a:pt x="0" y="157248"/>
                </a:lnTo>
              </a:path>
            </a:pathLst>
          </a:custGeom>
          <a:solidFill>
            <a:srgbClr val="90A243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947144" y="2780266"/>
            <a:ext cx="1624855" cy="1782100"/>
          </a:xfrm>
          <a:custGeom>
            <a:avLst/>
            <a:gdLst/>
            <a:ahLst/>
            <a:cxnLst/>
            <a:rect l="0" t="0" r="0" b="0"/>
            <a:pathLst>
              <a:path w="1624855" h="1782100">
                <a:moveTo>
                  <a:pt x="0" y="157244"/>
                </a:moveTo>
                <a:cubicBezTo>
                  <a:pt x="0" y="370623"/>
                  <a:pt x="42026" y="581913"/>
                  <a:pt x="123682" y="779049"/>
                </a:cubicBezTo>
                <a:cubicBezTo>
                  <a:pt x="205339" y="976186"/>
                  <a:pt x="325030" y="1155309"/>
                  <a:pt x="475912" y="1306190"/>
                </a:cubicBezTo>
                <a:cubicBezTo>
                  <a:pt x="626794" y="1457072"/>
                  <a:pt x="805917" y="1576758"/>
                  <a:pt x="1003054" y="1658415"/>
                </a:cubicBezTo>
                <a:cubicBezTo>
                  <a:pt x="1200190" y="1740072"/>
                  <a:pt x="1411476" y="1782100"/>
                  <a:pt x="1624855" y="1782100"/>
                </a:cubicBezTo>
                <a:lnTo>
                  <a:pt x="1467611" y="1441398"/>
                </a:lnTo>
                <a:lnTo>
                  <a:pt x="1624855" y="1100695"/>
                </a:lnTo>
                <a:cubicBezTo>
                  <a:pt x="1500959" y="1100695"/>
                  <a:pt x="1378278" y="1076293"/>
                  <a:pt x="1263813" y="1028879"/>
                </a:cubicBezTo>
                <a:cubicBezTo>
                  <a:pt x="1149348" y="981467"/>
                  <a:pt x="1045344" y="911973"/>
                  <a:pt x="957737" y="824365"/>
                </a:cubicBezTo>
                <a:cubicBezTo>
                  <a:pt x="870129" y="736757"/>
                  <a:pt x="800635" y="632752"/>
                  <a:pt x="753222" y="518287"/>
                </a:cubicBezTo>
                <a:cubicBezTo>
                  <a:pt x="705809" y="403822"/>
                  <a:pt x="681408" y="281140"/>
                  <a:pt x="681408" y="157244"/>
                </a:cubicBezTo>
                <a:lnTo>
                  <a:pt x="340701" y="0"/>
                </a:lnTo>
                <a:lnTo>
                  <a:pt x="0" y="157244"/>
                </a:lnTo>
                <a:close/>
              </a:path>
            </a:pathLst>
          </a:custGeom>
          <a:noFill/>
          <a:ln w="26210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414756" y="2937510"/>
            <a:ext cx="1782098" cy="1624860"/>
          </a:xfrm>
          <a:custGeom>
            <a:avLst/>
            <a:gdLst/>
            <a:ahLst/>
            <a:cxnLst/>
            <a:rect l="0" t="0" r="0" b="0"/>
            <a:pathLst>
              <a:path w="1782098" h="1624860">
                <a:moveTo>
                  <a:pt x="157248" y="1624860"/>
                </a:moveTo>
                <a:cubicBezTo>
                  <a:pt x="370627" y="1624860"/>
                  <a:pt x="581910" y="1582826"/>
                  <a:pt x="779049" y="1501168"/>
                </a:cubicBezTo>
                <a:cubicBezTo>
                  <a:pt x="976188" y="1419510"/>
                  <a:pt x="1155306" y="1299829"/>
                  <a:pt x="1306191" y="1148943"/>
                </a:cubicBezTo>
                <a:cubicBezTo>
                  <a:pt x="1457067" y="998067"/>
                  <a:pt x="1576758" y="818940"/>
                  <a:pt x="1658416" y="621801"/>
                </a:cubicBezTo>
                <a:cubicBezTo>
                  <a:pt x="1740074" y="424672"/>
                  <a:pt x="1782098" y="213379"/>
                  <a:pt x="1782098" y="0"/>
                </a:cubicBezTo>
                <a:lnTo>
                  <a:pt x="1441399" y="157248"/>
                </a:lnTo>
                <a:lnTo>
                  <a:pt x="1100699" y="0"/>
                </a:lnTo>
                <a:cubicBezTo>
                  <a:pt x="1100699" y="123891"/>
                  <a:pt x="1076296" y="246583"/>
                  <a:pt x="1028880" y="361045"/>
                </a:cubicBezTo>
                <a:cubicBezTo>
                  <a:pt x="981465" y="475507"/>
                  <a:pt x="911971" y="579510"/>
                  <a:pt x="824369" y="667121"/>
                </a:cubicBezTo>
                <a:cubicBezTo>
                  <a:pt x="736758" y="754732"/>
                  <a:pt x="632755" y="824226"/>
                  <a:pt x="518283" y="871632"/>
                </a:cubicBezTo>
                <a:cubicBezTo>
                  <a:pt x="403821" y="919048"/>
                  <a:pt x="281139" y="943451"/>
                  <a:pt x="157248" y="943451"/>
                </a:cubicBezTo>
                <a:lnTo>
                  <a:pt x="0" y="1284150"/>
                </a:lnTo>
                <a:lnTo>
                  <a:pt x="157248" y="1624860"/>
                </a:lnTo>
              </a:path>
            </a:pathLst>
          </a:custGeom>
          <a:solidFill>
            <a:srgbClr val="569C6E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14756" y="2937510"/>
            <a:ext cx="1782100" cy="1624855"/>
          </a:xfrm>
          <a:custGeom>
            <a:avLst/>
            <a:gdLst/>
            <a:ahLst/>
            <a:cxnLst/>
            <a:rect l="0" t="0" r="0" b="0"/>
            <a:pathLst>
              <a:path w="1782100" h="1624855">
                <a:moveTo>
                  <a:pt x="157244" y="1624855"/>
                </a:moveTo>
                <a:cubicBezTo>
                  <a:pt x="370623" y="1624855"/>
                  <a:pt x="581913" y="1582828"/>
                  <a:pt x="779049" y="1501171"/>
                </a:cubicBezTo>
                <a:cubicBezTo>
                  <a:pt x="976186" y="1419514"/>
                  <a:pt x="1155309" y="1299828"/>
                  <a:pt x="1306190" y="1148947"/>
                </a:cubicBezTo>
                <a:cubicBezTo>
                  <a:pt x="1457072" y="998065"/>
                  <a:pt x="1576758" y="818942"/>
                  <a:pt x="1658415" y="621805"/>
                </a:cubicBezTo>
                <a:cubicBezTo>
                  <a:pt x="1740072" y="424669"/>
                  <a:pt x="1782100" y="213379"/>
                  <a:pt x="1782100" y="0"/>
                </a:cubicBezTo>
                <a:lnTo>
                  <a:pt x="1441398" y="157244"/>
                </a:lnTo>
                <a:lnTo>
                  <a:pt x="1100695" y="0"/>
                </a:lnTo>
                <a:cubicBezTo>
                  <a:pt x="1100695" y="123896"/>
                  <a:pt x="1076293" y="246578"/>
                  <a:pt x="1028879" y="361043"/>
                </a:cubicBezTo>
                <a:cubicBezTo>
                  <a:pt x="981467" y="475508"/>
                  <a:pt x="911973" y="579513"/>
                  <a:pt x="824365" y="667121"/>
                </a:cubicBezTo>
                <a:cubicBezTo>
                  <a:pt x="736757" y="754729"/>
                  <a:pt x="632751" y="824223"/>
                  <a:pt x="518287" y="871635"/>
                </a:cubicBezTo>
                <a:cubicBezTo>
                  <a:pt x="403822" y="919049"/>
                  <a:pt x="281140" y="943451"/>
                  <a:pt x="157244" y="943451"/>
                </a:cubicBezTo>
                <a:lnTo>
                  <a:pt x="0" y="1284154"/>
                </a:lnTo>
                <a:lnTo>
                  <a:pt x="157244" y="1624855"/>
                </a:lnTo>
                <a:close/>
              </a:path>
            </a:pathLst>
          </a:custGeom>
          <a:noFill/>
          <a:ln w="26210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1999" y="1312654"/>
            <a:ext cx="1624860" cy="1782098"/>
          </a:xfrm>
          <a:custGeom>
            <a:avLst/>
            <a:gdLst/>
            <a:ahLst/>
            <a:cxnLst/>
            <a:rect l="0" t="0" r="0" b="0"/>
            <a:pathLst>
              <a:path w="1624860" h="1782098">
                <a:moveTo>
                  <a:pt x="1624860" y="1624860"/>
                </a:moveTo>
                <a:cubicBezTo>
                  <a:pt x="1624860" y="1411471"/>
                  <a:pt x="1582826" y="1200188"/>
                  <a:pt x="1501168" y="1003049"/>
                </a:cubicBezTo>
                <a:cubicBezTo>
                  <a:pt x="1419510" y="805910"/>
                  <a:pt x="1299829" y="626792"/>
                  <a:pt x="1148943" y="475907"/>
                </a:cubicBezTo>
                <a:cubicBezTo>
                  <a:pt x="998067" y="325031"/>
                  <a:pt x="818940" y="205339"/>
                  <a:pt x="621801" y="123682"/>
                </a:cubicBezTo>
                <a:cubicBezTo>
                  <a:pt x="424672" y="42024"/>
                  <a:pt x="213379" y="0"/>
                  <a:pt x="0" y="0"/>
                </a:cubicBezTo>
                <a:lnTo>
                  <a:pt x="157248" y="340699"/>
                </a:lnTo>
                <a:lnTo>
                  <a:pt x="0" y="681399"/>
                </a:lnTo>
                <a:cubicBezTo>
                  <a:pt x="123891" y="681399"/>
                  <a:pt x="246583" y="705802"/>
                  <a:pt x="361045" y="753217"/>
                </a:cubicBezTo>
                <a:cubicBezTo>
                  <a:pt x="475507" y="800633"/>
                  <a:pt x="579510" y="870127"/>
                  <a:pt x="667121" y="957738"/>
                </a:cubicBezTo>
                <a:cubicBezTo>
                  <a:pt x="754732" y="1045340"/>
                  <a:pt x="824226" y="1149343"/>
                  <a:pt x="871632" y="1263815"/>
                </a:cubicBezTo>
                <a:cubicBezTo>
                  <a:pt x="919048" y="1378277"/>
                  <a:pt x="943451" y="1500959"/>
                  <a:pt x="943451" y="1624860"/>
                </a:cubicBezTo>
                <a:lnTo>
                  <a:pt x="1284150" y="1782098"/>
                </a:lnTo>
                <a:lnTo>
                  <a:pt x="1624860" y="1624860"/>
                </a:lnTo>
              </a:path>
            </a:pathLst>
          </a:custGeom>
          <a:solidFill>
            <a:srgbClr val="32928C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1999" y="1312654"/>
            <a:ext cx="1624855" cy="1782100"/>
          </a:xfrm>
          <a:custGeom>
            <a:avLst/>
            <a:gdLst/>
            <a:ahLst/>
            <a:cxnLst/>
            <a:rect l="0" t="0" r="0" b="0"/>
            <a:pathLst>
              <a:path w="1624855" h="1782100">
                <a:moveTo>
                  <a:pt x="1624855" y="1624855"/>
                </a:moveTo>
                <a:cubicBezTo>
                  <a:pt x="1624855" y="1411476"/>
                  <a:pt x="1582828" y="1200186"/>
                  <a:pt x="1501171" y="1003050"/>
                </a:cubicBezTo>
                <a:cubicBezTo>
                  <a:pt x="1419514" y="805913"/>
                  <a:pt x="1299828" y="626790"/>
                  <a:pt x="1148947" y="475908"/>
                </a:cubicBezTo>
                <a:cubicBezTo>
                  <a:pt x="998065" y="325027"/>
                  <a:pt x="818942" y="205341"/>
                  <a:pt x="621805" y="123684"/>
                </a:cubicBezTo>
                <a:cubicBezTo>
                  <a:pt x="424669" y="42027"/>
                  <a:pt x="213379" y="0"/>
                  <a:pt x="0" y="0"/>
                </a:cubicBezTo>
                <a:lnTo>
                  <a:pt x="157244" y="340701"/>
                </a:lnTo>
                <a:lnTo>
                  <a:pt x="0" y="681404"/>
                </a:lnTo>
                <a:cubicBezTo>
                  <a:pt x="123896" y="681404"/>
                  <a:pt x="246578" y="705806"/>
                  <a:pt x="361043" y="753220"/>
                </a:cubicBezTo>
                <a:cubicBezTo>
                  <a:pt x="475508" y="800632"/>
                  <a:pt x="579513" y="870126"/>
                  <a:pt x="667121" y="957734"/>
                </a:cubicBezTo>
                <a:cubicBezTo>
                  <a:pt x="754729" y="1045342"/>
                  <a:pt x="824223" y="1149347"/>
                  <a:pt x="871635" y="1263812"/>
                </a:cubicBezTo>
                <a:cubicBezTo>
                  <a:pt x="919049" y="1378276"/>
                  <a:pt x="943451" y="1500959"/>
                  <a:pt x="943451" y="1624855"/>
                </a:cubicBezTo>
                <a:lnTo>
                  <a:pt x="1284154" y="1782100"/>
                </a:lnTo>
                <a:lnTo>
                  <a:pt x="1624855" y="1624855"/>
                </a:lnTo>
                <a:close/>
              </a:path>
            </a:pathLst>
          </a:custGeom>
          <a:noFill/>
          <a:ln w="26210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15892" y="2081403"/>
            <a:ext cx="1717224" cy="1717205"/>
          </a:xfrm>
          <a:custGeom>
            <a:avLst/>
            <a:gdLst/>
            <a:ahLst/>
            <a:cxnLst/>
            <a:rect l="0" t="0" r="0" b="0"/>
            <a:pathLst>
              <a:path w="1717224" h="1717205">
                <a:moveTo>
                  <a:pt x="0" y="858602"/>
                </a:moveTo>
                <a:cubicBezTo>
                  <a:pt x="0" y="1332795"/>
                  <a:pt x="384409" y="1717205"/>
                  <a:pt x="858612" y="1717205"/>
                </a:cubicBezTo>
                <a:cubicBezTo>
                  <a:pt x="1332814" y="1717205"/>
                  <a:pt x="1717224" y="1332795"/>
                  <a:pt x="1717224" y="858602"/>
                </a:cubicBezTo>
                <a:cubicBezTo>
                  <a:pt x="1717224" y="384409"/>
                  <a:pt x="1332814" y="0"/>
                  <a:pt x="858612" y="0"/>
                </a:cubicBezTo>
                <a:cubicBezTo>
                  <a:pt x="384409" y="0"/>
                  <a:pt x="0" y="384409"/>
                  <a:pt x="0" y="858602"/>
                </a:cubicBezTo>
              </a:path>
            </a:pathLst>
          </a:custGeom>
          <a:solidFill>
            <a:srgbClr val="E6E6E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15892" y="2081403"/>
            <a:ext cx="1717225" cy="1717205"/>
          </a:xfrm>
          <a:custGeom>
            <a:avLst/>
            <a:gdLst/>
            <a:ahLst/>
            <a:cxnLst/>
            <a:rect l="0" t="0" r="0" b="0"/>
            <a:pathLst>
              <a:path w="1717225" h="1717205">
                <a:moveTo>
                  <a:pt x="0" y="858602"/>
                </a:moveTo>
                <a:cubicBezTo>
                  <a:pt x="0" y="1332796"/>
                  <a:pt x="384414" y="1717205"/>
                  <a:pt x="858612" y="1717205"/>
                </a:cubicBezTo>
                <a:cubicBezTo>
                  <a:pt x="1332811" y="1717205"/>
                  <a:pt x="1717225" y="1332796"/>
                  <a:pt x="1717225" y="858602"/>
                </a:cubicBezTo>
                <a:cubicBezTo>
                  <a:pt x="1717225" y="384409"/>
                  <a:pt x="1332811" y="0"/>
                  <a:pt x="858612" y="0"/>
                </a:cubicBezTo>
                <a:cubicBezTo>
                  <a:pt x="384414" y="0"/>
                  <a:pt x="0" y="384409"/>
                  <a:pt x="0" y="858602"/>
                </a:cubicBezTo>
              </a:path>
            </a:pathLst>
          </a:custGeom>
          <a:noFill/>
          <a:ln w="26210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42920" y="1725628"/>
            <a:ext cx="417576" cy="425662"/>
          </a:xfrm>
          <a:custGeom>
            <a:avLst/>
            <a:gdLst/>
            <a:ahLst/>
            <a:cxnLst/>
            <a:rect l="0" t="0" r="0" b="0"/>
            <a:pathLst>
              <a:path w="417576" h="425662">
                <a:moveTo>
                  <a:pt x="232076" y="25317"/>
                </a:moveTo>
                <a:lnTo>
                  <a:pt x="241287" y="52920"/>
                </a:lnTo>
                <a:cubicBezTo>
                  <a:pt x="243573" y="62150"/>
                  <a:pt x="255089" y="69046"/>
                  <a:pt x="264280" y="66722"/>
                </a:cubicBezTo>
                <a:lnTo>
                  <a:pt x="291884" y="59845"/>
                </a:lnTo>
                <a:cubicBezTo>
                  <a:pt x="317220" y="55225"/>
                  <a:pt x="333308" y="82848"/>
                  <a:pt x="317220" y="101250"/>
                </a:cubicBezTo>
                <a:lnTo>
                  <a:pt x="296494" y="121967"/>
                </a:lnTo>
                <a:cubicBezTo>
                  <a:pt x="289607" y="128997"/>
                  <a:pt x="289607" y="140246"/>
                  <a:pt x="296494" y="147266"/>
                </a:cubicBezTo>
                <a:lnTo>
                  <a:pt x="317201" y="167973"/>
                </a:lnTo>
                <a:cubicBezTo>
                  <a:pt x="333308" y="186385"/>
                  <a:pt x="317201" y="216303"/>
                  <a:pt x="291903" y="209378"/>
                </a:cubicBezTo>
                <a:lnTo>
                  <a:pt x="264299" y="207111"/>
                </a:lnTo>
                <a:cubicBezTo>
                  <a:pt x="255089" y="204787"/>
                  <a:pt x="243573" y="209378"/>
                  <a:pt x="241268" y="220913"/>
                </a:cubicBezTo>
                <a:lnTo>
                  <a:pt x="232076" y="248516"/>
                </a:lnTo>
                <a:cubicBezTo>
                  <a:pt x="229381" y="259670"/>
                  <a:pt x="219389" y="267528"/>
                  <a:pt x="207911" y="267528"/>
                </a:cubicBezTo>
                <a:cubicBezTo>
                  <a:pt x="196443" y="267528"/>
                  <a:pt x="186451" y="259670"/>
                  <a:pt x="183756" y="248516"/>
                </a:cubicBezTo>
                <a:lnTo>
                  <a:pt x="174545" y="220913"/>
                </a:lnTo>
                <a:cubicBezTo>
                  <a:pt x="172259" y="211702"/>
                  <a:pt x="160743" y="204787"/>
                  <a:pt x="151552" y="207111"/>
                </a:cubicBezTo>
                <a:lnTo>
                  <a:pt x="123948" y="213988"/>
                </a:lnTo>
                <a:cubicBezTo>
                  <a:pt x="98612" y="218608"/>
                  <a:pt x="82524" y="190985"/>
                  <a:pt x="98612" y="172583"/>
                </a:cubicBezTo>
                <a:lnTo>
                  <a:pt x="119338" y="151866"/>
                </a:lnTo>
                <a:cubicBezTo>
                  <a:pt x="126234" y="144846"/>
                  <a:pt x="126234" y="133588"/>
                  <a:pt x="119338" y="126568"/>
                </a:cubicBezTo>
                <a:lnTo>
                  <a:pt x="100917" y="101250"/>
                </a:lnTo>
                <a:cubicBezTo>
                  <a:pt x="84829" y="82848"/>
                  <a:pt x="100917" y="52939"/>
                  <a:pt x="126234" y="59845"/>
                </a:cubicBezTo>
                <a:lnTo>
                  <a:pt x="153838" y="66741"/>
                </a:lnTo>
                <a:cubicBezTo>
                  <a:pt x="163048" y="69046"/>
                  <a:pt x="174564" y="64436"/>
                  <a:pt x="176850" y="52939"/>
                </a:cubicBezTo>
                <a:lnTo>
                  <a:pt x="186061" y="25336"/>
                </a:lnTo>
                <a:cubicBezTo>
                  <a:pt x="190652" y="0"/>
                  <a:pt x="225180" y="0"/>
                  <a:pt x="232076" y="25336"/>
                </a:cubicBezTo>
                <a:moveTo>
                  <a:pt x="242420" y="136912"/>
                </a:moveTo>
                <a:cubicBezTo>
                  <a:pt x="242420" y="117852"/>
                  <a:pt x="226971" y="102403"/>
                  <a:pt x="207911" y="102403"/>
                </a:cubicBezTo>
                <a:cubicBezTo>
                  <a:pt x="188861" y="102403"/>
                  <a:pt x="173412" y="117852"/>
                  <a:pt x="173412" y="136912"/>
                </a:cubicBezTo>
                <a:cubicBezTo>
                  <a:pt x="173412" y="155962"/>
                  <a:pt x="188861" y="171411"/>
                  <a:pt x="207911" y="171411"/>
                </a:cubicBezTo>
                <a:cubicBezTo>
                  <a:pt x="226971" y="171411"/>
                  <a:pt x="242420" y="155962"/>
                  <a:pt x="242420" y="136912"/>
                </a:cubicBezTo>
                <a:moveTo>
                  <a:pt x="288283" y="294627"/>
                </a:moveTo>
                <a:lnTo>
                  <a:pt x="288283" y="425662"/>
                </a:lnTo>
                <a:lnTo>
                  <a:pt x="13106" y="425662"/>
                </a:lnTo>
                <a:cubicBezTo>
                  <a:pt x="5867" y="425662"/>
                  <a:pt x="0" y="419795"/>
                  <a:pt x="0" y="412556"/>
                </a:cubicBezTo>
                <a:lnTo>
                  <a:pt x="0" y="307724"/>
                </a:lnTo>
                <a:cubicBezTo>
                  <a:pt x="0" y="300494"/>
                  <a:pt x="5867" y="294627"/>
                  <a:pt x="13106" y="294627"/>
                </a:cubicBezTo>
                <a:lnTo>
                  <a:pt x="288283" y="294627"/>
                </a:lnTo>
                <a:moveTo>
                  <a:pt x="340699" y="425662"/>
                </a:moveTo>
                <a:lnTo>
                  <a:pt x="314496" y="425662"/>
                </a:lnTo>
                <a:lnTo>
                  <a:pt x="314496" y="294627"/>
                </a:lnTo>
                <a:lnTo>
                  <a:pt x="340699" y="294627"/>
                </a:lnTo>
                <a:lnTo>
                  <a:pt x="340699" y="425662"/>
                </a:lnTo>
                <a:moveTo>
                  <a:pt x="366902" y="425662"/>
                </a:moveTo>
                <a:lnTo>
                  <a:pt x="378266" y="425662"/>
                </a:lnTo>
                <a:cubicBezTo>
                  <a:pt x="399478" y="425662"/>
                  <a:pt x="417576" y="407565"/>
                  <a:pt x="417576" y="386353"/>
                </a:cubicBezTo>
                <a:lnTo>
                  <a:pt x="417576" y="333936"/>
                </a:lnTo>
                <a:cubicBezTo>
                  <a:pt x="417576" y="312724"/>
                  <a:pt x="399478" y="294627"/>
                  <a:pt x="378266" y="294627"/>
                </a:cubicBezTo>
                <a:lnTo>
                  <a:pt x="366902" y="294627"/>
                </a:lnTo>
                <a:lnTo>
                  <a:pt x="366902" y="425662"/>
                </a:lnTo>
                <a:moveTo>
                  <a:pt x="78800" y="373246"/>
                </a:moveTo>
                <a:lnTo>
                  <a:pt x="26212" y="373246"/>
                </a:lnTo>
                <a:lnTo>
                  <a:pt x="26212" y="399449"/>
                </a:lnTo>
                <a:lnTo>
                  <a:pt x="96974" y="399449"/>
                </a:lnTo>
                <a:cubicBezTo>
                  <a:pt x="108080" y="399449"/>
                  <a:pt x="117062" y="390486"/>
                  <a:pt x="117062" y="377618"/>
                </a:cubicBezTo>
                <a:lnTo>
                  <a:pt x="117062" y="342671"/>
                </a:lnTo>
                <a:cubicBezTo>
                  <a:pt x="117062" y="330269"/>
                  <a:pt x="106775" y="320830"/>
                  <a:pt x="96974" y="320830"/>
                </a:cubicBezTo>
                <a:lnTo>
                  <a:pt x="26212" y="320830"/>
                </a:lnTo>
                <a:lnTo>
                  <a:pt x="26212" y="347043"/>
                </a:lnTo>
                <a:lnTo>
                  <a:pt x="78800" y="347043"/>
                </a:lnTo>
                <a:cubicBezTo>
                  <a:pt x="86039" y="347043"/>
                  <a:pt x="91906" y="352901"/>
                  <a:pt x="91906" y="360140"/>
                </a:cubicBezTo>
                <a:cubicBezTo>
                  <a:pt x="91906" y="367379"/>
                  <a:pt x="86039" y="373246"/>
                  <a:pt x="78800" y="373246"/>
                </a:cubicBezTo>
              </a:path>
            </a:pathLst>
          </a:custGeom>
          <a:solidFill>
            <a:srgbClr val="C8A2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310350" y="1871743"/>
            <a:ext cx="422281" cy="420014"/>
          </a:xfrm>
          <a:custGeom>
            <a:avLst/>
            <a:gdLst/>
            <a:ahLst/>
            <a:cxnLst/>
            <a:rect l="0" t="0" r="0" b="0"/>
            <a:pathLst>
              <a:path w="422281" h="420014">
                <a:moveTo>
                  <a:pt x="347510" y="366903"/>
                </a:moveTo>
                <a:cubicBezTo>
                  <a:pt x="331336" y="372894"/>
                  <a:pt x="313496" y="372589"/>
                  <a:pt x="297541" y="366026"/>
                </a:cubicBezTo>
                <a:cubicBezTo>
                  <a:pt x="293027" y="364455"/>
                  <a:pt x="290617" y="359559"/>
                  <a:pt x="292122" y="355025"/>
                </a:cubicBezTo>
                <a:cubicBezTo>
                  <a:pt x="293617" y="350443"/>
                  <a:pt x="298542" y="347938"/>
                  <a:pt x="303133" y="349434"/>
                </a:cubicBezTo>
                <a:cubicBezTo>
                  <a:pt x="314715" y="354549"/>
                  <a:pt x="327793" y="355168"/>
                  <a:pt x="339823" y="351177"/>
                </a:cubicBezTo>
                <a:cubicBezTo>
                  <a:pt x="374761" y="333708"/>
                  <a:pt x="387343" y="269233"/>
                  <a:pt x="387343" y="254212"/>
                </a:cubicBezTo>
                <a:cubicBezTo>
                  <a:pt x="387343" y="239182"/>
                  <a:pt x="372313" y="210531"/>
                  <a:pt x="352396" y="210531"/>
                </a:cubicBezTo>
                <a:cubicBezTo>
                  <a:pt x="341528" y="211359"/>
                  <a:pt x="330888" y="214074"/>
                  <a:pt x="320954" y="218570"/>
                </a:cubicBezTo>
                <a:cubicBezTo>
                  <a:pt x="318820" y="219484"/>
                  <a:pt x="316410" y="219503"/>
                  <a:pt x="314277" y="218617"/>
                </a:cubicBezTo>
                <a:cubicBezTo>
                  <a:pt x="312134" y="217722"/>
                  <a:pt x="310448" y="216007"/>
                  <a:pt x="309591" y="213855"/>
                </a:cubicBezTo>
                <a:cubicBezTo>
                  <a:pt x="308724" y="211721"/>
                  <a:pt x="308724" y="209340"/>
                  <a:pt x="309591" y="207216"/>
                </a:cubicBezTo>
                <a:cubicBezTo>
                  <a:pt x="289159" y="198139"/>
                  <a:pt x="266252" y="196224"/>
                  <a:pt x="244602" y="201796"/>
                </a:cubicBezTo>
                <a:cubicBezTo>
                  <a:pt x="200567" y="209130"/>
                  <a:pt x="183451" y="254212"/>
                  <a:pt x="157238" y="271681"/>
                </a:cubicBezTo>
                <a:cubicBezTo>
                  <a:pt x="131035" y="289150"/>
                  <a:pt x="87353" y="297894"/>
                  <a:pt x="69884" y="262947"/>
                </a:cubicBezTo>
                <a:cubicBezTo>
                  <a:pt x="65417" y="254298"/>
                  <a:pt x="64770" y="244173"/>
                  <a:pt x="68084" y="235019"/>
                </a:cubicBezTo>
                <a:cubicBezTo>
                  <a:pt x="71399" y="225866"/>
                  <a:pt x="78381" y="218513"/>
                  <a:pt x="87353" y="214722"/>
                </a:cubicBezTo>
                <a:cubicBezTo>
                  <a:pt x="89363" y="213645"/>
                  <a:pt x="90868" y="211826"/>
                  <a:pt x="91544" y="209654"/>
                </a:cubicBezTo>
                <a:cubicBezTo>
                  <a:pt x="92763" y="207302"/>
                  <a:pt x="92763" y="204501"/>
                  <a:pt x="91544" y="202149"/>
                </a:cubicBezTo>
                <a:lnTo>
                  <a:pt x="70408" y="171049"/>
                </a:lnTo>
                <a:cubicBezTo>
                  <a:pt x="69218" y="168983"/>
                  <a:pt x="67170" y="167573"/>
                  <a:pt x="64817" y="167201"/>
                </a:cubicBezTo>
                <a:cubicBezTo>
                  <a:pt x="62503" y="166687"/>
                  <a:pt x="60083" y="167201"/>
                  <a:pt x="58178" y="168602"/>
                </a:cubicBezTo>
                <a:cubicBezTo>
                  <a:pt x="33766" y="184184"/>
                  <a:pt x="16116" y="208387"/>
                  <a:pt x="8734" y="236391"/>
                </a:cubicBezTo>
                <a:cubicBezTo>
                  <a:pt x="0" y="280073"/>
                  <a:pt x="8734" y="306276"/>
                  <a:pt x="34937" y="332479"/>
                </a:cubicBezTo>
                <a:cubicBezTo>
                  <a:pt x="61150" y="358692"/>
                  <a:pt x="122301" y="358692"/>
                  <a:pt x="122301" y="358692"/>
                </a:cubicBezTo>
                <a:lnTo>
                  <a:pt x="133483" y="358692"/>
                </a:lnTo>
                <a:cubicBezTo>
                  <a:pt x="119348" y="369712"/>
                  <a:pt x="101765" y="375351"/>
                  <a:pt x="83858" y="374589"/>
                </a:cubicBezTo>
                <a:cubicBezTo>
                  <a:pt x="77609" y="373160"/>
                  <a:pt x="71237" y="376466"/>
                  <a:pt x="68808" y="382409"/>
                </a:cubicBezTo>
                <a:cubicBezTo>
                  <a:pt x="66389" y="388343"/>
                  <a:pt x="68618" y="395163"/>
                  <a:pt x="74075" y="398526"/>
                </a:cubicBezTo>
                <a:cubicBezTo>
                  <a:pt x="91135" y="409946"/>
                  <a:pt x="111204" y="416023"/>
                  <a:pt x="131730" y="415994"/>
                </a:cubicBezTo>
                <a:cubicBezTo>
                  <a:pt x="164077" y="414318"/>
                  <a:pt x="195519" y="404717"/>
                  <a:pt x="223285" y="388038"/>
                </a:cubicBezTo>
                <a:cubicBezTo>
                  <a:pt x="227180" y="385752"/>
                  <a:pt x="232181" y="386810"/>
                  <a:pt x="234819" y="390486"/>
                </a:cubicBezTo>
                <a:lnTo>
                  <a:pt x="253336" y="416347"/>
                </a:lnTo>
                <a:cubicBezTo>
                  <a:pt x="255022" y="418623"/>
                  <a:pt x="257670" y="419976"/>
                  <a:pt x="260499" y="420014"/>
                </a:cubicBezTo>
                <a:lnTo>
                  <a:pt x="413204" y="420014"/>
                </a:lnTo>
                <a:cubicBezTo>
                  <a:pt x="418023" y="420014"/>
                  <a:pt x="421938" y="416109"/>
                  <a:pt x="421938" y="411279"/>
                </a:cubicBezTo>
                <a:lnTo>
                  <a:pt x="421938" y="244602"/>
                </a:lnTo>
                <a:lnTo>
                  <a:pt x="403764" y="244602"/>
                </a:lnTo>
                <a:cubicBezTo>
                  <a:pt x="407431" y="262947"/>
                  <a:pt x="393811" y="343842"/>
                  <a:pt x="347510" y="366903"/>
                </a:cubicBezTo>
                <a:moveTo>
                  <a:pt x="215426" y="362188"/>
                </a:moveTo>
                <a:cubicBezTo>
                  <a:pt x="190766" y="378009"/>
                  <a:pt x="162534" y="387381"/>
                  <a:pt x="133302" y="389439"/>
                </a:cubicBezTo>
                <a:cubicBezTo>
                  <a:pt x="157067" y="376085"/>
                  <a:pt x="178727" y="359311"/>
                  <a:pt x="197605" y="339651"/>
                </a:cubicBezTo>
                <a:cubicBezTo>
                  <a:pt x="201472" y="335299"/>
                  <a:pt x="207568" y="333698"/>
                  <a:pt x="213083" y="335565"/>
                </a:cubicBezTo>
                <a:cubicBezTo>
                  <a:pt x="218589" y="337432"/>
                  <a:pt x="222456" y="342414"/>
                  <a:pt x="222885" y="348214"/>
                </a:cubicBezTo>
                <a:cubicBezTo>
                  <a:pt x="223323" y="354015"/>
                  <a:pt x="220246" y="359521"/>
                  <a:pt x="215074" y="362188"/>
                </a:cubicBezTo>
                <a:moveTo>
                  <a:pt x="238829" y="289150"/>
                </a:moveTo>
                <a:cubicBezTo>
                  <a:pt x="229181" y="289150"/>
                  <a:pt x="221361" y="281330"/>
                  <a:pt x="221361" y="271681"/>
                </a:cubicBezTo>
                <a:cubicBezTo>
                  <a:pt x="221361" y="262032"/>
                  <a:pt x="229181" y="254212"/>
                  <a:pt x="238829" y="254212"/>
                </a:cubicBezTo>
                <a:cubicBezTo>
                  <a:pt x="248488" y="254212"/>
                  <a:pt x="256308" y="262032"/>
                  <a:pt x="256308" y="271681"/>
                </a:cubicBezTo>
                <a:cubicBezTo>
                  <a:pt x="256117" y="281197"/>
                  <a:pt x="248345" y="288807"/>
                  <a:pt x="238829" y="288807"/>
                </a:cubicBezTo>
                <a:moveTo>
                  <a:pt x="70056" y="137674"/>
                </a:moveTo>
                <a:lnTo>
                  <a:pt x="122472" y="215950"/>
                </a:lnTo>
                <a:cubicBezTo>
                  <a:pt x="130644" y="227809"/>
                  <a:pt x="146827" y="230914"/>
                  <a:pt x="158810" y="222932"/>
                </a:cubicBezTo>
                <a:cubicBezTo>
                  <a:pt x="164592" y="219065"/>
                  <a:pt x="168573" y="213055"/>
                  <a:pt x="169887" y="206225"/>
                </a:cubicBezTo>
                <a:cubicBezTo>
                  <a:pt x="171202" y="199396"/>
                  <a:pt x="169735" y="192328"/>
                  <a:pt x="165801" y="186594"/>
                </a:cubicBezTo>
                <a:lnTo>
                  <a:pt x="113385" y="107975"/>
                </a:lnTo>
                <a:cubicBezTo>
                  <a:pt x="116928" y="97116"/>
                  <a:pt x="115985" y="85286"/>
                  <a:pt x="110766" y="75123"/>
                </a:cubicBezTo>
                <a:cubicBezTo>
                  <a:pt x="103517" y="59674"/>
                  <a:pt x="90258" y="47872"/>
                  <a:pt x="74075" y="42452"/>
                </a:cubicBezTo>
                <a:cubicBezTo>
                  <a:pt x="61845" y="40147"/>
                  <a:pt x="50653" y="34032"/>
                  <a:pt x="42100" y="24984"/>
                </a:cubicBezTo>
                <a:cubicBezTo>
                  <a:pt x="38709" y="21421"/>
                  <a:pt x="33604" y="20069"/>
                  <a:pt x="28889" y="21469"/>
                </a:cubicBezTo>
                <a:cubicBezTo>
                  <a:pt x="24174" y="22869"/>
                  <a:pt x="20640" y="26784"/>
                  <a:pt x="19745" y="31622"/>
                </a:cubicBezTo>
                <a:cubicBezTo>
                  <a:pt x="6810" y="97840"/>
                  <a:pt x="33547" y="140817"/>
                  <a:pt x="70056" y="137674"/>
                </a:cubicBezTo>
                <a:moveTo>
                  <a:pt x="80714" y="108670"/>
                </a:moveTo>
                <a:cubicBezTo>
                  <a:pt x="54511" y="121605"/>
                  <a:pt x="45777" y="91201"/>
                  <a:pt x="45777" y="91201"/>
                </a:cubicBezTo>
                <a:cubicBezTo>
                  <a:pt x="45777" y="91201"/>
                  <a:pt x="74952" y="72161"/>
                  <a:pt x="75304" y="72161"/>
                </a:cubicBezTo>
                <a:cubicBezTo>
                  <a:pt x="92421" y="84391"/>
                  <a:pt x="92592" y="103079"/>
                  <a:pt x="80714" y="108670"/>
                </a:cubicBezTo>
                <a:moveTo>
                  <a:pt x="387343" y="0"/>
                </a:moveTo>
                <a:lnTo>
                  <a:pt x="212626" y="0"/>
                </a:lnTo>
                <a:cubicBezTo>
                  <a:pt x="193328" y="0"/>
                  <a:pt x="177679" y="15640"/>
                  <a:pt x="177679" y="34947"/>
                </a:cubicBezTo>
                <a:lnTo>
                  <a:pt x="177679" y="143970"/>
                </a:lnTo>
                <a:cubicBezTo>
                  <a:pt x="177679" y="153619"/>
                  <a:pt x="185508" y="161439"/>
                  <a:pt x="195157" y="161439"/>
                </a:cubicBezTo>
                <a:cubicBezTo>
                  <a:pt x="204806" y="161439"/>
                  <a:pt x="212626" y="153619"/>
                  <a:pt x="212626" y="143970"/>
                </a:cubicBezTo>
                <a:lnTo>
                  <a:pt x="212626" y="34947"/>
                </a:lnTo>
                <a:lnTo>
                  <a:pt x="387343" y="34947"/>
                </a:lnTo>
                <a:lnTo>
                  <a:pt x="387343" y="183451"/>
                </a:lnTo>
                <a:cubicBezTo>
                  <a:pt x="387343" y="193100"/>
                  <a:pt x="395163" y="200920"/>
                  <a:pt x="404812" y="200920"/>
                </a:cubicBezTo>
                <a:cubicBezTo>
                  <a:pt x="414461" y="200920"/>
                  <a:pt x="422281" y="193100"/>
                  <a:pt x="422281" y="183451"/>
                </a:cubicBezTo>
                <a:lnTo>
                  <a:pt x="422281" y="34947"/>
                </a:lnTo>
                <a:cubicBezTo>
                  <a:pt x="422281" y="15640"/>
                  <a:pt x="406641" y="0"/>
                  <a:pt x="387343" y="0"/>
                </a:cubicBezTo>
                <a:moveTo>
                  <a:pt x="275701" y="110242"/>
                </a:moveTo>
                <a:cubicBezTo>
                  <a:pt x="280797" y="104632"/>
                  <a:pt x="288036" y="101431"/>
                  <a:pt x="295617" y="101431"/>
                </a:cubicBezTo>
                <a:cubicBezTo>
                  <a:pt x="303199" y="101431"/>
                  <a:pt x="310438" y="104632"/>
                  <a:pt x="315534" y="110242"/>
                </a:cubicBezTo>
                <a:lnTo>
                  <a:pt x="354672" y="155848"/>
                </a:lnTo>
                <a:cubicBezTo>
                  <a:pt x="356939" y="158438"/>
                  <a:pt x="357482" y="162115"/>
                  <a:pt x="356054" y="165249"/>
                </a:cubicBezTo>
                <a:cubicBezTo>
                  <a:pt x="354615" y="168382"/>
                  <a:pt x="351472" y="170373"/>
                  <a:pt x="348033" y="170345"/>
                </a:cubicBezTo>
                <a:lnTo>
                  <a:pt x="243201" y="170345"/>
                </a:lnTo>
                <a:cubicBezTo>
                  <a:pt x="239810" y="170364"/>
                  <a:pt x="236724" y="168382"/>
                  <a:pt x="235343" y="165277"/>
                </a:cubicBezTo>
                <a:cubicBezTo>
                  <a:pt x="233895" y="162163"/>
                  <a:pt x="234372" y="158495"/>
                  <a:pt x="236562" y="155848"/>
                </a:cubicBezTo>
                <a:lnTo>
                  <a:pt x="275701" y="110242"/>
                </a:lnTo>
                <a:moveTo>
                  <a:pt x="330555" y="74256"/>
                </a:moveTo>
                <a:cubicBezTo>
                  <a:pt x="330555" y="64608"/>
                  <a:pt x="338385" y="56778"/>
                  <a:pt x="348033" y="56778"/>
                </a:cubicBezTo>
                <a:cubicBezTo>
                  <a:pt x="357682" y="56778"/>
                  <a:pt x="365502" y="64608"/>
                  <a:pt x="365502" y="74256"/>
                </a:cubicBezTo>
                <a:cubicBezTo>
                  <a:pt x="365502" y="83905"/>
                  <a:pt x="357682" y="91725"/>
                  <a:pt x="348033" y="91725"/>
                </a:cubicBezTo>
                <a:cubicBezTo>
                  <a:pt x="338385" y="91725"/>
                  <a:pt x="330555" y="83905"/>
                  <a:pt x="330555" y="74256"/>
                </a:cubicBezTo>
              </a:path>
            </a:pathLst>
          </a:custGeom>
          <a:solidFill>
            <a:srgbClr val="32928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358775" y="3545328"/>
            <a:ext cx="427015" cy="421062"/>
          </a:xfrm>
          <a:custGeom>
            <a:avLst/>
            <a:gdLst/>
            <a:ahLst/>
            <a:cxnLst/>
            <a:rect l="0" t="0" r="0" b="0"/>
            <a:pathLst>
              <a:path w="427015" h="421062">
                <a:moveTo>
                  <a:pt x="119281" y="20193"/>
                </a:moveTo>
                <a:lnTo>
                  <a:pt x="126615" y="42214"/>
                </a:lnTo>
                <a:cubicBezTo>
                  <a:pt x="128454" y="49549"/>
                  <a:pt x="137626" y="55073"/>
                  <a:pt x="144960" y="53216"/>
                </a:cubicBezTo>
                <a:lnTo>
                  <a:pt x="166973" y="47710"/>
                </a:lnTo>
                <a:cubicBezTo>
                  <a:pt x="187175" y="44043"/>
                  <a:pt x="200015" y="66055"/>
                  <a:pt x="187175" y="80752"/>
                </a:cubicBezTo>
                <a:lnTo>
                  <a:pt x="170659" y="97259"/>
                </a:lnTo>
                <a:cubicBezTo>
                  <a:pt x="165144" y="102870"/>
                  <a:pt x="165144" y="111861"/>
                  <a:pt x="170659" y="117462"/>
                </a:cubicBezTo>
                <a:lnTo>
                  <a:pt x="187175" y="133969"/>
                </a:lnTo>
                <a:cubicBezTo>
                  <a:pt x="200034" y="148647"/>
                  <a:pt x="187175" y="172516"/>
                  <a:pt x="166992" y="166992"/>
                </a:cubicBezTo>
                <a:lnTo>
                  <a:pt x="144980" y="165173"/>
                </a:lnTo>
                <a:cubicBezTo>
                  <a:pt x="137636" y="163344"/>
                  <a:pt x="128454" y="167011"/>
                  <a:pt x="126634" y="176183"/>
                </a:cubicBezTo>
                <a:lnTo>
                  <a:pt x="119281" y="198196"/>
                </a:lnTo>
                <a:cubicBezTo>
                  <a:pt x="117119" y="207092"/>
                  <a:pt x="109156" y="213350"/>
                  <a:pt x="100002" y="213350"/>
                </a:cubicBezTo>
                <a:cubicBezTo>
                  <a:pt x="90858" y="213350"/>
                  <a:pt x="82896" y="207092"/>
                  <a:pt x="80733" y="198196"/>
                </a:cubicBezTo>
                <a:lnTo>
                  <a:pt x="73399" y="176183"/>
                </a:lnTo>
                <a:cubicBezTo>
                  <a:pt x="71561" y="168849"/>
                  <a:pt x="62388" y="163344"/>
                  <a:pt x="55054" y="165173"/>
                </a:cubicBezTo>
                <a:lnTo>
                  <a:pt x="33042" y="170678"/>
                </a:lnTo>
                <a:cubicBezTo>
                  <a:pt x="12820" y="174345"/>
                  <a:pt x="0" y="152333"/>
                  <a:pt x="12820" y="137655"/>
                </a:cubicBezTo>
                <a:lnTo>
                  <a:pt x="29337" y="121129"/>
                </a:lnTo>
                <a:cubicBezTo>
                  <a:pt x="34832" y="115528"/>
                  <a:pt x="34832" y="106546"/>
                  <a:pt x="29337" y="100945"/>
                </a:cubicBezTo>
                <a:lnTo>
                  <a:pt x="14678" y="80733"/>
                </a:lnTo>
                <a:cubicBezTo>
                  <a:pt x="1838" y="66055"/>
                  <a:pt x="14678" y="42195"/>
                  <a:pt x="34851" y="47710"/>
                </a:cubicBezTo>
                <a:lnTo>
                  <a:pt x="56873" y="53216"/>
                </a:lnTo>
                <a:cubicBezTo>
                  <a:pt x="64208" y="55054"/>
                  <a:pt x="73399" y="51387"/>
                  <a:pt x="75228" y="42214"/>
                </a:cubicBezTo>
                <a:lnTo>
                  <a:pt x="82572" y="20183"/>
                </a:lnTo>
                <a:cubicBezTo>
                  <a:pt x="86239" y="0"/>
                  <a:pt x="113776" y="0"/>
                  <a:pt x="119262" y="20183"/>
                </a:cubicBezTo>
                <a:moveTo>
                  <a:pt x="127520" y="109194"/>
                </a:moveTo>
                <a:cubicBezTo>
                  <a:pt x="126996" y="94383"/>
                  <a:pt x="114833" y="82638"/>
                  <a:pt x="100002" y="82638"/>
                </a:cubicBezTo>
                <a:cubicBezTo>
                  <a:pt x="85182" y="82638"/>
                  <a:pt x="73018" y="94383"/>
                  <a:pt x="72485" y="109194"/>
                </a:cubicBezTo>
                <a:cubicBezTo>
                  <a:pt x="72237" y="119195"/>
                  <a:pt x="77428" y="128549"/>
                  <a:pt x="86048" y="133616"/>
                </a:cubicBezTo>
                <a:cubicBezTo>
                  <a:pt x="94668" y="138693"/>
                  <a:pt x="105365" y="138693"/>
                  <a:pt x="113985" y="133616"/>
                </a:cubicBezTo>
                <a:cubicBezTo>
                  <a:pt x="122605" y="128549"/>
                  <a:pt x="127796" y="119195"/>
                  <a:pt x="127539" y="109194"/>
                </a:cubicBezTo>
                <a:moveTo>
                  <a:pt x="7686" y="192290"/>
                </a:moveTo>
                <a:lnTo>
                  <a:pt x="7686" y="300580"/>
                </a:lnTo>
                <a:cubicBezTo>
                  <a:pt x="7686" y="329136"/>
                  <a:pt x="30784" y="352301"/>
                  <a:pt x="59331" y="352405"/>
                </a:cubicBezTo>
                <a:lnTo>
                  <a:pt x="160839" y="352405"/>
                </a:lnTo>
                <a:lnTo>
                  <a:pt x="152438" y="386124"/>
                </a:lnTo>
                <a:lnTo>
                  <a:pt x="114842" y="386124"/>
                </a:lnTo>
                <a:cubicBezTo>
                  <a:pt x="105194" y="386124"/>
                  <a:pt x="97364" y="393944"/>
                  <a:pt x="97364" y="403593"/>
                </a:cubicBezTo>
                <a:cubicBezTo>
                  <a:pt x="97364" y="413242"/>
                  <a:pt x="105194" y="421062"/>
                  <a:pt x="114842" y="421062"/>
                </a:cubicBezTo>
                <a:lnTo>
                  <a:pt x="319830" y="421062"/>
                </a:lnTo>
                <a:cubicBezTo>
                  <a:pt x="329479" y="421062"/>
                  <a:pt x="337308" y="413242"/>
                  <a:pt x="337308" y="403593"/>
                </a:cubicBezTo>
                <a:cubicBezTo>
                  <a:pt x="337308" y="393944"/>
                  <a:pt x="329479" y="386124"/>
                  <a:pt x="319830" y="386124"/>
                </a:cubicBezTo>
                <a:lnTo>
                  <a:pt x="282254" y="386124"/>
                </a:lnTo>
                <a:lnTo>
                  <a:pt x="273862" y="352405"/>
                </a:lnTo>
                <a:lnTo>
                  <a:pt x="375380" y="352405"/>
                </a:lnTo>
                <a:cubicBezTo>
                  <a:pt x="403926" y="352291"/>
                  <a:pt x="427015" y="329117"/>
                  <a:pt x="427005" y="300561"/>
                </a:cubicBezTo>
                <a:lnTo>
                  <a:pt x="427005" y="94554"/>
                </a:lnTo>
                <a:cubicBezTo>
                  <a:pt x="426996" y="66008"/>
                  <a:pt x="403907" y="42852"/>
                  <a:pt x="375361" y="42748"/>
                </a:cubicBezTo>
                <a:lnTo>
                  <a:pt x="211226" y="42748"/>
                </a:lnTo>
                <a:cubicBezTo>
                  <a:pt x="217941" y="52797"/>
                  <a:pt x="220770" y="65274"/>
                  <a:pt x="217760" y="77695"/>
                </a:cubicBezTo>
                <a:lnTo>
                  <a:pt x="375380" y="77695"/>
                </a:lnTo>
                <a:cubicBezTo>
                  <a:pt x="384448" y="77695"/>
                  <a:pt x="392077" y="85239"/>
                  <a:pt x="392077" y="94554"/>
                </a:cubicBezTo>
                <a:lnTo>
                  <a:pt x="392077" y="300580"/>
                </a:lnTo>
                <a:cubicBezTo>
                  <a:pt x="392077" y="309838"/>
                  <a:pt x="384629" y="317363"/>
                  <a:pt x="375380" y="317458"/>
                </a:cubicBezTo>
                <a:lnTo>
                  <a:pt x="59331" y="317458"/>
                </a:lnTo>
                <a:cubicBezTo>
                  <a:pt x="50072" y="317363"/>
                  <a:pt x="42624" y="309819"/>
                  <a:pt x="42633" y="300561"/>
                </a:cubicBezTo>
                <a:lnTo>
                  <a:pt x="42633" y="195281"/>
                </a:lnTo>
                <a:lnTo>
                  <a:pt x="39376" y="196081"/>
                </a:lnTo>
                <a:cubicBezTo>
                  <a:pt x="28689" y="198491"/>
                  <a:pt x="17506" y="197157"/>
                  <a:pt x="7686" y="192290"/>
                </a:cubicBezTo>
                <a:moveTo>
                  <a:pt x="237858" y="352405"/>
                </a:moveTo>
                <a:lnTo>
                  <a:pt x="246240" y="386124"/>
                </a:lnTo>
                <a:lnTo>
                  <a:pt x="188452" y="386124"/>
                </a:lnTo>
                <a:lnTo>
                  <a:pt x="196834" y="352405"/>
                </a:lnTo>
                <a:lnTo>
                  <a:pt x="237858" y="352405"/>
                </a:lnTo>
                <a:moveTo>
                  <a:pt x="299075" y="221151"/>
                </a:moveTo>
                <a:lnTo>
                  <a:pt x="264137" y="291036"/>
                </a:lnTo>
                <a:cubicBezTo>
                  <a:pt x="259822" y="299675"/>
                  <a:pt x="249326" y="303180"/>
                  <a:pt x="240687" y="298875"/>
                </a:cubicBezTo>
                <a:cubicBezTo>
                  <a:pt x="232048" y="294560"/>
                  <a:pt x="228542" y="284054"/>
                  <a:pt x="232857" y="275424"/>
                </a:cubicBezTo>
                <a:lnTo>
                  <a:pt x="267804" y="205539"/>
                </a:lnTo>
                <a:cubicBezTo>
                  <a:pt x="272119" y="196900"/>
                  <a:pt x="282616" y="193395"/>
                  <a:pt x="291255" y="197700"/>
                </a:cubicBezTo>
                <a:cubicBezTo>
                  <a:pt x="299885" y="202015"/>
                  <a:pt x="303390" y="212521"/>
                  <a:pt x="299075" y="221151"/>
                </a:cubicBezTo>
                <a:moveTo>
                  <a:pt x="217170" y="218465"/>
                </a:moveTo>
                <a:cubicBezTo>
                  <a:pt x="223989" y="225285"/>
                  <a:pt x="223989" y="236343"/>
                  <a:pt x="217170" y="243173"/>
                </a:cubicBezTo>
                <a:lnTo>
                  <a:pt x="203311" y="257022"/>
                </a:lnTo>
                <a:lnTo>
                  <a:pt x="217170" y="270881"/>
                </a:lnTo>
                <a:cubicBezTo>
                  <a:pt x="221713" y="275262"/>
                  <a:pt x="223532" y="281759"/>
                  <a:pt x="221932" y="287874"/>
                </a:cubicBezTo>
                <a:cubicBezTo>
                  <a:pt x="220332" y="293979"/>
                  <a:pt x="215569" y="298751"/>
                  <a:pt x="209454" y="300351"/>
                </a:cubicBezTo>
                <a:cubicBezTo>
                  <a:pt x="203349" y="301942"/>
                  <a:pt x="196853" y="300123"/>
                  <a:pt x="192462" y="295579"/>
                </a:cubicBezTo>
                <a:lnTo>
                  <a:pt x="166258" y="269376"/>
                </a:lnTo>
                <a:cubicBezTo>
                  <a:pt x="159438" y="262556"/>
                  <a:pt x="159438" y="251498"/>
                  <a:pt x="166258" y="244668"/>
                </a:cubicBezTo>
                <a:lnTo>
                  <a:pt x="192462" y="218465"/>
                </a:lnTo>
                <a:cubicBezTo>
                  <a:pt x="199291" y="211645"/>
                  <a:pt x="210350" y="211645"/>
                  <a:pt x="217170" y="218465"/>
                </a:cubicBezTo>
                <a:moveTo>
                  <a:pt x="320011" y="218465"/>
                </a:moveTo>
                <a:cubicBezTo>
                  <a:pt x="323288" y="215179"/>
                  <a:pt x="327736" y="213340"/>
                  <a:pt x="332365" y="213340"/>
                </a:cubicBezTo>
                <a:cubicBezTo>
                  <a:pt x="337004" y="213340"/>
                  <a:pt x="341452" y="215179"/>
                  <a:pt x="344728" y="218465"/>
                </a:cubicBezTo>
                <a:lnTo>
                  <a:pt x="370941" y="244668"/>
                </a:lnTo>
                <a:cubicBezTo>
                  <a:pt x="377761" y="251498"/>
                  <a:pt x="377761" y="262556"/>
                  <a:pt x="370941" y="269376"/>
                </a:cubicBezTo>
                <a:lnTo>
                  <a:pt x="344728" y="295579"/>
                </a:lnTo>
                <a:cubicBezTo>
                  <a:pt x="337908" y="302409"/>
                  <a:pt x="326840" y="302418"/>
                  <a:pt x="320020" y="295589"/>
                </a:cubicBezTo>
                <a:cubicBezTo>
                  <a:pt x="313191" y="288769"/>
                  <a:pt x="313181" y="277701"/>
                  <a:pt x="320011" y="270881"/>
                </a:cubicBezTo>
                <a:lnTo>
                  <a:pt x="333860" y="257022"/>
                </a:lnTo>
                <a:lnTo>
                  <a:pt x="320011" y="243173"/>
                </a:lnTo>
                <a:cubicBezTo>
                  <a:pt x="313191" y="236343"/>
                  <a:pt x="313191" y="225285"/>
                  <a:pt x="320011" y="218465"/>
                </a:cubicBezTo>
              </a:path>
            </a:pathLst>
          </a:custGeom>
          <a:solidFill>
            <a:srgbClr val="90A24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297070" y="3601430"/>
            <a:ext cx="421624" cy="420576"/>
          </a:xfrm>
          <a:custGeom>
            <a:avLst/>
            <a:gdLst/>
            <a:ahLst/>
            <a:cxnLst/>
            <a:rect l="0" t="0" r="0" b="0"/>
            <a:pathLst>
              <a:path w="421624" h="420576">
                <a:moveTo>
                  <a:pt x="414251" y="389439"/>
                </a:moveTo>
                <a:lnTo>
                  <a:pt x="370751" y="346109"/>
                </a:lnTo>
                <a:cubicBezTo>
                  <a:pt x="369550" y="344500"/>
                  <a:pt x="369550" y="342299"/>
                  <a:pt x="370751" y="340699"/>
                </a:cubicBezTo>
                <a:cubicBezTo>
                  <a:pt x="397316" y="299056"/>
                  <a:pt x="388277" y="244097"/>
                  <a:pt x="349767" y="213159"/>
                </a:cubicBezTo>
                <a:cubicBezTo>
                  <a:pt x="311257" y="182232"/>
                  <a:pt x="255631" y="185261"/>
                  <a:pt x="220713" y="220189"/>
                </a:cubicBezTo>
                <a:cubicBezTo>
                  <a:pt x="185785" y="255108"/>
                  <a:pt x="182756" y="310734"/>
                  <a:pt x="213683" y="349243"/>
                </a:cubicBezTo>
                <a:cubicBezTo>
                  <a:pt x="244621" y="387753"/>
                  <a:pt x="299580" y="396792"/>
                  <a:pt x="341223" y="370227"/>
                </a:cubicBezTo>
                <a:cubicBezTo>
                  <a:pt x="342823" y="369027"/>
                  <a:pt x="345024" y="369027"/>
                  <a:pt x="346633" y="370227"/>
                </a:cubicBezTo>
                <a:lnTo>
                  <a:pt x="389963" y="413727"/>
                </a:lnTo>
                <a:cubicBezTo>
                  <a:pt x="396821" y="420576"/>
                  <a:pt x="407927" y="420576"/>
                  <a:pt x="414775" y="413727"/>
                </a:cubicBezTo>
                <a:cubicBezTo>
                  <a:pt x="421624" y="406879"/>
                  <a:pt x="421624" y="395763"/>
                  <a:pt x="414775" y="388915"/>
                </a:cubicBezTo>
                <a:moveTo>
                  <a:pt x="288807" y="350481"/>
                </a:moveTo>
                <a:cubicBezTo>
                  <a:pt x="254746" y="350481"/>
                  <a:pt x="227133" y="322868"/>
                  <a:pt x="227133" y="288807"/>
                </a:cubicBezTo>
                <a:cubicBezTo>
                  <a:pt x="227133" y="254746"/>
                  <a:pt x="254746" y="227133"/>
                  <a:pt x="288807" y="227133"/>
                </a:cubicBezTo>
                <a:cubicBezTo>
                  <a:pt x="322868" y="227133"/>
                  <a:pt x="350481" y="254746"/>
                  <a:pt x="350481" y="288807"/>
                </a:cubicBezTo>
                <a:cubicBezTo>
                  <a:pt x="350481" y="322868"/>
                  <a:pt x="322868" y="350481"/>
                  <a:pt x="288807" y="350481"/>
                </a:cubicBezTo>
                <a:moveTo>
                  <a:pt x="165982" y="288807"/>
                </a:moveTo>
                <a:cubicBezTo>
                  <a:pt x="165992" y="280587"/>
                  <a:pt x="166811" y="272395"/>
                  <a:pt x="168430" y="264347"/>
                </a:cubicBezTo>
                <a:lnTo>
                  <a:pt x="150952" y="264347"/>
                </a:lnTo>
                <a:lnTo>
                  <a:pt x="150952" y="219446"/>
                </a:lnTo>
                <a:lnTo>
                  <a:pt x="187994" y="219446"/>
                </a:lnTo>
                <a:cubicBezTo>
                  <a:pt x="194776" y="209578"/>
                  <a:pt x="202958" y="200748"/>
                  <a:pt x="212283" y="193233"/>
                </a:cubicBezTo>
                <a:lnTo>
                  <a:pt x="150428" y="193233"/>
                </a:lnTo>
                <a:lnTo>
                  <a:pt x="150428" y="148504"/>
                </a:lnTo>
                <a:lnTo>
                  <a:pt x="221189" y="148504"/>
                </a:lnTo>
                <a:lnTo>
                  <a:pt x="221189" y="186242"/>
                </a:lnTo>
                <a:cubicBezTo>
                  <a:pt x="229409" y="180917"/>
                  <a:pt x="238201" y="176517"/>
                  <a:pt x="247392" y="173145"/>
                </a:cubicBezTo>
                <a:lnTo>
                  <a:pt x="247392" y="148504"/>
                </a:lnTo>
                <a:lnTo>
                  <a:pt x="308543" y="148504"/>
                </a:lnTo>
                <a:lnTo>
                  <a:pt x="308543" y="167554"/>
                </a:lnTo>
                <a:cubicBezTo>
                  <a:pt x="317515" y="169068"/>
                  <a:pt x="326297" y="171526"/>
                  <a:pt x="334756" y="174888"/>
                </a:cubicBezTo>
                <a:lnTo>
                  <a:pt x="334756" y="41757"/>
                </a:lnTo>
                <a:cubicBezTo>
                  <a:pt x="334756" y="18764"/>
                  <a:pt x="316163" y="95"/>
                  <a:pt x="293169" y="0"/>
                </a:cubicBezTo>
                <a:lnTo>
                  <a:pt x="41757" y="0"/>
                </a:lnTo>
                <a:cubicBezTo>
                  <a:pt x="18697" y="0"/>
                  <a:pt x="0" y="18697"/>
                  <a:pt x="0" y="41757"/>
                </a:cubicBezTo>
                <a:lnTo>
                  <a:pt x="0" y="248973"/>
                </a:lnTo>
                <a:cubicBezTo>
                  <a:pt x="95" y="271967"/>
                  <a:pt x="18764" y="290550"/>
                  <a:pt x="41757" y="290550"/>
                </a:cubicBezTo>
                <a:lnTo>
                  <a:pt x="165982" y="290550"/>
                </a:lnTo>
                <a:lnTo>
                  <a:pt x="165982" y="288807"/>
                </a:lnTo>
                <a:moveTo>
                  <a:pt x="247392" y="77400"/>
                </a:moveTo>
                <a:lnTo>
                  <a:pt x="308543" y="77400"/>
                </a:lnTo>
                <a:lnTo>
                  <a:pt x="308543" y="122300"/>
                </a:lnTo>
                <a:lnTo>
                  <a:pt x="247392" y="122300"/>
                </a:lnTo>
                <a:lnTo>
                  <a:pt x="247392" y="77400"/>
                </a:lnTo>
                <a:moveTo>
                  <a:pt x="150428" y="77400"/>
                </a:moveTo>
                <a:lnTo>
                  <a:pt x="221189" y="77400"/>
                </a:lnTo>
                <a:lnTo>
                  <a:pt x="221189" y="122300"/>
                </a:lnTo>
                <a:lnTo>
                  <a:pt x="150428" y="122300"/>
                </a:lnTo>
                <a:lnTo>
                  <a:pt x="150428" y="77400"/>
                </a:lnTo>
                <a:moveTo>
                  <a:pt x="124225" y="264347"/>
                </a:moveTo>
                <a:lnTo>
                  <a:pt x="41757" y="264347"/>
                </a:lnTo>
                <a:cubicBezTo>
                  <a:pt x="33232" y="264347"/>
                  <a:pt x="26298" y="257489"/>
                  <a:pt x="26203" y="248973"/>
                </a:cubicBezTo>
                <a:lnTo>
                  <a:pt x="26203" y="219446"/>
                </a:lnTo>
                <a:lnTo>
                  <a:pt x="124225" y="219446"/>
                </a:lnTo>
                <a:lnTo>
                  <a:pt x="124225" y="264347"/>
                </a:lnTo>
                <a:moveTo>
                  <a:pt x="124225" y="193233"/>
                </a:moveTo>
                <a:lnTo>
                  <a:pt x="26203" y="193233"/>
                </a:lnTo>
                <a:lnTo>
                  <a:pt x="26203" y="148504"/>
                </a:lnTo>
                <a:lnTo>
                  <a:pt x="124225" y="148504"/>
                </a:lnTo>
                <a:lnTo>
                  <a:pt x="124225" y="193233"/>
                </a:lnTo>
                <a:moveTo>
                  <a:pt x="124225" y="122300"/>
                </a:moveTo>
                <a:lnTo>
                  <a:pt x="26203" y="122300"/>
                </a:lnTo>
                <a:lnTo>
                  <a:pt x="26203" y="77400"/>
                </a:lnTo>
                <a:lnTo>
                  <a:pt x="124225" y="77400"/>
                </a:lnTo>
                <a:lnTo>
                  <a:pt x="124225" y="122300"/>
                </a:lnTo>
              </a:path>
            </a:pathLst>
          </a:custGeom>
          <a:solidFill>
            <a:srgbClr val="569C6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56765" y="371475"/>
            <a:ext cx="4230469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700" b="1">
                <a:solidFill>
                  <a:srgbClr val="18181E"/>
                </a:solidFill>
                <a:latin typeface="Montserrat"/>
              </a:rPr>
              <a:t>Multimodal AI tools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1823561" y="1896213"/>
            <a:ext cx="894873" cy="377408"/>
            <a:chOff x="1823561" y="1896213"/>
            <a:chExt cx="894873" cy="377408"/>
          </a:xfrm>
        </p:grpSpPr>
        <p:sp>
          <p:nvSpPr>
            <p:cNvPr id="17" name="TextBox 16"/>
            <p:cNvSpPr txBox="1"/>
            <p:nvPr/>
          </p:nvSpPr>
          <p:spPr>
            <a:xfrm>
              <a:off x="1689331" y="1896213"/>
              <a:ext cx="1029103" cy="188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200" b="1">
                  <a:solidFill>
                    <a:srgbClr val="18181E"/>
                  </a:solidFill>
                  <a:latin typeface="Montserrat"/>
                </a:rPr>
                <a:t>Enhance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689331" y="2084903"/>
              <a:ext cx="1029103" cy="188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200" b="1">
                  <a:solidFill>
                    <a:srgbClr val="18181E"/>
                  </a:solidFill>
                  <a:latin typeface="Montserrat"/>
                </a:rPr>
                <a:t>Disciplines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6425564" y="2084942"/>
            <a:ext cx="1586244" cy="188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18181E"/>
                </a:solidFill>
                <a:latin typeface="Montserrat"/>
              </a:rPr>
              <a:t>Generate Visuals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302543" y="2395975"/>
            <a:ext cx="1415891" cy="314362"/>
            <a:chOff x="1302543" y="2395975"/>
            <a:chExt cx="1415891" cy="314362"/>
          </a:xfrm>
        </p:grpSpPr>
        <p:sp>
          <p:nvSpPr>
            <p:cNvPr id="21" name="TextBox 20"/>
            <p:cNvSpPr txBox="1"/>
            <p:nvPr/>
          </p:nvSpPr>
          <p:spPr>
            <a:xfrm>
              <a:off x="1090160" y="2395975"/>
              <a:ext cx="1628274" cy="1571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18181E"/>
                  </a:solidFill>
                  <a:latin typeface="Montserrat"/>
                </a:rPr>
                <a:t>Improve learning across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90160" y="2553137"/>
              <a:ext cx="1628274" cy="1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18181E"/>
                  </a:solidFill>
                  <a:latin typeface="Montserrat"/>
                </a:rPr>
                <a:t>subjects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425564" y="2395975"/>
            <a:ext cx="1637823" cy="314362"/>
            <a:chOff x="6425564" y="2395975"/>
            <a:chExt cx="1637823" cy="314362"/>
          </a:xfrm>
        </p:grpSpPr>
        <p:sp>
          <p:nvSpPr>
            <p:cNvPr id="24" name="TextBox 23"/>
            <p:cNvSpPr txBox="1"/>
            <p:nvPr/>
          </p:nvSpPr>
          <p:spPr>
            <a:xfrm>
              <a:off x="6425564" y="2395975"/>
              <a:ext cx="1883496" cy="1571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Create illustrative assets for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425564" y="2553137"/>
              <a:ext cx="1883496" cy="1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learning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970372" y="2591566"/>
            <a:ext cx="1203245" cy="377408"/>
            <a:chOff x="3970372" y="2591566"/>
            <a:chExt cx="1203245" cy="377408"/>
          </a:xfrm>
        </p:grpSpPr>
        <p:sp>
          <p:nvSpPr>
            <p:cNvPr id="27" name="TextBox 26"/>
            <p:cNvSpPr txBox="1"/>
            <p:nvPr/>
          </p:nvSpPr>
          <p:spPr>
            <a:xfrm>
              <a:off x="3880129" y="2591566"/>
              <a:ext cx="1383731" cy="188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18181E"/>
                  </a:solidFill>
                  <a:latin typeface="Montserrat"/>
                </a:rPr>
                <a:t>Multimodal AI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880129" y="2780256"/>
              <a:ext cx="1383731" cy="188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18181E"/>
                  </a:solidFill>
                  <a:latin typeface="Montserrat"/>
                </a:rPr>
                <a:t>Tools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1431643" y="3147170"/>
            <a:ext cx="1286791" cy="188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200" b="1">
                <a:solidFill>
                  <a:srgbClr val="18181E"/>
                </a:solidFill>
                <a:latin typeface="Montserrat"/>
              </a:rPr>
              <a:t>Assist Coding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5564" y="3147170"/>
            <a:ext cx="1245024" cy="188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18181E"/>
                </a:solidFill>
                <a:latin typeface="Montserrat"/>
              </a:rPr>
              <a:t>Analyze Data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1195502" y="3458203"/>
            <a:ext cx="1522933" cy="314362"/>
            <a:chOff x="1195502" y="3458203"/>
            <a:chExt cx="1522933" cy="314362"/>
          </a:xfrm>
        </p:grpSpPr>
        <p:sp>
          <p:nvSpPr>
            <p:cNvPr id="32" name="TextBox 31"/>
            <p:cNvSpPr txBox="1"/>
            <p:nvPr/>
          </p:nvSpPr>
          <p:spPr>
            <a:xfrm>
              <a:off x="967063" y="3458203"/>
              <a:ext cx="1751372" cy="1571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18181E"/>
                  </a:solidFill>
                  <a:latin typeface="Montserrat"/>
                </a:rPr>
                <a:t>Help STEM students write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67063" y="3615365"/>
              <a:ext cx="1751372" cy="1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18181E"/>
                  </a:solidFill>
                  <a:latin typeface="Montserrat"/>
                </a:rPr>
                <a:t>and debug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425564" y="3458203"/>
            <a:ext cx="1625917" cy="314362"/>
            <a:chOff x="6425564" y="3458203"/>
            <a:chExt cx="1625917" cy="314362"/>
          </a:xfrm>
        </p:grpSpPr>
        <p:sp>
          <p:nvSpPr>
            <p:cNvPr id="35" name="TextBox 34"/>
            <p:cNvSpPr txBox="1"/>
            <p:nvPr/>
          </p:nvSpPr>
          <p:spPr>
            <a:xfrm>
              <a:off x="6425564" y="3458203"/>
              <a:ext cx="1869804" cy="1571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Interpret complex datasets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425564" y="3615365"/>
              <a:ext cx="1869804" cy="1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quickly</a:t>
              </a:r>
            </a:p>
          </p:txBody>
        </p:sp>
      </p:grpSp>
      <p:sp>
        <p:nvSpPr>
          <p:cNvPr id="38" name="Rounded Rectangle 37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896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1531" y="1437323"/>
            <a:ext cx="3450431" cy="900131"/>
          </a:xfrm>
          <a:custGeom>
            <a:avLst/>
            <a:gdLst/>
            <a:ahLst/>
            <a:cxnLst/>
            <a:rect l="0" t="0" r="0" b="0"/>
            <a:pathLst>
              <a:path w="3450431" h="900131">
                <a:moveTo>
                  <a:pt x="300037" y="775115"/>
                </a:moveTo>
                <a:cubicBezTo>
                  <a:pt x="300037" y="844162"/>
                  <a:pt x="356006" y="900131"/>
                  <a:pt x="425053" y="900131"/>
                </a:cubicBezTo>
                <a:lnTo>
                  <a:pt x="3325415" y="900131"/>
                </a:lnTo>
                <a:cubicBezTo>
                  <a:pt x="3394462" y="900131"/>
                  <a:pt x="3450431" y="844162"/>
                  <a:pt x="3450431" y="775115"/>
                </a:cubicBezTo>
                <a:lnTo>
                  <a:pt x="3450431" y="125015"/>
                </a:lnTo>
                <a:cubicBezTo>
                  <a:pt x="3450431" y="55968"/>
                  <a:pt x="3394462" y="0"/>
                  <a:pt x="3325415" y="0"/>
                </a:cubicBezTo>
                <a:lnTo>
                  <a:pt x="425053" y="0"/>
                </a:lnTo>
                <a:cubicBezTo>
                  <a:pt x="356006" y="0"/>
                  <a:pt x="300037" y="55968"/>
                  <a:pt x="300037" y="125015"/>
                </a:cubicBezTo>
                <a:lnTo>
                  <a:pt x="300037" y="150018"/>
                </a:lnTo>
                <a:cubicBezTo>
                  <a:pt x="465743" y="150018"/>
                  <a:pt x="600075" y="284349"/>
                  <a:pt x="600075" y="450056"/>
                </a:cubicBezTo>
                <a:cubicBezTo>
                  <a:pt x="600075" y="615762"/>
                  <a:pt x="465743" y="750093"/>
                  <a:pt x="300037" y="750093"/>
                </a:cubicBezTo>
                <a:lnTo>
                  <a:pt x="300037" y="775096"/>
                </a:lnTo>
                <a:moveTo>
                  <a:pt x="0" y="450056"/>
                </a:moveTo>
                <a:cubicBezTo>
                  <a:pt x="0" y="615762"/>
                  <a:pt x="134331" y="750093"/>
                  <a:pt x="300037" y="750093"/>
                </a:cubicBezTo>
                <a:cubicBezTo>
                  <a:pt x="465743" y="750093"/>
                  <a:pt x="600075" y="615762"/>
                  <a:pt x="600075" y="450056"/>
                </a:cubicBezTo>
                <a:cubicBezTo>
                  <a:pt x="600075" y="284349"/>
                  <a:pt x="465743" y="150018"/>
                  <a:pt x="300037" y="150018"/>
                </a:cubicBezTo>
                <a:cubicBezTo>
                  <a:pt x="134331" y="150018"/>
                  <a:pt x="0" y="284349"/>
                  <a:pt x="0" y="450056"/>
                </a:cubicBezTo>
              </a:path>
            </a:pathLst>
          </a:custGeom>
          <a:solidFill>
            <a:srgbClr val="E49B0F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1531" y="1437322"/>
            <a:ext cx="3450431" cy="900112"/>
          </a:xfrm>
          <a:custGeom>
            <a:avLst/>
            <a:gdLst/>
            <a:ahLst/>
            <a:cxnLst/>
            <a:rect l="0" t="0" r="0" b="0"/>
            <a:pathLst>
              <a:path w="3450431" h="900112">
                <a:moveTo>
                  <a:pt x="0" y="450056"/>
                </a:moveTo>
                <a:cubicBezTo>
                  <a:pt x="0" y="615762"/>
                  <a:pt x="134331" y="750093"/>
                  <a:pt x="300037" y="750093"/>
                </a:cubicBezTo>
                <a:cubicBezTo>
                  <a:pt x="465743" y="750093"/>
                  <a:pt x="600075" y="615762"/>
                  <a:pt x="600075" y="450056"/>
                </a:cubicBezTo>
                <a:cubicBezTo>
                  <a:pt x="600075" y="284350"/>
                  <a:pt x="465743" y="150018"/>
                  <a:pt x="300037" y="150018"/>
                </a:cubicBezTo>
                <a:cubicBezTo>
                  <a:pt x="134331" y="150018"/>
                  <a:pt x="0" y="284350"/>
                  <a:pt x="0" y="450056"/>
                </a:cubicBezTo>
                <a:moveTo>
                  <a:pt x="300037" y="750093"/>
                </a:moveTo>
                <a:lnTo>
                  <a:pt x="300037" y="775096"/>
                </a:lnTo>
                <a:moveTo>
                  <a:pt x="3450431" y="775096"/>
                </a:moveTo>
                <a:lnTo>
                  <a:pt x="3450431" y="762595"/>
                </a:lnTo>
                <a:lnTo>
                  <a:pt x="3450431" y="750093"/>
                </a:lnTo>
                <a:moveTo>
                  <a:pt x="300037" y="150018"/>
                </a:moveTo>
                <a:lnTo>
                  <a:pt x="300037" y="125015"/>
                </a:lnTo>
                <a:cubicBezTo>
                  <a:pt x="300037" y="55972"/>
                  <a:pt x="356009" y="0"/>
                  <a:pt x="425053" y="0"/>
                </a:cubicBezTo>
                <a:lnTo>
                  <a:pt x="3325415" y="0"/>
                </a:lnTo>
                <a:cubicBezTo>
                  <a:pt x="3394459" y="0"/>
                  <a:pt x="3450431" y="55972"/>
                  <a:pt x="3450431" y="125015"/>
                </a:cubicBezTo>
                <a:lnTo>
                  <a:pt x="3450431" y="750093"/>
                </a:lnTo>
                <a:moveTo>
                  <a:pt x="300037" y="775096"/>
                </a:moveTo>
                <a:cubicBezTo>
                  <a:pt x="300037" y="844141"/>
                  <a:pt x="356009" y="900112"/>
                  <a:pt x="425053" y="900112"/>
                </a:cubicBezTo>
                <a:lnTo>
                  <a:pt x="3325415" y="900112"/>
                </a:lnTo>
                <a:cubicBezTo>
                  <a:pt x="3394459" y="900112"/>
                  <a:pt x="3450431" y="844141"/>
                  <a:pt x="3450431" y="775096"/>
                </a:cubicBezTo>
              </a:path>
            </a:pathLst>
          </a:custGeom>
          <a:noFill/>
          <a:ln w="37504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" name="Group 5"/>
          <p:cNvGrpSpPr/>
          <p:nvPr/>
        </p:nvGrpSpPr>
        <p:grpSpPr>
          <a:xfrm>
            <a:off x="4421981" y="1787366"/>
            <a:ext cx="426719" cy="200025"/>
            <a:chOff x="4421981" y="1787366"/>
            <a:chExt cx="426719" cy="200025"/>
          </a:xfrm>
        </p:grpSpPr>
        <p:sp>
          <p:nvSpPr>
            <p:cNvPr id="4" name="Rounded Rectangle 3"/>
            <p:cNvSpPr/>
            <p:nvPr/>
          </p:nvSpPr>
          <p:spPr>
            <a:xfrm>
              <a:off x="4421981" y="1887378"/>
              <a:ext cx="419195" cy="9525"/>
            </a:xfrm>
            <a:custGeom>
              <a:avLst/>
              <a:gdLst/>
              <a:ahLst/>
              <a:cxnLst/>
              <a:rect l="0" t="0" r="0" b="0"/>
              <a:pathLst>
                <a:path w="419195" h="9525">
                  <a:moveTo>
                    <a:pt x="0" y="0"/>
                  </a:moveTo>
                  <a:lnTo>
                    <a:pt x="419195" y="0"/>
                  </a:lnTo>
                </a:path>
              </a:pathLst>
            </a:custGeom>
            <a:noFill/>
            <a:ln w="37504">
              <a:solidFill>
                <a:srgbClr val="18181E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748688" y="1787366"/>
              <a:ext cx="100012" cy="200025"/>
            </a:xfrm>
            <a:custGeom>
              <a:avLst/>
              <a:gdLst/>
              <a:ahLst/>
              <a:cxnLst/>
              <a:rect l="0" t="0" r="0" b="0"/>
              <a:pathLst>
                <a:path w="100012" h="200025">
                  <a:moveTo>
                    <a:pt x="0" y="200025"/>
                  </a:moveTo>
                  <a:lnTo>
                    <a:pt x="100012" y="100012"/>
                  </a:lnTo>
                  <a:lnTo>
                    <a:pt x="0" y="0"/>
                  </a:lnTo>
                </a:path>
              </a:pathLst>
            </a:custGeom>
            <a:noFill/>
            <a:ln w="37504">
              <a:solidFill>
                <a:srgbClr val="18181E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5022056" y="1437323"/>
            <a:ext cx="3450431" cy="900131"/>
          </a:xfrm>
          <a:custGeom>
            <a:avLst/>
            <a:gdLst/>
            <a:ahLst/>
            <a:cxnLst/>
            <a:rect l="0" t="0" r="0" b="0"/>
            <a:pathLst>
              <a:path w="3450431" h="900131">
                <a:moveTo>
                  <a:pt x="2850356" y="450056"/>
                </a:moveTo>
                <a:cubicBezTo>
                  <a:pt x="2850356" y="615762"/>
                  <a:pt x="2984687" y="750093"/>
                  <a:pt x="3150393" y="750093"/>
                </a:cubicBezTo>
                <a:cubicBezTo>
                  <a:pt x="3316100" y="750093"/>
                  <a:pt x="3450431" y="615762"/>
                  <a:pt x="3450431" y="450056"/>
                </a:cubicBezTo>
                <a:cubicBezTo>
                  <a:pt x="3450431" y="284349"/>
                  <a:pt x="3316100" y="150018"/>
                  <a:pt x="3150393" y="150018"/>
                </a:cubicBezTo>
                <a:cubicBezTo>
                  <a:pt x="2984687" y="150018"/>
                  <a:pt x="2850356" y="284349"/>
                  <a:pt x="2850356" y="450056"/>
                </a:cubicBezTo>
                <a:moveTo>
                  <a:pt x="3150393" y="775115"/>
                </a:moveTo>
                <a:cubicBezTo>
                  <a:pt x="3150393" y="844162"/>
                  <a:pt x="3094424" y="900131"/>
                  <a:pt x="3025378" y="900131"/>
                </a:cubicBezTo>
                <a:lnTo>
                  <a:pt x="125015" y="900131"/>
                </a:lnTo>
                <a:cubicBezTo>
                  <a:pt x="55968" y="900131"/>
                  <a:pt x="0" y="844162"/>
                  <a:pt x="0" y="775115"/>
                </a:cubicBezTo>
                <a:lnTo>
                  <a:pt x="0" y="125015"/>
                </a:lnTo>
                <a:cubicBezTo>
                  <a:pt x="0" y="55968"/>
                  <a:pt x="55968" y="0"/>
                  <a:pt x="125015" y="0"/>
                </a:cubicBezTo>
                <a:lnTo>
                  <a:pt x="3025378" y="0"/>
                </a:lnTo>
                <a:cubicBezTo>
                  <a:pt x="3094424" y="0"/>
                  <a:pt x="3150393" y="55968"/>
                  <a:pt x="3150393" y="125015"/>
                </a:cubicBezTo>
                <a:lnTo>
                  <a:pt x="3150393" y="150018"/>
                </a:lnTo>
                <a:cubicBezTo>
                  <a:pt x="2984687" y="150018"/>
                  <a:pt x="2850356" y="284349"/>
                  <a:pt x="2850356" y="450056"/>
                </a:cubicBezTo>
                <a:cubicBezTo>
                  <a:pt x="2850356" y="615762"/>
                  <a:pt x="2984687" y="750093"/>
                  <a:pt x="3150393" y="750093"/>
                </a:cubicBezTo>
                <a:lnTo>
                  <a:pt x="3150393" y="775096"/>
                </a:lnTo>
              </a:path>
            </a:pathLst>
          </a:custGeom>
          <a:solidFill>
            <a:srgbClr val="D78624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2056" y="1437322"/>
            <a:ext cx="3450431" cy="900112"/>
          </a:xfrm>
          <a:custGeom>
            <a:avLst/>
            <a:gdLst/>
            <a:ahLst/>
            <a:cxnLst/>
            <a:rect l="0" t="0" r="0" b="0"/>
            <a:pathLst>
              <a:path w="3450431" h="900112">
                <a:moveTo>
                  <a:pt x="3150393" y="750093"/>
                </a:moveTo>
                <a:lnTo>
                  <a:pt x="3150393" y="775096"/>
                </a:lnTo>
                <a:moveTo>
                  <a:pt x="0" y="775096"/>
                </a:moveTo>
                <a:lnTo>
                  <a:pt x="0" y="762595"/>
                </a:lnTo>
                <a:lnTo>
                  <a:pt x="0" y="750093"/>
                </a:lnTo>
                <a:moveTo>
                  <a:pt x="3150393" y="150018"/>
                </a:moveTo>
                <a:lnTo>
                  <a:pt x="3150393" y="125015"/>
                </a:lnTo>
                <a:cubicBezTo>
                  <a:pt x="3150393" y="55972"/>
                  <a:pt x="3094421" y="0"/>
                  <a:pt x="3025378" y="0"/>
                </a:cubicBezTo>
                <a:lnTo>
                  <a:pt x="125015" y="0"/>
                </a:lnTo>
                <a:cubicBezTo>
                  <a:pt x="55972" y="0"/>
                  <a:pt x="0" y="55972"/>
                  <a:pt x="0" y="125015"/>
                </a:cubicBezTo>
                <a:lnTo>
                  <a:pt x="0" y="750093"/>
                </a:lnTo>
                <a:moveTo>
                  <a:pt x="3150393" y="775096"/>
                </a:moveTo>
                <a:cubicBezTo>
                  <a:pt x="3150393" y="844141"/>
                  <a:pt x="3094421" y="900112"/>
                  <a:pt x="3025378" y="900112"/>
                </a:cubicBezTo>
                <a:lnTo>
                  <a:pt x="125015" y="900112"/>
                </a:lnTo>
                <a:cubicBezTo>
                  <a:pt x="55972" y="900112"/>
                  <a:pt x="0" y="844141"/>
                  <a:pt x="0" y="775096"/>
                </a:cubicBezTo>
                <a:moveTo>
                  <a:pt x="2850356" y="450056"/>
                </a:moveTo>
                <a:cubicBezTo>
                  <a:pt x="2850356" y="615762"/>
                  <a:pt x="2984687" y="750093"/>
                  <a:pt x="3150393" y="750093"/>
                </a:cubicBezTo>
                <a:cubicBezTo>
                  <a:pt x="3316099" y="750093"/>
                  <a:pt x="3450431" y="615762"/>
                  <a:pt x="3450431" y="450056"/>
                </a:cubicBezTo>
                <a:cubicBezTo>
                  <a:pt x="3450431" y="284350"/>
                  <a:pt x="3316099" y="150018"/>
                  <a:pt x="3150393" y="150018"/>
                </a:cubicBezTo>
                <a:cubicBezTo>
                  <a:pt x="2984687" y="150018"/>
                  <a:pt x="2850356" y="284350"/>
                  <a:pt x="2850356" y="450056"/>
                </a:cubicBezTo>
              </a:path>
            </a:pathLst>
          </a:custGeom>
          <a:noFill/>
          <a:ln w="37504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1531" y="2487455"/>
            <a:ext cx="3450431" cy="900131"/>
          </a:xfrm>
          <a:custGeom>
            <a:avLst/>
            <a:gdLst/>
            <a:ahLst/>
            <a:cxnLst/>
            <a:rect l="0" t="0" r="0" b="0"/>
            <a:pathLst>
              <a:path w="3450431" h="900131">
                <a:moveTo>
                  <a:pt x="300037" y="775115"/>
                </a:moveTo>
                <a:cubicBezTo>
                  <a:pt x="300037" y="844162"/>
                  <a:pt x="356006" y="900131"/>
                  <a:pt x="425053" y="900131"/>
                </a:cubicBezTo>
                <a:lnTo>
                  <a:pt x="3325415" y="900131"/>
                </a:lnTo>
                <a:cubicBezTo>
                  <a:pt x="3394462" y="900131"/>
                  <a:pt x="3450431" y="844162"/>
                  <a:pt x="3450431" y="775115"/>
                </a:cubicBezTo>
                <a:lnTo>
                  <a:pt x="3450431" y="125015"/>
                </a:lnTo>
                <a:cubicBezTo>
                  <a:pt x="3450431" y="55968"/>
                  <a:pt x="3394462" y="0"/>
                  <a:pt x="3325415" y="0"/>
                </a:cubicBezTo>
                <a:lnTo>
                  <a:pt x="425053" y="0"/>
                </a:lnTo>
                <a:cubicBezTo>
                  <a:pt x="356006" y="0"/>
                  <a:pt x="300037" y="55968"/>
                  <a:pt x="300037" y="125015"/>
                </a:cubicBezTo>
                <a:lnTo>
                  <a:pt x="300037" y="150018"/>
                </a:lnTo>
                <a:cubicBezTo>
                  <a:pt x="465743" y="150018"/>
                  <a:pt x="600075" y="284349"/>
                  <a:pt x="600075" y="450056"/>
                </a:cubicBezTo>
                <a:cubicBezTo>
                  <a:pt x="600075" y="615762"/>
                  <a:pt x="465743" y="750093"/>
                  <a:pt x="300037" y="750093"/>
                </a:cubicBezTo>
                <a:lnTo>
                  <a:pt x="300037" y="775096"/>
                </a:lnTo>
                <a:moveTo>
                  <a:pt x="0" y="450056"/>
                </a:moveTo>
                <a:cubicBezTo>
                  <a:pt x="0" y="615762"/>
                  <a:pt x="134331" y="750093"/>
                  <a:pt x="300037" y="750093"/>
                </a:cubicBezTo>
                <a:cubicBezTo>
                  <a:pt x="465743" y="750093"/>
                  <a:pt x="600075" y="615762"/>
                  <a:pt x="600075" y="450056"/>
                </a:cubicBezTo>
                <a:cubicBezTo>
                  <a:pt x="600075" y="284349"/>
                  <a:pt x="465743" y="150018"/>
                  <a:pt x="300037" y="150018"/>
                </a:cubicBezTo>
                <a:cubicBezTo>
                  <a:pt x="134331" y="150018"/>
                  <a:pt x="0" y="284349"/>
                  <a:pt x="0" y="450056"/>
                </a:cubicBezTo>
              </a:path>
            </a:pathLst>
          </a:custGeom>
          <a:solidFill>
            <a:srgbClr val="E49B0F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1531" y="2487453"/>
            <a:ext cx="3450431" cy="900112"/>
          </a:xfrm>
          <a:custGeom>
            <a:avLst/>
            <a:gdLst/>
            <a:ahLst/>
            <a:cxnLst/>
            <a:rect l="0" t="0" r="0" b="0"/>
            <a:pathLst>
              <a:path w="3450431" h="900112">
                <a:moveTo>
                  <a:pt x="0" y="450056"/>
                </a:moveTo>
                <a:cubicBezTo>
                  <a:pt x="0" y="615762"/>
                  <a:pt x="134331" y="750093"/>
                  <a:pt x="300037" y="750093"/>
                </a:cubicBezTo>
                <a:cubicBezTo>
                  <a:pt x="465743" y="750093"/>
                  <a:pt x="600075" y="615762"/>
                  <a:pt x="600075" y="450056"/>
                </a:cubicBezTo>
                <a:cubicBezTo>
                  <a:pt x="600075" y="284350"/>
                  <a:pt x="465743" y="150018"/>
                  <a:pt x="300037" y="150018"/>
                </a:cubicBezTo>
                <a:cubicBezTo>
                  <a:pt x="134331" y="150018"/>
                  <a:pt x="0" y="284350"/>
                  <a:pt x="0" y="450056"/>
                </a:cubicBezTo>
                <a:moveTo>
                  <a:pt x="300037" y="750093"/>
                </a:moveTo>
                <a:lnTo>
                  <a:pt x="300037" y="775096"/>
                </a:lnTo>
                <a:moveTo>
                  <a:pt x="3450431" y="775096"/>
                </a:moveTo>
                <a:lnTo>
                  <a:pt x="3450431" y="762595"/>
                </a:lnTo>
                <a:lnTo>
                  <a:pt x="3450431" y="750093"/>
                </a:lnTo>
                <a:moveTo>
                  <a:pt x="300037" y="150018"/>
                </a:moveTo>
                <a:lnTo>
                  <a:pt x="300037" y="125015"/>
                </a:lnTo>
                <a:cubicBezTo>
                  <a:pt x="300037" y="55972"/>
                  <a:pt x="356009" y="0"/>
                  <a:pt x="425053" y="0"/>
                </a:cubicBezTo>
                <a:lnTo>
                  <a:pt x="3325415" y="0"/>
                </a:lnTo>
                <a:cubicBezTo>
                  <a:pt x="3394459" y="0"/>
                  <a:pt x="3450431" y="55972"/>
                  <a:pt x="3450431" y="125015"/>
                </a:cubicBezTo>
                <a:lnTo>
                  <a:pt x="3450431" y="750093"/>
                </a:lnTo>
                <a:moveTo>
                  <a:pt x="300037" y="775096"/>
                </a:moveTo>
                <a:cubicBezTo>
                  <a:pt x="300037" y="844141"/>
                  <a:pt x="356009" y="900112"/>
                  <a:pt x="425053" y="900112"/>
                </a:cubicBezTo>
                <a:lnTo>
                  <a:pt x="3325415" y="900112"/>
                </a:lnTo>
                <a:cubicBezTo>
                  <a:pt x="3394459" y="900112"/>
                  <a:pt x="3450431" y="844141"/>
                  <a:pt x="3450431" y="775096"/>
                </a:cubicBezTo>
              </a:path>
            </a:pathLst>
          </a:custGeom>
          <a:noFill/>
          <a:ln w="37504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3" name="Group 12"/>
          <p:cNvGrpSpPr/>
          <p:nvPr/>
        </p:nvGrpSpPr>
        <p:grpSpPr>
          <a:xfrm>
            <a:off x="4421981" y="2837496"/>
            <a:ext cx="426719" cy="200025"/>
            <a:chOff x="4421981" y="2837496"/>
            <a:chExt cx="426719" cy="200025"/>
          </a:xfrm>
        </p:grpSpPr>
        <p:sp>
          <p:nvSpPr>
            <p:cNvPr id="11" name="Rounded Rectangle 10"/>
            <p:cNvSpPr/>
            <p:nvPr/>
          </p:nvSpPr>
          <p:spPr>
            <a:xfrm>
              <a:off x="4421981" y="2937509"/>
              <a:ext cx="419195" cy="9525"/>
            </a:xfrm>
            <a:custGeom>
              <a:avLst/>
              <a:gdLst/>
              <a:ahLst/>
              <a:cxnLst/>
              <a:rect l="0" t="0" r="0" b="0"/>
              <a:pathLst>
                <a:path w="419195" h="9525">
                  <a:moveTo>
                    <a:pt x="0" y="0"/>
                  </a:moveTo>
                  <a:lnTo>
                    <a:pt x="419195" y="0"/>
                  </a:lnTo>
                </a:path>
              </a:pathLst>
            </a:custGeom>
            <a:noFill/>
            <a:ln w="37504">
              <a:solidFill>
                <a:srgbClr val="18181E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748688" y="2837496"/>
              <a:ext cx="100012" cy="200025"/>
            </a:xfrm>
            <a:custGeom>
              <a:avLst/>
              <a:gdLst/>
              <a:ahLst/>
              <a:cxnLst/>
              <a:rect l="0" t="0" r="0" b="0"/>
              <a:pathLst>
                <a:path w="100012" h="200025">
                  <a:moveTo>
                    <a:pt x="0" y="200025"/>
                  </a:moveTo>
                  <a:lnTo>
                    <a:pt x="100012" y="100012"/>
                  </a:lnTo>
                  <a:lnTo>
                    <a:pt x="0" y="0"/>
                  </a:lnTo>
                </a:path>
              </a:pathLst>
            </a:custGeom>
            <a:noFill/>
            <a:ln w="37504">
              <a:solidFill>
                <a:srgbClr val="18181E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5022056" y="2487455"/>
            <a:ext cx="3450431" cy="900131"/>
          </a:xfrm>
          <a:custGeom>
            <a:avLst/>
            <a:gdLst/>
            <a:ahLst/>
            <a:cxnLst/>
            <a:rect l="0" t="0" r="0" b="0"/>
            <a:pathLst>
              <a:path w="3450431" h="900131">
                <a:moveTo>
                  <a:pt x="2850356" y="450056"/>
                </a:moveTo>
                <a:cubicBezTo>
                  <a:pt x="2850356" y="615762"/>
                  <a:pt x="2984687" y="750093"/>
                  <a:pt x="3150393" y="750093"/>
                </a:cubicBezTo>
                <a:cubicBezTo>
                  <a:pt x="3316100" y="750093"/>
                  <a:pt x="3450431" y="615762"/>
                  <a:pt x="3450431" y="450056"/>
                </a:cubicBezTo>
                <a:cubicBezTo>
                  <a:pt x="3450431" y="284349"/>
                  <a:pt x="3316100" y="150018"/>
                  <a:pt x="3150393" y="150018"/>
                </a:cubicBezTo>
                <a:cubicBezTo>
                  <a:pt x="2984687" y="150018"/>
                  <a:pt x="2850356" y="284349"/>
                  <a:pt x="2850356" y="450056"/>
                </a:cubicBezTo>
                <a:moveTo>
                  <a:pt x="3150393" y="775115"/>
                </a:moveTo>
                <a:cubicBezTo>
                  <a:pt x="3150393" y="844162"/>
                  <a:pt x="3094424" y="900131"/>
                  <a:pt x="3025378" y="900131"/>
                </a:cubicBezTo>
                <a:lnTo>
                  <a:pt x="125015" y="900131"/>
                </a:lnTo>
                <a:cubicBezTo>
                  <a:pt x="55968" y="900131"/>
                  <a:pt x="0" y="844162"/>
                  <a:pt x="0" y="775115"/>
                </a:cubicBezTo>
                <a:lnTo>
                  <a:pt x="0" y="125015"/>
                </a:lnTo>
                <a:cubicBezTo>
                  <a:pt x="0" y="55968"/>
                  <a:pt x="55968" y="0"/>
                  <a:pt x="125015" y="0"/>
                </a:cubicBezTo>
                <a:lnTo>
                  <a:pt x="3025378" y="0"/>
                </a:lnTo>
                <a:cubicBezTo>
                  <a:pt x="3094424" y="0"/>
                  <a:pt x="3150393" y="55968"/>
                  <a:pt x="3150393" y="125015"/>
                </a:cubicBezTo>
                <a:lnTo>
                  <a:pt x="3150393" y="150018"/>
                </a:lnTo>
                <a:cubicBezTo>
                  <a:pt x="2984687" y="150018"/>
                  <a:pt x="2850356" y="284349"/>
                  <a:pt x="2850356" y="450056"/>
                </a:cubicBezTo>
                <a:cubicBezTo>
                  <a:pt x="2850356" y="615762"/>
                  <a:pt x="2984687" y="750093"/>
                  <a:pt x="3150393" y="750093"/>
                </a:cubicBezTo>
                <a:lnTo>
                  <a:pt x="3150393" y="775096"/>
                </a:lnTo>
              </a:path>
            </a:pathLst>
          </a:custGeom>
          <a:solidFill>
            <a:srgbClr val="D78624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2056" y="2487453"/>
            <a:ext cx="3450431" cy="900112"/>
          </a:xfrm>
          <a:custGeom>
            <a:avLst/>
            <a:gdLst/>
            <a:ahLst/>
            <a:cxnLst/>
            <a:rect l="0" t="0" r="0" b="0"/>
            <a:pathLst>
              <a:path w="3450431" h="900112">
                <a:moveTo>
                  <a:pt x="3150393" y="750093"/>
                </a:moveTo>
                <a:lnTo>
                  <a:pt x="3150393" y="775096"/>
                </a:lnTo>
                <a:moveTo>
                  <a:pt x="0" y="775096"/>
                </a:moveTo>
                <a:lnTo>
                  <a:pt x="0" y="762595"/>
                </a:lnTo>
                <a:lnTo>
                  <a:pt x="0" y="750093"/>
                </a:lnTo>
                <a:moveTo>
                  <a:pt x="3150393" y="150018"/>
                </a:moveTo>
                <a:lnTo>
                  <a:pt x="3150393" y="125015"/>
                </a:lnTo>
                <a:cubicBezTo>
                  <a:pt x="3150393" y="55972"/>
                  <a:pt x="3094421" y="0"/>
                  <a:pt x="3025378" y="0"/>
                </a:cubicBezTo>
                <a:lnTo>
                  <a:pt x="125015" y="0"/>
                </a:lnTo>
                <a:cubicBezTo>
                  <a:pt x="55972" y="0"/>
                  <a:pt x="0" y="55972"/>
                  <a:pt x="0" y="125015"/>
                </a:cubicBezTo>
                <a:lnTo>
                  <a:pt x="0" y="750093"/>
                </a:lnTo>
                <a:moveTo>
                  <a:pt x="3150393" y="775096"/>
                </a:moveTo>
                <a:cubicBezTo>
                  <a:pt x="3150393" y="844141"/>
                  <a:pt x="3094421" y="900112"/>
                  <a:pt x="3025378" y="900112"/>
                </a:cubicBezTo>
                <a:lnTo>
                  <a:pt x="125015" y="900112"/>
                </a:lnTo>
                <a:cubicBezTo>
                  <a:pt x="55972" y="900112"/>
                  <a:pt x="0" y="844141"/>
                  <a:pt x="0" y="775096"/>
                </a:cubicBezTo>
                <a:moveTo>
                  <a:pt x="2850356" y="450056"/>
                </a:moveTo>
                <a:cubicBezTo>
                  <a:pt x="2850356" y="615762"/>
                  <a:pt x="2984687" y="750093"/>
                  <a:pt x="3150393" y="750093"/>
                </a:cubicBezTo>
                <a:cubicBezTo>
                  <a:pt x="3316099" y="750093"/>
                  <a:pt x="3450431" y="615762"/>
                  <a:pt x="3450431" y="450056"/>
                </a:cubicBezTo>
                <a:cubicBezTo>
                  <a:pt x="3450431" y="284350"/>
                  <a:pt x="3316099" y="150018"/>
                  <a:pt x="3150393" y="150018"/>
                </a:cubicBezTo>
                <a:cubicBezTo>
                  <a:pt x="2984687" y="150018"/>
                  <a:pt x="2850356" y="284350"/>
                  <a:pt x="2850356" y="450056"/>
                </a:cubicBezTo>
              </a:path>
            </a:pathLst>
          </a:custGeom>
          <a:noFill/>
          <a:ln w="37504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1531" y="3537584"/>
            <a:ext cx="3450431" cy="900141"/>
          </a:xfrm>
          <a:custGeom>
            <a:avLst/>
            <a:gdLst/>
            <a:ahLst/>
            <a:cxnLst/>
            <a:rect l="0" t="0" r="0" b="0"/>
            <a:pathLst>
              <a:path w="3450431" h="900141">
                <a:moveTo>
                  <a:pt x="300037" y="775125"/>
                </a:moveTo>
                <a:cubicBezTo>
                  <a:pt x="300037" y="844162"/>
                  <a:pt x="356006" y="900141"/>
                  <a:pt x="425053" y="900141"/>
                </a:cubicBezTo>
                <a:lnTo>
                  <a:pt x="3325415" y="900141"/>
                </a:lnTo>
                <a:cubicBezTo>
                  <a:pt x="3394462" y="900141"/>
                  <a:pt x="3450431" y="844162"/>
                  <a:pt x="3450431" y="775125"/>
                </a:cubicBezTo>
                <a:lnTo>
                  <a:pt x="3450431" y="125015"/>
                </a:lnTo>
                <a:cubicBezTo>
                  <a:pt x="3450431" y="55968"/>
                  <a:pt x="3394462" y="0"/>
                  <a:pt x="3325415" y="0"/>
                </a:cubicBezTo>
                <a:lnTo>
                  <a:pt x="425053" y="0"/>
                </a:lnTo>
                <a:cubicBezTo>
                  <a:pt x="356006" y="0"/>
                  <a:pt x="300037" y="55968"/>
                  <a:pt x="300037" y="125015"/>
                </a:cubicBezTo>
                <a:lnTo>
                  <a:pt x="300037" y="150018"/>
                </a:lnTo>
                <a:cubicBezTo>
                  <a:pt x="465743" y="150018"/>
                  <a:pt x="600075" y="284349"/>
                  <a:pt x="600075" y="450056"/>
                </a:cubicBezTo>
                <a:cubicBezTo>
                  <a:pt x="600075" y="615762"/>
                  <a:pt x="465743" y="750093"/>
                  <a:pt x="300037" y="750093"/>
                </a:cubicBezTo>
                <a:lnTo>
                  <a:pt x="300037" y="775096"/>
                </a:lnTo>
                <a:moveTo>
                  <a:pt x="0" y="450056"/>
                </a:moveTo>
                <a:cubicBezTo>
                  <a:pt x="0" y="615762"/>
                  <a:pt x="134331" y="750093"/>
                  <a:pt x="300037" y="750093"/>
                </a:cubicBezTo>
                <a:cubicBezTo>
                  <a:pt x="465743" y="750093"/>
                  <a:pt x="600075" y="615762"/>
                  <a:pt x="600075" y="450056"/>
                </a:cubicBezTo>
                <a:cubicBezTo>
                  <a:pt x="600075" y="284349"/>
                  <a:pt x="465743" y="150018"/>
                  <a:pt x="300037" y="150018"/>
                </a:cubicBezTo>
                <a:cubicBezTo>
                  <a:pt x="134331" y="150018"/>
                  <a:pt x="0" y="284349"/>
                  <a:pt x="0" y="450056"/>
                </a:cubicBezTo>
              </a:path>
            </a:pathLst>
          </a:custGeom>
          <a:solidFill>
            <a:srgbClr val="E49B0F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1531" y="3537584"/>
            <a:ext cx="3450431" cy="900112"/>
          </a:xfrm>
          <a:custGeom>
            <a:avLst/>
            <a:gdLst/>
            <a:ahLst/>
            <a:cxnLst/>
            <a:rect l="0" t="0" r="0" b="0"/>
            <a:pathLst>
              <a:path w="3450431" h="900112">
                <a:moveTo>
                  <a:pt x="0" y="450056"/>
                </a:moveTo>
                <a:cubicBezTo>
                  <a:pt x="0" y="615762"/>
                  <a:pt x="134331" y="750093"/>
                  <a:pt x="300037" y="750093"/>
                </a:cubicBezTo>
                <a:cubicBezTo>
                  <a:pt x="465743" y="750093"/>
                  <a:pt x="600075" y="615762"/>
                  <a:pt x="600075" y="450056"/>
                </a:cubicBezTo>
                <a:cubicBezTo>
                  <a:pt x="600075" y="284350"/>
                  <a:pt x="465743" y="150018"/>
                  <a:pt x="300037" y="150018"/>
                </a:cubicBezTo>
                <a:cubicBezTo>
                  <a:pt x="134331" y="150018"/>
                  <a:pt x="0" y="284350"/>
                  <a:pt x="0" y="450056"/>
                </a:cubicBezTo>
                <a:moveTo>
                  <a:pt x="300037" y="750093"/>
                </a:moveTo>
                <a:lnTo>
                  <a:pt x="300037" y="775096"/>
                </a:lnTo>
                <a:moveTo>
                  <a:pt x="3450431" y="775096"/>
                </a:moveTo>
                <a:lnTo>
                  <a:pt x="3450431" y="762595"/>
                </a:lnTo>
                <a:lnTo>
                  <a:pt x="3450431" y="750093"/>
                </a:lnTo>
                <a:moveTo>
                  <a:pt x="300037" y="150018"/>
                </a:moveTo>
                <a:lnTo>
                  <a:pt x="300037" y="125015"/>
                </a:lnTo>
                <a:cubicBezTo>
                  <a:pt x="300037" y="55972"/>
                  <a:pt x="356009" y="0"/>
                  <a:pt x="425053" y="0"/>
                </a:cubicBezTo>
                <a:lnTo>
                  <a:pt x="3325415" y="0"/>
                </a:lnTo>
                <a:cubicBezTo>
                  <a:pt x="3394459" y="0"/>
                  <a:pt x="3450431" y="55972"/>
                  <a:pt x="3450431" y="125015"/>
                </a:cubicBezTo>
                <a:lnTo>
                  <a:pt x="3450431" y="750093"/>
                </a:lnTo>
                <a:moveTo>
                  <a:pt x="300037" y="775096"/>
                </a:moveTo>
                <a:cubicBezTo>
                  <a:pt x="300037" y="844141"/>
                  <a:pt x="356009" y="900112"/>
                  <a:pt x="425053" y="900112"/>
                </a:cubicBezTo>
                <a:lnTo>
                  <a:pt x="3325415" y="900112"/>
                </a:lnTo>
                <a:cubicBezTo>
                  <a:pt x="3394459" y="900112"/>
                  <a:pt x="3450431" y="844141"/>
                  <a:pt x="3450431" y="775096"/>
                </a:cubicBezTo>
              </a:path>
            </a:pathLst>
          </a:custGeom>
          <a:noFill/>
          <a:ln w="37504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Group 19"/>
          <p:cNvGrpSpPr/>
          <p:nvPr/>
        </p:nvGrpSpPr>
        <p:grpSpPr>
          <a:xfrm>
            <a:off x="4421981" y="3887627"/>
            <a:ext cx="426719" cy="200025"/>
            <a:chOff x="4421981" y="3887627"/>
            <a:chExt cx="426719" cy="200025"/>
          </a:xfrm>
        </p:grpSpPr>
        <p:sp>
          <p:nvSpPr>
            <p:cNvPr id="18" name="Rounded Rectangle 17"/>
            <p:cNvSpPr/>
            <p:nvPr/>
          </p:nvSpPr>
          <p:spPr>
            <a:xfrm>
              <a:off x="4421981" y="3987640"/>
              <a:ext cx="419195" cy="9525"/>
            </a:xfrm>
            <a:custGeom>
              <a:avLst/>
              <a:gdLst/>
              <a:ahLst/>
              <a:cxnLst/>
              <a:rect l="0" t="0" r="0" b="0"/>
              <a:pathLst>
                <a:path w="419195" h="9525">
                  <a:moveTo>
                    <a:pt x="0" y="0"/>
                  </a:moveTo>
                  <a:lnTo>
                    <a:pt x="419195" y="0"/>
                  </a:lnTo>
                </a:path>
              </a:pathLst>
            </a:custGeom>
            <a:noFill/>
            <a:ln w="37504">
              <a:solidFill>
                <a:srgbClr val="18181E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748688" y="3887627"/>
              <a:ext cx="100012" cy="200025"/>
            </a:xfrm>
            <a:custGeom>
              <a:avLst/>
              <a:gdLst/>
              <a:ahLst/>
              <a:cxnLst/>
              <a:rect l="0" t="0" r="0" b="0"/>
              <a:pathLst>
                <a:path w="100012" h="200025">
                  <a:moveTo>
                    <a:pt x="0" y="200025"/>
                  </a:moveTo>
                  <a:lnTo>
                    <a:pt x="100012" y="100012"/>
                  </a:lnTo>
                  <a:lnTo>
                    <a:pt x="0" y="0"/>
                  </a:lnTo>
                </a:path>
              </a:pathLst>
            </a:custGeom>
            <a:noFill/>
            <a:ln w="37504">
              <a:solidFill>
                <a:srgbClr val="18181E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1" name="Rounded Rectangle 20"/>
          <p:cNvSpPr/>
          <p:nvPr/>
        </p:nvSpPr>
        <p:spPr>
          <a:xfrm>
            <a:off x="5022056" y="3537584"/>
            <a:ext cx="3450431" cy="900141"/>
          </a:xfrm>
          <a:custGeom>
            <a:avLst/>
            <a:gdLst/>
            <a:ahLst/>
            <a:cxnLst/>
            <a:rect l="0" t="0" r="0" b="0"/>
            <a:pathLst>
              <a:path w="3450431" h="900141">
                <a:moveTo>
                  <a:pt x="2850356" y="450056"/>
                </a:moveTo>
                <a:cubicBezTo>
                  <a:pt x="2850356" y="615762"/>
                  <a:pt x="2984687" y="750093"/>
                  <a:pt x="3150393" y="750093"/>
                </a:cubicBezTo>
                <a:cubicBezTo>
                  <a:pt x="3316100" y="750093"/>
                  <a:pt x="3450431" y="615762"/>
                  <a:pt x="3450431" y="450056"/>
                </a:cubicBezTo>
                <a:cubicBezTo>
                  <a:pt x="3450431" y="284349"/>
                  <a:pt x="3316100" y="150018"/>
                  <a:pt x="3150393" y="150018"/>
                </a:cubicBezTo>
                <a:cubicBezTo>
                  <a:pt x="2984687" y="150018"/>
                  <a:pt x="2850356" y="284349"/>
                  <a:pt x="2850356" y="450056"/>
                </a:cubicBezTo>
                <a:moveTo>
                  <a:pt x="3150393" y="775125"/>
                </a:moveTo>
                <a:cubicBezTo>
                  <a:pt x="3150393" y="844162"/>
                  <a:pt x="3094424" y="900141"/>
                  <a:pt x="3025378" y="900141"/>
                </a:cubicBezTo>
                <a:lnTo>
                  <a:pt x="125015" y="900141"/>
                </a:lnTo>
                <a:cubicBezTo>
                  <a:pt x="55968" y="900141"/>
                  <a:pt x="0" y="844162"/>
                  <a:pt x="0" y="775125"/>
                </a:cubicBezTo>
                <a:lnTo>
                  <a:pt x="0" y="125015"/>
                </a:lnTo>
                <a:cubicBezTo>
                  <a:pt x="0" y="55968"/>
                  <a:pt x="55968" y="0"/>
                  <a:pt x="125015" y="0"/>
                </a:cubicBezTo>
                <a:lnTo>
                  <a:pt x="3025378" y="0"/>
                </a:lnTo>
                <a:cubicBezTo>
                  <a:pt x="3094424" y="0"/>
                  <a:pt x="3150393" y="55968"/>
                  <a:pt x="3150393" y="125015"/>
                </a:cubicBezTo>
                <a:lnTo>
                  <a:pt x="3150393" y="150018"/>
                </a:lnTo>
                <a:cubicBezTo>
                  <a:pt x="2984687" y="150018"/>
                  <a:pt x="2850356" y="284349"/>
                  <a:pt x="2850356" y="450056"/>
                </a:cubicBezTo>
                <a:cubicBezTo>
                  <a:pt x="2850356" y="615762"/>
                  <a:pt x="2984687" y="750093"/>
                  <a:pt x="3150393" y="750093"/>
                </a:cubicBezTo>
                <a:lnTo>
                  <a:pt x="3150393" y="775096"/>
                </a:lnTo>
              </a:path>
            </a:pathLst>
          </a:custGeom>
          <a:solidFill>
            <a:srgbClr val="D78624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022056" y="3537584"/>
            <a:ext cx="3450431" cy="900112"/>
          </a:xfrm>
          <a:custGeom>
            <a:avLst/>
            <a:gdLst/>
            <a:ahLst/>
            <a:cxnLst/>
            <a:rect l="0" t="0" r="0" b="0"/>
            <a:pathLst>
              <a:path w="3450431" h="900112">
                <a:moveTo>
                  <a:pt x="3150393" y="750093"/>
                </a:moveTo>
                <a:lnTo>
                  <a:pt x="3150393" y="775096"/>
                </a:lnTo>
                <a:moveTo>
                  <a:pt x="0" y="775096"/>
                </a:moveTo>
                <a:lnTo>
                  <a:pt x="0" y="762595"/>
                </a:lnTo>
                <a:lnTo>
                  <a:pt x="0" y="750093"/>
                </a:lnTo>
                <a:moveTo>
                  <a:pt x="3150393" y="150018"/>
                </a:moveTo>
                <a:lnTo>
                  <a:pt x="3150393" y="125015"/>
                </a:lnTo>
                <a:cubicBezTo>
                  <a:pt x="3150393" y="55972"/>
                  <a:pt x="3094421" y="0"/>
                  <a:pt x="3025378" y="0"/>
                </a:cubicBezTo>
                <a:lnTo>
                  <a:pt x="125015" y="0"/>
                </a:lnTo>
                <a:cubicBezTo>
                  <a:pt x="55972" y="0"/>
                  <a:pt x="0" y="55972"/>
                  <a:pt x="0" y="125015"/>
                </a:cubicBezTo>
                <a:lnTo>
                  <a:pt x="0" y="750093"/>
                </a:lnTo>
                <a:moveTo>
                  <a:pt x="3150393" y="775096"/>
                </a:moveTo>
                <a:cubicBezTo>
                  <a:pt x="3150393" y="844141"/>
                  <a:pt x="3094421" y="900112"/>
                  <a:pt x="3025378" y="900112"/>
                </a:cubicBezTo>
                <a:lnTo>
                  <a:pt x="125015" y="900112"/>
                </a:lnTo>
                <a:cubicBezTo>
                  <a:pt x="55972" y="900112"/>
                  <a:pt x="0" y="844141"/>
                  <a:pt x="0" y="775096"/>
                </a:cubicBezTo>
                <a:moveTo>
                  <a:pt x="2850356" y="450056"/>
                </a:moveTo>
                <a:cubicBezTo>
                  <a:pt x="2850356" y="615762"/>
                  <a:pt x="2984687" y="750093"/>
                  <a:pt x="3150393" y="750093"/>
                </a:cubicBezTo>
                <a:cubicBezTo>
                  <a:pt x="3316099" y="750093"/>
                  <a:pt x="3450431" y="615762"/>
                  <a:pt x="3450431" y="450056"/>
                </a:cubicBezTo>
                <a:cubicBezTo>
                  <a:pt x="3450431" y="284350"/>
                  <a:pt x="3316099" y="150018"/>
                  <a:pt x="3150393" y="150018"/>
                </a:cubicBezTo>
                <a:cubicBezTo>
                  <a:pt x="2984687" y="150018"/>
                  <a:pt x="2850356" y="284350"/>
                  <a:pt x="2850356" y="450056"/>
                </a:cubicBezTo>
              </a:path>
            </a:pathLst>
          </a:custGeom>
          <a:noFill/>
          <a:ln w="37504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22431" y="3837602"/>
            <a:ext cx="300037" cy="300180"/>
          </a:xfrm>
          <a:custGeom>
            <a:avLst/>
            <a:gdLst/>
            <a:ahLst/>
            <a:cxnLst/>
            <a:rect l="0" t="0" r="0" b="0"/>
            <a:pathLst>
              <a:path w="300037" h="300180">
                <a:moveTo>
                  <a:pt x="292284" y="71151"/>
                </a:moveTo>
                <a:cubicBezTo>
                  <a:pt x="286007" y="65284"/>
                  <a:pt x="277625" y="62169"/>
                  <a:pt x="269033" y="62531"/>
                </a:cubicBezTo>
                <a:cubicBezTo>
                  <a:pt x="257536" y="62531"/>
                  <a:pt x="246526" y="63779"/>
                  <a:pt x="236400" y="64903"/>
                </a:cubicBezTo>
                <a:cubicBezTo>
                  <a:pt x="229495" y="65665"/>
                  <a:pt x="224523" y="71875"/>
                  <a:pt x="225275" y="78781"/>
                </a:cubicBezTo>
                <a:cubicBezTo>
                  <a:pt x="226037" y="85686"/>
                  <a:pt x="232248" y="90668"/>
                  <a:pt x="239153" y="89906"/>
                </a:cubicBezTo>
                <a:cubicBezTo>
                  <a:pt x="248659" y="88906"/>
                  <a:pt x="259032" y="88153"/>
                  <a:pt x="269909" y="87782"/>
                </a:cubicBezTo>
                <a:cubicBezTo>
                  <a:pt x="271719" y="87649"/>
                  <a:pt x="273529" y="88134"/>
                  <a:pt x="275034" y="89154"/>
                </a:cubicBezTo>
                <a:lnTo>
                  <a:pt x="275034" y="234172"/>
                </a:lnTo>
                <a:cubicBezTo>
                  <a:pt x="273624" y="235515"/>
                  <a:pt x="271719" y="236191"/>
                  <a:pt x="269786" y="236048"/>
                </a:cubicBezTo>
                <a:cubicBezTo>
                  <a:pt x="213398" y="237924"/>
                  <a:pt x="181022" y="248545"/>
                  <a:pt x="162391" y="259051"/>
                </a:cubicBezTo>
                <a:lnTo>
                  <a:pt x="162391" y="242801"/>
                </a:lnTo>
                <a:cubicBezTo>
                  <a:pt x="162391" y="235896"/>
                  <a:pt x="156800" y="230295"/>
                  <a:pt x="149894" y="230295"/>
                </a:cubicBezTo>
                <a:cubicBezTo>
                  <a:pt x="142989" y="230295"/>
                  <a:pt x="137388" y="235896"/>
                  <a:pt x="137388" y="242801"/>
                </a:cubicBezTo>
                <a:lnTo>
                  <a:pt x="137388" y="258803"/>
                </a:lnTo>
                <a:cubicBezTo>
                  <a:pt x="118891" y="248050"/>
                  <a:pt x="86515" y="237553"/>
                  <a:pt x="30127" y="235800"/>
                </a:cubicBezTo>
                <a:cubicBezTo>
                  <a:pt x="28374" y="235686"/>
                  <a:pt x="26641" y="235305"/>
                  <a:pt x="25003" y="234676"/>
                </a:cubicBezTo>
                <a:lnTo>
                  <a:pt x="25003" y="89401"/>
                </a:lnTo>
                <a:cubicBezTo>
                  <a:pt x="26336" y="88030"/>
                  <a:pt x="28222" y="87334"/>
                  <a:pt x="30127" y="87534"/>
                </a:cubicBezTo>
                <a:cubicBezTo>
                  <a:pt x="41252" y="87534"/>
                  <a:pt x="51758" y="88658"/>
                  <a:pt x="61512" y="89782"/>
                </a:cubicBezTo>
                <a:cubicBezTo>
                  <a:pt x="68246" y="90363"/>
                  <a:pt x="74228" y="85496"/>
                  <a:pt x="75009" y="78781"/>
                </a:cubicBezTo>
                <a:cubicBezTo>
                  <a:pt x="75399" y="75476"/>
                  <a:pt x="74456" y="72161"/>
                  <a:pt x="72390" y="69561"/>
                </a:cubicBezTo>
                <a:cubicBezTo>
                  <a:pt x="70323" y="66951"/>
                  <a:pt x="67313" y="65274"/>
                  <a:pt x="64008" y="64903"/>
                </a:cubicBezTo>
                <a:cubicBezTo>
                  <a:pt x="54006" y="63779"/>
                  <a:pt x="42757" y="62531"/>
                  <a:pt x="31003" y="62531"/>
                </a:cubicBezTo>
                <a:cubicBezTo>
                  <a:pt x="22412" y="62198"/>
                  <a:pt x="14049" y="65303"/>
                  <a:pt x="7753" y="71151"/>
                </a:cubicBezTo>
                <a:cubicBezTo>
                  <a:pt x="2886" y="75790"/>
                  <a:pt x="95" y="82191"/>
                  <a:pt x="0" y="88906"/>
                </a:cubicBezTo>
                <a:lnTo>
                  <a:pt x="0" y="234676"/>
                </a:lnTo>
                <a:cubicBezTo>
                  <a:pt x="1133" y="249831"/>
                  <a:pt x="14058" y="261385"/>
                  <a:pt x="29251" y="260804"/>
                </a:cubicBezTo>
                <a:cubicBezTo>
                  <a:pt x="117767" y="263680"/>
                  <a:pt x="136264" y="288683"/>
                  <a:pt x="138017" y="291426"/>
                </a:cubicBezTo>
                <a:cubicBezTo>
                  <a:pt x="139131" y="295255"/>
                  <a:pt x="142017" y="298322"/>
                  <a:pt x="145770" y="299685"/>
                </a:cubicBezTo>
                <a:cubicBezTo>
                  <a:pt x="147151" y="300047"/>
                  <a:pt x="148590" y="300180"/>
                  <a:pt x="150018" y="300056"/>
                </a:cubicBezTo>
                <a:cubicBezTo>
                  <a:pt x="155086" y="299942"/>
                  <a:pt x="159572" y="296779"/>
                  <a:pt x="161391" y="292055"/>
                </a:cubicBezTo>
                <a:cubicBezTo>
                  <a:pt x="161391" y="291303"/>
                  <a:pt x="177145" y="263547"/>
                  <a:pt x="270662" y="260556"/>
                </a:cubicBezTo>
                <a:cubicBezTo>
                  <a:pt x="285807" y="261204"/>
                  <a:pt x="298780" y="249783"/>
                  <a:pt x="300037" y="234676"/>
                </a:cubicBezTo>
                <a:lnTo>
                  <a:pt x="300037" y="88906"/>
                </a:lnTo>
                <a:cubicBezTo>
                  <a:pt x="299942" y="82191"/>
                  <a:pt x="297151" y="75790"/>
                  <a:pt x="292284" y="71151"/>
                </a:cubicBezTo>
                <a:moveTo>
                  <a:pt x="75009" y="140665"/>
                </a:moveTo>
                <a:lnTo>
                  <a:pt x="75009" y="184413"/>
                </a:lnTo>
                <a:cubicBezTo>
                  <a:pt x="75009" y="198224"/>
                  <a:pt x="86201" y="209416"/>
                  <a:pt x="100012" y="209416"/>
                </a:cubicBezTo>
                <a:lnTo>
                  <a:pt x="200025" y="209416"/>
                </a:lnTo>
                <a:cubicBezTo>
                  <a:pt x="213836" y="209416"/>
                  <a:pt x="225028" y="198224"/>
                  <a:pt x="225028" y="184413"/>
                </a:cubicBezTo>
                <a:lnTo>
                  <a:pt x="225028" y="140665"/>
                </a:lnTo>
                <a:cubicBezTo>
                  <a:pt x="225009" y="102870"/>
                  <a:pt x="196881" y="70999"/>
                  <a:pt x="159391" y="66274"/>
                </a:cubicBezTo>
                <a:lnTo>
                  <a:pt x="159391" y="54654"/>
                </a:lnTo>
                <a:cubicBezTo>
                  <a:pt x="172307" y="50082"/>
                  <a:pt x="180060" y="36880"/>
                  <a:pt x="177746" y="23374"/>
                </a:cubicBezTo>
                <a:cubicBezTo>
                  <a:pt x="175421" y="9867"/>
                  <a:pt x="163715" y="0"/>
                  <a:pt x="150018" y="0"/>
                </a:cubicBezTo>
                <a:cubicBezTo>
                  <a:pt x="136321" y="0"/>
                  <a:pt x="124615" y="9867"/>
                  <a:pt x="122291" y="23374"/>
                </a:cubicBezTo>
                <a:cubicBezTo>
                  <a:pt x="119976" y="36880"/>
                  <a:pt x="127730" y="50082"/>
                  <a:pt x="140646" y="54654"/>
                </a:cubicBezTo>
                <a:lnTo>
                  <a:pt x="140646" y="66274"/>
                </a:lnTo>
                <a:cubicBezTo>
                  <a:pt x="103155" y="70999"/>
                  <a:pt x="75028" y="102870"/>
                  <a:pt x="75009" y="140665"/>
                </a:cubicBezTo>
                <a:moveTo>
                  <a:pt x="121891" y="106279"/>
                </a:moveTo>
                <a:cubicBezTo>
                  <a:pt x="128797" y="106279"/>
                  <a:pt x="134388" y="111880"/>
                  <a:pt x="134388" y="118786"/>
                </a:cubicBezTo>
                <a:cubicBezTo>
                  <a:pt x="134388" y="125691"/>
                  <a:pt x="128797" y="131283"/>
                  <a:pt x="121891" y="131283"/>
                </a:cubicBezTo>
                <a:cubicBezTo>
                  <a:pt x="114985" y="131283"/>
                  <a:pt x="109385" y="125691"/>
                  <a:pt x="109385" y="118786"/>
                </a:cubicBezTo>
                <a:cubicBezTo>
                  <a:pt x="109385" y="111880"/>
                  <a:pt x="114985" y="106279"/>
                  <a:pt x="121891" y="106279"/>
                </a:cubicBezTo>
                <a:moveTo>
                  <a:pt x="178146" y="106279"/>
                </a:moveTo>
                <a:cubicBezTo>
                  <a:pt x="185051" y="106279"/>
                  <a:pt x="190652" y="111880"/>
                  <a:pt x="190652" y="118786"/>
                </a:cubicBezTo>
                <a:cubicBezTo>
                  <a:pt x="190652" y="125691"/>
                  <a:pt x="185051" y="131283"/>
                  <a:pt x="178146" y="131283"/>
                </a:cubicBezTo>
                <a:cubicBezTo>
                  <a:pt x="171240" y="131283"/>
                  <a:pt x="165649" y="125691"/>
                  <a:pt x="165649" y="118786"/>
                </a:cubicBezTo>
                <a:cubicBezTo>
                  <a:pt x="165649" y="111880"/>
                  <a:pt x="171240" y="106279"/>
                  <a:pt x="178146" y="106279"/>
                </a:cubicBezTo>
                <a:moveTo>
                  <a:pt x="200025" y="159410"/>
                </a:moveTo>
                <a:lnTo>
                  <a:pt x="200025" y="184413"/>
                </a:lnTo>
                <a:lnTo>
                  <a:pt x="100012" y="184413"/>
                </a:lnTo>
                <a:lnTo>
                  <a:pt x="100012" y="159410"/>
                </a:lnTo>
                <a:lnTo>
                  <a:pt x="200025" y="159410"/>
                </a:lnTo>
              </a:path>
            </a:pathLst>
          </a:custGeom>
          <a:solidFill>
            <a:srgbClr val="D7862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71007" y="3831382"/>
            <a:ext cx="305981" cy="306819"/>
          </a:xfrm>
          <a:custGeom>
            <a:avLst/>
            <a:gdLst/>
            <a:ahLst/>
            <a:cxnLst/>
            <a:rect l="0" t="0" r="0" b="0"/>
            <a:pathLst>
              <a:path w="305981" h="306819">
                <a:moveTo>
                  <a:pt x="206606" y="22602"/>
                </a:moveTo>
                <a:cubicBezTo>
                  <a:pt x="227561" y="1590"/>
                  <a:pt x="262204" y="0"/>
                  <a:pt x="284740" y="22602"/>
                </a:cubicBezTo>
                <a:cubicBezTo>
                  <a:pt x="305981" y="43891"/>
                  <a:pt x="305666" y="78419"/>
                  <a:pt x="284968" y="100650"/>
                </a:cubicBezTo>
                <a:cubicBezTo>
                  <a:pt x="284883" y="100745"/>
                  <a:pt x="284797" y="100831"/>
                  <a:pt x="284702" y="100926"/>
                </a:cubicBezTo>
                <a:lnTo>
                  <a:pt x="273653" y="111852"/>
                </a:lnTo>
                <a:lnTo>
                  <a:pt x="195519" y="33718"/>
                </a:lnTo>
                <a:lnTo>
                  <a:pt x="206606" y="22593"/>
                </a:lnTo>
                <a:moveTo>
                  <a:pt x="177850" y="51415"/>
                </a:moveTo>
                <a:lnTo>
                  <a:pt x="25746" y="203977"/>
                </a:lnTo>
                <a:cubicBezTo>
                  <a:pt x="24574" y="205149"/>
                  <a:pt x="23726" y="206616"/>
                  <a:pt x="23307" y="208226"/>
                </a:cubicBezTo>
                <a:lnTo>
                  <a:pt x="838" y="294541"/>
                </a:lnTo>
                <a:cubicBezTo>
                  <a:pt x="0" y="297761"/>
                  <a:pt x="933" y="301190"/>
                  <a:pt x="3286" y="303542"/>
                </a:cubicBezTo>
                <a:cubicBezTo>
                  <a:pt x="5648" y="305895"/>
                  <a:pt x="9077" y="306819"/>
                  <a:pt x="12296" y="305971"/>
                </a:cubicBezTo>
                <a:lnTo>
                  <a:pt x="98364" y="283463"/>
                </a:lnTo>
                <a:cubicBezTo>
                  <a:pt x="99955" y="283044"/>
                  <a:pt x="101412" y="282206"/>
                  <a:pt x="102584" y="281044"/>
                </a:cubicBezTo>
                <a:lnTo>
                  <a:pt x="133731" y="250240"/>
                </a:lnTo>
                <a:cubicBezTo>
                  <a:pt x="127301" y="219151"/>
                  <a:pt x="137045" y="186909"/>
                  <a:pt x="159619" y="164582"/>
                </a:cubicBezTo>
                <a:cubicBezTo>
                  <a:pt x="182194" y="142255"/>
                  <a:pt x="214541" y="132864"/>
                  <a:pt x="245564" y="139646"/>
                </a:cubicBezTo>
                <a:lnTo>
                  <a:pt x="255870" y="129444"/>
                </a:lnTo>
                <a:lnTo>
                  <a:pt x="177869" y="51434"/>
                </a:lnTo>
                <a:moveTo>
                  <a:pt x="300580" y="231266"/>
                </a:moveTo>
                <a:cubicBezTo>
                  <a:pt x="300580" y="272691"/>
                  <a:pt x="266995" y="306276"/>
                  <a:pt x="225571" y="306276"/>
                </a:cubicBezTo>
                <a:cubicBezTo>
                  <a:pt x="184146" y="306276"/>
                  <a:pt x="150561" y="272691"/>
                  <a:pt x="150561" y="231266"/>
                </a:cubicBezTo>
                <a:cubicBezTo>
                  <a:pt x="150561" y="189842"/>
                  <a:pt x="184146" y="156257"/>
                  <a:pt x="225571" y="156257"/>
                </a:cubicBezTo>
                <a:cubicBezTo>
                  <a:pt x="266995" y="156257"/>
                  <a:pt x="300580" y="189842"/>
                  <a:pt x="300580" y="231266"/>
                </a:cubicBezTo>
                <a:moveTo>
                  <a:pt x="211645" y="211550"/>
                </a:moveTo>
                <a:cubicBezTo>
                  <a:pt x="211645" y="204139"/>
                  <a:pt x="217570" y="197624"/>
                  <a:pt x="225571" y="197624"/>
                </a:cubicBezTo>
                <a:cubicBezTo>
                  <a:pt x="233267" y="197624"/>
                  <a:pt x="239496" y="203863"/>
                  <a:pt x="239496" y="211550"/>
                </a:cubicBezTo>
                <a:cubicBezTo>
                  <a:pt x="239496" y="219246"/>
                  <a:pt x="233267" y="225475"/>
                  <a:pt x="225571" y="225475"/>
                </a:cubicBezTo>
                <a:cubicBezTo>
                  <a:pt x="220389" y="225475"/>
                  <a:pt x="216198" y="229676"/>
                  <a:pt x="216198" y="234857"/>
                </a:cubicBezTo>
                <a:lnTo>
                  <a:pt x="216198" y="245192"/>
                </a:lnTo>
                <a:cubicBezTo>
                  <a:pt x="216198" y="250374"/>
                  <a:pt x="220389" y="254565"/>
                  <a:pt x="225571" y="254565"/>
                </a:cubicBezTo>
                <a:cubicBezTo>
                  <a:pt x="230752" y="254565"/>
                  <a:pt x="234943" y="250374"/>
                  <a:pt x="234943" y="245192"/>
                </a:cubicBezTo>
                <a:lnTo>
                  <a:pt x="234943" y="242897"/>
                </a:lnTo>
                <a:cubicBezTo>
                  <a:pt x="248764" y="238706"/>
                  <a:pt x="258222" y="225990"/>
                  <a:pt x="258251" y="211550"/>
                </a:cubicBezTo>
                <a:cubicBezTo>
                  <a:pt x="258251" y="192547"/>
                  <a:pt x="242687" y="178869"/>
                  <a:pt x="225571" y="178869"/>
                </a:cubicBezTo>
                <a:cubicBezTo>
                  <a:pt x="206578" y="178869"/>
                  <a:pt x="192890" y="194424"/>
                  <a:pt x="192890" y="211550"/>
                </a:cubicBezTo>
                <a:cubicBezTo>
                  <a:pt x="192890" y="216731"/>
                  <a:pt x="197091" y="220932"/>
                  <a:pt x="202263" y="220932"/>
                </a:cubicBezTo>
                <a:cubicBezTo>
                  <a:pt x="207444" y="220932"/>
                  <a:pt x="211645" y="216731"/>
                  <a:pt x="211645" y="211550"/>
                </a:cubicBezTo>
                <a:moveTo>
                  <a:pt x="225571" y="289188"/>
                </a:moveTo>
                <a:cubicBezTo>
                  <a:pt x="232143" y="289188"/>
                  <a:pt x="237477" y="283854"/>
                  <a:pt x="237477" y="277282"/>
                </a:cubicBezTo>
                <a:cubicBezTo>
                  <a:pt x="237477" y="270710"/>
                  <a:pt x="232143" y="265385"/>
                  <a:pt x="225571" y="265385"/>
                </a:cubicBezTo>
                <a:cubicBezTo>
                  <a:pt x="218998" y="265385"/>
                  <a:pt x="213674" y="270710"/>
                  <a:pt x="213674" y="277282"/>
                </a:cubicBezTo>
                <a:cubicBezTo>
                  <a:pt x="213674" y="283854"/>
                  <a:pt x="218998" y="289188"/>
                  <a:pt x="225571" y="289188"/>
                </a:cubicBezTo>
              </a:path>
            </a:pathLst>
          </a:custGeom>
          <a:solidFill>
            <a:srgbClr val="E49B0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71550" y="1737360"/>
            <a:ext cx="300732" cy="300037"/>
          </a:xfrm>
          <a:custGeom>
            <a:avLst/>
            <a:gdLst/>
            <a:ahLst/>
            <a:cxnLst/>
            <a:rect l="0" t="0" r="0" b="0"/>
            <a:pathLst>
              <a:path w="300732" h="300037">
                <a:moveTo>
                  <a:pt x="50006" y="275034"/>
                </a:moveTo>
                <a:cubicBezTo>
                  <a:pt x="46558" y="275034"/>
                  <a:pt x="43757" y="272234"/>
                  <a:pt x="43757" y="268785"/>
                </a:cubicBezTo>
                <a:lnTo>
                  <a:pt x="43757" y="265661"/>
                </a:lnTo>
                <a:cubicBezTo>
                  <a:pt x="43757" y="263928"/>
                  <a:pt x="42357" y="262537"/>
                  <a:pt x="40633" y="262537"/>
                </a:cubicBezTo>
                <a:lnTo>
                  <a:pt x="21878" y="262537"/>
                </a:lnTo>
                <a:cubicBezTo>
                  <a:pt x="20154" y="262537"/>
                  <a:pt x="18754" y="263928"/>
                  <a:pt x="18754" y="265661"/>
                </a:cubicBezTo>
                <a:lnTo>
                  <a:pt x="18754" y="275034"/>
                </a:lnTo>
                <a:cubicBezTo>
                  <a:pt x="18754" y="288845"/>
                  <a:pt x="29946" y="300037"/>
                  <a:pt x="43757" y="300037"/>
                </a:cubicBezTo>
                <a:lnTo>
                  <a:pt x="212531" y="300037"/>
                </a:lnTo>
                <a:cubicBezTo>
                  <a:pt x="226333" y="300037"/>
                  <a:pt x="237534" y="288845"/>
                  <a:pt x="237534" y="275034"/>
                </a:cubicBezTo>
                <a:lnTo>
                  <a:pt x="50006" y="275034"/>
                </a:lnTo>
                <a:moveTo>
                  <a:pt x="40633" y="62512"/>
                </a:moveTo>
                <a:cubicBezTo>
                  <a:pt x="42357" y="62512"/>
                  <a:pt x="43757" y="61112"/>
                  <a:pt x="43757" y="59378"/>
                </a:cubicBezTo>
                <a:lnTo>
                  <a:pt x="43757" y="31251"/>
                </a:lnTo>
                <a:cubicBezTo>
                  <a:pt x="43757" y="27803"/>
                  <a:pt x="46558" y="25003"/>
                  <a:pt x="50006" y="25003"/>
                </a:cubicBezTo>
                <a:lnTo>
                  <a:pt x="212531" y="25003"/>
                </a:lnTo>
                <a:cubicBezTo>
                  <a:pt x="215979" y="25003"/>
                  <a:pt x="218779" y="27803"/>
                  <a:pt x="218779" y="31251"/>
                </a:cubicBezTo>
                <a:lnTo>
                  <a:pt x="218779" y="50006"/>
                </a:lnTo>
                <a:cubicBezTo>
                  <a:pt x="218779" y="56911"/>
                  <a:pt x="224370" y="62512"/>
                  <a:pt x="231276" y="62512"/>
                </a:cubicBezTo>
                <a:cubicBezTo>
                  <a:pt x="238182" y="62512"/>
                  <a:pt x="243782" y="56911"/>
                  <a:pt x="243782" y="50006"/>
                </a:cubicBezTo>
                <a:lnTo>
                  <a:pt x="243782" y="25003"/>
                </a:lnTo>
                <a:cubicBezTo>
                  <a:pt x="243782" y="11191"/>
                  <a:pt x="232581" y="0"/>
                  <a:pt x="218779" y="0"/>
                </a:cubicBezTo>
                <a:lnTo>
                  <a:pt x="43757" y="0"/>
                </a:lnTo>
                <a:cubicBezTo>
                  <a:pt x="29946" y="0"/>
                  <a:pt x="18754" y="11191"/>
                  <a:pt x="18754" y="25003"/>
                </a:cubicBezTo>
                <a:lnTo>
                  <a:pt x="18754" y="34375"/>
                </a:lnTo>
                <a:cubicBezTo>
                  <a:pt x="18754" y="36109"/>
                  <a:pt x="17354" y="37509"/>
                  <a:pt x="15630" y="37509"/>
                </a:cubicBezTo>
                <a:lnTo>
                  <a:pt x="12506" y="37509"/>
                </a:lnTo>
                <a:cubicBezTo>
                  <a:pt x="5600" y="37509"/>
                  <a:pt x="0" y="43100"/>
                  <a:pt x="0" y="50006"/>
                </a:cubicBezTo>
                <a:cubicBezTo>
                  <a:pt x="0" y="56911"/>
                  <a:pt x="5600" y="62512"/>
                  <a:pt x="12506" y="62512"/>
                </a:cubicBezTo>
                <a:lnTo>
                  <a:pt x="40633" y="62512"/>
                </a:lnTo>
                <a:moveTo>
                  <a:pt x="40633" y="125015"/>
                </a:moveTo>
                <a:cubicBezTo>
                  <a:pt x="42357" y="125015"/>
                  <a:pt x="43757" y="123615"/>
                  <a:pt x="43757" y="121891"/>
                </a:cubicBezTo>
                <a:lnTo>
                  <a:pt x="43757" y="78133"/>
                </a:lnTo>
                <a:cubicBezTo>
                  <a:pt x="43757" y="76409"/>
                  <a:pt x="42357" y="75009"/>
                  <a:pt x="40633" y="75009"/>
                </a:cubicBezTo>
                <a:lnTo>
                  <a:pt x="21878" y="75009"/>
                </a:lnTo>
                <a:cubicBezTo>
                  <a:pt x="20154" y="75009"/>
                  <a:pt x="18754" y="76409"/>
                  <a:pt x="18754" y="78133"/>
                </a:cubicBezTo>
                <a:lnTo>
                  <a:pt x="18754" y="96888"/>
                </a:lnTo>
                <a:cubicBezTo>
                  <a:pt x="18754" y="98612"/>
                  <a:pt x="17354" y="100012"/>
                  <a:pt x="15630" y="100012"/>
                </a:cubicBezTo>
                <a:lnTo>
                  <a:pt x="12506" y="100012"/>
                </a:lnTo>
                <a:cubicBezTo>
                  <a:pt x="5600" y="100012"/>
                  <a:pt x="0" y="105613"/>
                  <a:pt x="0" y="112518"/>
                </a:cubicBezTo>
                <a:cubicBezTo>
                  <a:pt x="0" y="119414"/>
                  <a:pt x="5600" y="125015"/>
                  <a:pt x="12506" y="125015"/>
                </a:cubicBezTo>
                <a:lnTo>
                  <a:pt x="40633" y="125015"/>
                </a:lnTo>
                <a:moveTo>
                  <a:pt x="40633" y="187528"/>
                </a:moveTo>
                <a:cubicBezTo>
                  <a:pt x="42357" y="187528"/>
                  <a:pt x="43757" y="186128"/>
                  <a:pt x="43757" y="184394"/>
                </a:cubicBezTo>
                <a:lnTo>
                  <a:pt x="43757" y="140646"/>
                </a:lnTo>
                <a:cubicBezTo>
                  <a:pt x="43757" y="138912"/>
                  <a:pt x="42357" y="137521"/>
                  <a:pt x="40633" y="137521"/>
                </a:cubicBezTo>
                <a:lnTo>
                  <a:pt x="21878" y="137521"/>
                </a:lnTo>
                <a:cubicBezTo>
                  <a:pt x="20154" y="137521"/>
                  <a:pt x="18754" y="138912"/>
                  <a:pt x="18754" y="140646"/>
                </a:cubicBezTo>
                <a:lnTo>
                  <a:pt x="18754" y="159391"/>
                </a:lnTo>
                <a:cubicBezTo>
                  <a:pt x="18754" y="161124"/>
                  <a:pt x="17354" y="162525"/>
                  <a:pt x="15630" y="162525"/>
                </a:cubicBezTo>
                <a:lnTo>
                  <a:pt x="12506" y="162525"/>
                </a:lnTo>
                <a:cubicBezTo>
                  <a:pt x="5600" y="162525"/>
                  <a:pt x="0" y="168116"/>
                  <a:pt x="0" y="175021"/>
                </a:cubicBezTo>
                <a:cubicBezTo>
                  <a:pt x="0" y="181927"/>
                  <a:pt x="5600" y="187528"/>
                  <a:pt x="12506" y="187528"/>
                </a:cubicBezTo>
                <a:lnTo>
                  <a:pt x="40633" y="187528"/>
                </a:lnTo>
                <a:moveTo>
                  <a:pt x="40633" y="250031"/>
                </a:moveTo>
                <a:cubicBezTo>
                  <a:pt x="42357" y="250031"/>
                  <a:pt x="43757" y="248631"/>
                  <a:pt x="43757" y="246907"/>
                </a:cubicBezTo>
                <a:lnTo>
                  <a:pt x="43757" y="203149"/>
                </a:lnTo>
                <a:cubicBezTo>
                  <a:pt x="43757" y="201425"/>
                  <a:pt x="42357" y="200025"/>
                  <a:pt x="40633" y="200025"/>
                </a:cubicBezTo>
                <a:lnTo>
                  <a:pt x="21878" y="200025"/>
                </a:lnTo>
                <a:cubicBezTo>
                  <a:pt x="20154" y="200025"/>
                  <a:pt x="18754" y="201425"/>
                  <a:pt x="18754" y="203149"/>
                </a:cubicBezTo>
                <a:lnTo>
                  <a:pt x="18754" y="225028"/>
                </a:lnTo>
                <a:lnTo>
                  <a:pt x="12506" y="225028"/>
                </a:lnTo>
                <a:cubicBezTo>
                  <a:pt x="5600" y="225028"/>
                  <a:pt x="0" y="230628"/>
                  <a:pt x="0" y="237534"/>
                </a:cubicBezTo>
                <a:cubicBezTo>
                  <a:pt x="0" y="244430"/>
                  <a:pt x="5600" y="250031"/>
                  <a:pt x="12506" y="250031"/>
                </a:cubicBezTo>
                <a:lnTo>
                  <a:pt x="40633" y="250031"/>
                </a:lnTo>
                <a:moveTo>
                  <a:pt x="123386" y="83381"/>
                </a:moveTo>
                <a:cubicBezTo>
                  <a:pt x="122424" y="86972"/>
                  <a:pt x="120034" y="90001"/>
                  <a:pt x="116766" y="91763"/>
                </a:cubicBezTo>
                <a:cubicBezTo>
                  <a:pt x="113538" y="93592"/>
                  <a:pt x="109699" y="94049"/>
                  <a:pt x="106137" y="93011"/>
                </a:cubicBezTo>
                <a:cubicBezTo>
                  <a:pt x="103679" y="92373"/>
                  <a:pt x="101069" y="92754"/>
                  <a:pt x="98907" y="94078"/>
                </a:cubicBezTo>
                <a:cubicBezTo>
                  <a:pt x="96735" y="95392"/>
                  <a:pt x="95202" y="97536"/>
                  <a:pt x="94640" y="100012"/>
                </a:cubicBezTo>
                <a:cubicBezTo>
                  <a:pt x="93906" y="102403"/>
                  <a:pt x="94173" y="104984"/>
                  <a:pt x="95373" y="107175"/>
                </a:cubicBezTo>
                <a:cubicBezTo>
                  <a:pt x="96573" y="109356"/>
                  <a:pt x="98602" y="110975"/>
                  <a:pt x="101012" y="111642"/>
                </a:cubicBezTo>
                <a:cubicBezTo>
                  <a:pt x="109394" y="114061"/>
                  <a:pt x="118405" y="113023"/>
                  <a:pt x="126015" y="108765"/>
                </a:cubicBezTo>
                <a:cubicBezTo>
                  <a:pt x="133588" y="104603"/>
                  <a:pt x="139169" y="97574"/>
                  <a:pt x="141522" y="89258"/>
                </a:cubicBezTo>
                <a:cubicBezTo>
                  <a:pt x="144522" y="79343"/>
                  <a:pt x="143408" y="68637"/>
                  <a:pt x="138417" y="59559"/>
                </a:cubicBezTo>
                <a:cubicBezTo>
                  <a:pt x="133426" y="50472"/>
                  <a:pt x="124996" y="43786"/>
                  <a:pt x="115014" y="41005"/>
                </a:cubicBezTo>
                <a:cubicBezTo>
                  <a:pt x="90716" y="34089"/>
                  <a:pt x="65398" y="48120"/>
                  <a:pt x="58378" y="72380"/>
                </a:cubicBezTo>
                <a:cubicBezTo>
                  <a:pt x="50015" y="101479"/>
                  <a:pt x="66798" y="131854"/>
                  <a:pt x="95888" y="140265"/>
                </a:cubicBezTo>
                <a:cubicBezTo>
                  <a:pt x="96716" y="140398"/>
                  <a:pt x="97555" y="140398"/>
                  <a:pt x="98383" y="140265"/>
                </a:cubicBezTo>
                <a:cubicBezTo>
                  <a:pt x="102708" y="139931"/>
                  <a:pt x="106232" y="136674"/>
                  <a:pt x="106918" y="132397"/>
                </a:cubicBezTo>
                <a:cubicBezTo>
                  <a:pt x="107594" y="128120"/>
                  <a:pt x="105260" y="123929"/>
                  <a:pt x="101260" y="122262"/>
                </a:cubicBezTo>
                <a:cubicBezTo>
                  <a:pt x="92021" y="119672"/>
                  <a:pt x="84191" y="113509"/>
                  <a:pt x="79505" y="105136"/>
                </a:cubicBezTo>
                <a:cubicBezTo>
                  <a:pt x="74809" y="96764"/>
                  <a:pt x="73647" y="86868"/>
                  <a:pt x="76257" y="77638"/>
                </a:cubicBezTo>
                <a:cubicBezTo>
                  <a:pt x="78238" y="70694"/>
                  <a:pt x="82896" y="64827"/>
                  <a:pt x="89201" y="61331"/>
                </a:cubicBezTo>
                <a:cubicBezTo>
                  <a:pt x="95516" y="57845"/>
                  <a:pt x="102955" y="57007"/>
                  <a:pt x="109889" y="59007"/>
                </a:cubicBezTo>
                <a:cubicBezTo>
                  <a:pt x="120329" y="62036"/>
                  <a:pt x="126368" y="72932"/>
                  <a:pt x="123386" y="83381"/>
                </a:cubicBezTo>
                <a:moveTo>
                  <a:pt x="119891" y="211150"/>
                </a:moveTo>
                <a:cubicBezTo>
                  <a:pt x="119214" y="210359"/>
                  <a:pt x="118148" y="210026"/>
                  <a:pt x="117138" y="210273"/>
                </a:cubicBezTo>
                <a:cubicBezTo>
                  <a:pt x="116138" y="210445"/>
                  <a:pt x="115300" y="211102"/>
                  <a:pt x="114890" y="212026"/>
                </a:cubicBezTo>
                <a:lnTo>
                  <a:pt x="100012" y="244782"/>
                </a:lnTo>
                <a:cubicBezTo>
                  <a:pt x="99117" y="246707"/>
                  <a:pt x="99269" y="248954"/>
                  <a:pt x="100403" y="250755"/>
                </a:cubicBezTo>
                <a:cubicBezTo>
                  <a:pt x="101546" y="252545"/>
                  <a:pt x="103517" y="253641"/>
                  <a:pt x="105641" y="253660"/>
                </a:cubicBezTo>
                <a:cubicBezTo>
                  <a:pt x="106546" y="253631"/>
                  <a:pt x="107442" y="253412"/>
                  <a:pt x="108261" y="253031"/>
                </a:cubicBezTo>
                <a:lnTo>
                  <a:pt x="141017" y="238153"/>
                </a:lnTo>
                <a:cubicBezTo>
                  <a:pt x="141970" y="237791"/>
                  <a:pt x="142646" y="236924"/>
                  <a:pt x="142770" y="235905"/>
                </a:cubicBezTo>
                <a:cubicBezTo>
                  <a:pt x="142989" y="234896"/>
                  <a:pt x="142655" y="233848"/>
                  <a:pt x="141893" y="233152"/>
                </a:cubicBezTo>
                <a:lnTo>
                  <a:pt x="119891" y="211150"/>
                </a:lnTo>
                <a:moveTo>
                  <a:pt x="257536" y="139646"/>
                </a:moveTo>
                <a:lnTo>
                  <a:pt x="284035" y="166144"/>
                </a:lnTo>
                <a:cubicBezTo>
                  <a:pt x="287731" y="169592"/>
                  <a:pt x="293484" y="169487"/>
                  <a:pt x="297056" y="165915"/>
                </a:cubicBezTo>
                <a:cubicBezTo>
                  <a:pt x="300628" y="162344"/>
                  <a:pt x="300732" y="156590"/>
                  <a:pt x="297284" y="152895"/>
                </a:cubicBezTo>
                <a:lnTo>
                  <a:pt x="268662" y="124263"/>
                </a:lnTo>
                <a:cubicBezTo>
                  <a:pt x="268043" y="123672"/>
                  <a:pt x="267700" y="122862"/>
                  <a:pt x="267700" y="122015"/>
                </a:cubicBezTo>
                <a:cubicBezTo>
                  <a:pt x="267700" y="121167"/>
                  <a:pt x="268043" y="120357"/>
                  <a:pt x="268662" y="119767"/>
                </a:cubicBezTo>
                <a:lnTo>
                  <a:pt x="291284" y="97135"/>
                </a:lnTo>
                <a:cubicBezTo>
                  <a:pt x="294827" y="93640"/>
                  <a:pt x="296827" y="88868"/>
                  <a:pt x="296827" y="83886"/>
                </a:cubicBezTo>
                <a:cubicBezTo>
                  <a:pt x="296827" y="78905"/>
                  <a:pt x="294827" y="74133"/>
                  <a:pt x="291284" y="70637"/>
                </a:cubicBezTo>
                <a:lnTo>
                  <a:pt x="282540" y="61760"/>
                </a:lnTo>
                <a:cubicBezTo>
                  <a:pt x="279015" y="58207"/>
                  <a:pt x="274224" y="56207"/>
                  <a:pt x="269224" y="56207"/>
                </a:cubicBezTo>
                <a:cubicBezTo>
                  <a:pt x="264223" y="56207"/>
                  <a:pt x="259432" y="58207"/>
                  <a:pt x="255908" y="61760"/>
                </a:cubicBezTo>
                <a:lnTo>
                  <a:pt x="227780" y="89887"/>
                </a:lnTo>
                <a:cubicBezTo>
                  <a:pt x="226904" y="90792"/>
                  <a:pt x="225580" y="91087"/>
                  <a:pt x="224399" y="90639"/>
                </a:cubicBezTo>
                <a:cubicBezTo>
                  <a:pt x="215617" y="87306"/>
                  <a:pt x="206301" y="85563"/>
                  <a:pt x="196900" y="85505"/>
                </a:cubicBezTo>
                <a:cubicBezTo>
                  <a:pt x="159381" y="85505"/>
                  <a:pt x="127158" y="112166"/>
                  <a:pt x="120138" y="149018"/>
                </a:cubicBezTo>
                <a:cubicBezTo>
                  <a:pt x="119662" y="151457"/>
                  <a:pt x="120195" y="153990"/>
                  <a:pt x="121605" y="156029"/>
                </a:cubicBezTo>
                <a:cubicBezTo>
                  <a:pt x="123015" y="158076"/>
                  <a:pt x="125196" y="159467"/>
                  <a:pt x="127644" y="159896"/>
                </a:cubicBezTo>
                <a:lnTo>
                  <a:pt x="129387" y="159896"/>
                </a:lnTo>
                <a:cubicBezTo>
                  <a:pt x="133883" y="159905"/>
                  <a:pt x="137731" y="156686"/>
                  <a:pt x="138512" y="152266"/>
                </a:cubicBezTo>
                <a:cubicBezTo>
                  <a:pt x="143903" y="124272"/>
                  <a:pt x="168392" y="104041"/>
                  <a:pt x="196900" y="104013"/>
                </a:cubicBezTo>
                <a:cubicBezTo>
                  <a:pt x="199872" y="104013"/>
                  <a:pt x="202844" y="104260"/>
                  <a:pt x="205778" y="104765"/>
                </a:cubicBezTo>
                <a:cubicBezTo>
                  <a:pt x="206940" y="104946"/>
                  <a:pt x="207911" y="105765"/>
                  <a:pt x="208273" y="106889"/>
                </a:cubicBezTo>
                <a:cubicBezTo>
                  <a:pt x="208540" y="108013"/>
                  <a:pt x="208206" y="109185"/>
                  <a:pt x="207397" y="110013"/>
                </a:cubicBezTo>
                <a:lnTo>
                  <a:pt x="123386" y="194395"/>
                </a:lnTo>
                <a:cubicBezTo>
                  <a:pt x="123205" y="194795"/>
                  <a:pt x="123205" y="195252"/>
                  <a:pt x="123386" y="195653"/>
                </a:cubicBezTo>
                <a:cubicBezTo>
                  <a:pt x="123234" y="196053"/>
                  <a:pt x="123234" y="196500"/>
                  <a:pt x="123386" y="196900"/>
                </a:cubicBezTo>
                <a:lnTo>
                  <a:pt x="150018" y="223027"/>
                </a:lnTo>
                <a:cubicBezTo>
                  <a:pt x="154305" y="229752"/>
                  <a:pt x="161267" y="234305"/>
                  <a:pt x="169144" y="235534"/>
                </a:cubicBezTo>
                <a:lnTo>
                  <a:pt x="208273" y="241277"/>
                </a:lnTo>
                <a:cubicBezTo>
                  <a:pt x="218008" y="255146"/>
                  <a:pt x="234095" y="263147"/>
                  <a:pt x="251031" y="262537"/>
                </a:cubicBezTo>
                <a:cubicBezTo>
                  <a:pt x="262566" y="262270"/>
                  <a:pt x="273977" y="260070"/>
                  <a:pt x="284787" y="256031"/>
                </a:cubicBezTo>
                <a:cubicBezTo>
                  <a:pt x="289683" y="254307"/>
                  <a:pt x="292265" y="248935"/>
                  <a:pt x="290531" y="244030"/>
                </a:cubicBezTo>
                <a:cubicBezTo>
                  <a:pt x="288807" y="239125"/>
                  <a:pt x="283435" y="236553"/>
                  <a:pt x="278539" y="238277"/>
                </a:cubicBezTo>
                <a:cubicBezTo>
                  <a:pt x="249783" y="248402"/>
                  <a:pt x="232152" y="244906"/>
                  <a:pt x="221275" y="227152"/>
                </a:cubicBezTo>
                <a:cubicBezTo>
                  <a:pt x="219827" y="224761"/>
                  <a:pt x="217408" y="223123"/>
                  <a:pt x="214655" y="222656"/>
                </a:cubicBezTo>
                <a:lnTo>
                  <a:pt x="171392" y="216398"/>
                </a:lnTo>
                <a:cubicBezTo>
                  <a:pt x="168925" y="216065"/>
                  <a:pt x="166687" y="214750"/>
                  <a:pt x="165182" y="212750"/>
                </a:cubicBezTo>
                <a:cubicBezTo>
                  <a:pt x="163687" y="210759"/>
                  <a:pt x="163039" y="208245"/>
                  <a:pt x="163391" y="205778"/>
                </a:cubicBezTo>
                <a:cubicBezTo>
                  <a:pt x="163696" y="203292"/>
                  <a:pt x="165011" y="201044"/>
                  <a:pt x="167020" y="199558"/>
                </a:cubicBezTo>
                <a:cubicBezTo>
                  <a:pt x="169030" y="198072"/>
                  <a:pt x="171554" y="197472"/>
                  <a:pt x="174021" y="197900"/>
                </a:cubicBezTo>
                <a:lnTo>
                  <a:pt x="217398" y="204149"/>
                </a:lnTo>
                <a:cubicBezTo>
                  <a:pt x="227895" y="205797"/>
                  <a:pt x="238315" y="200834"/>
                  <a:pt x="243659" y="191652"/>
                </a:cubicBezTo>
                <a:cubicBezTo>
                  <a:pt x="249126" y="182537"/>
                  <a:pt x="248535" y="171021"/>
                  <a:pt x="242154" y="162515"/>
                </a:cubicBezTo>
                <a:lnTo>
                  <a:pt x="237534" y="155648"/>
                </a:lnTo>
                <a:lnTo>
                  <a:pt x="236781" y="155648"/>
                </a:lnTo>
                <a:lnTo>
                  <a:pt x="253784" y="140265"/>
                </a:lnTo>
                <a:cubicBezTo>
                  <a:pt x="254765" y="139274"/>
                  <a:pt x="256279" y="139017"/>
                  <a:pt x="257527" y="139646"/>
                </a:cubicBezTo>
                <a:moveTo>
                  <a:pt x="227533" y="182146"/>
                </a:moveTo>
                <a:cubicBezTo>
                  <a:pt x="225942" y="184708"/>
                  <a:pt x="223018" y="186128"/>
                  <a:pt x="220027" y="185775"/>
                </a:cubicBezTo>
                <a:lnTo>
                  <a:pt x="204777" y="183518"/>
                </a:lnTo>
                <a:lnTo>
                  <a:pt x="222399" y="167516"/>
                </a:lnTo>
                <a:lnTo>
                  <a:pt x="227028" y="173897"/>
                </a:lnTo>
                <a:cubicBezTo>
                  <a:pt x="228933" y="176260"/>
                  <a:pt x="229133" y="179574"/>
                  <a:pt x="227523" y="182146"/>
                </a:cubicBezTo>
              </a:path>
            </a:pathLst>
          </a:custGeom>
          <a:solidFill>
            <a:srgbClr val="E49B0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022431" y="1737360"/>
            <a:ext cx="300037" cy="300037"/>
          </a:xfrm>
          <a:custGeom>
            <a:avLst/>
            <a:gdLst/>
            <a:ahLst/>
            <a:cxnLst/>
            <a:rect l="0" t="0" r="0" b="0"/>
            <a:pathLst>
              <a:path w="300037" h="300037">
                <a:moveTo>
                  <a:pt x="268785" y="0"/>
                </a:moveTo>
                <a:lnTo>
                  <a:pt x="43757" y="0"/>
                </a:lnTo>
                <a:cubicBezTo>
                  <a:pt x="26498" y="0"/>
                  <a:pt x="12506" y="13992"/>
                  <a:pt x="12506" y="31251"/>
                </a:cubicBezTo>
                <a:lnTo>
                  <a:pt x="12506" y="161524"/>
                </a:lnTo>
                <a:cubicBezTo>
                  <a:pt x="19707" y="155019"/>
                  <a:pt x="27889" y="149704"/>
                  <a:pt x="36756" y="145770"/>
                </a:cubicBezTo>
                <a:cubicBezTo>
                  <a:pt x="22964" y="126301"/>
                  <a:pt x="25993" y="99593"/>
                  <a:pt x="43776" y="83705"/>
                </a:cubicBezTo>
                <a:cubicBezTo>
                  <a:pt x="61569" y="67818"/>
                  <a:pt x="88449" y="67818"/>
                  <a:pt x="106241" y="83705"/>
                </a:cubicBezTo>
                <a:cubicBezTo>
                  <a:pt x="124025" y="99593"/>
                  <a:pt x="127053" y="126301"/>
                  <a:pt x="113261" y="145770"/>
                </a:cubicBezTo>
                <a:cubicBezTo>
                  <a:pt x="144960" y="159886"/>
                  <a:pt x="166239" y="190404"/>
                  <a:pt x="168516" y="225028"/>
                </a:cubicBezTo>
                <a:lnTo>
                  <a:pt x="268538" y="225028"/>
                </a:lnTo>
                <a:cubicBezTo>
                  <a:pt x="276863" y="225094"/>
                  <a:pt x="284883" y="221827"/>
                  <a:pt x="290798" y="215960"/>
                </a:cubicBezTo>
                <a:cubicBezTo>
                  <a:pt x="296713" y="210092"/>
                  <a:pt x="300037" y="202110"/>
                  <a:pt x="300037" y="193776"/>
                </a:cubicBezTo>
                <a:lnTo>
                  <a:pt x="300037" y="31251"/>
                </a:lnTo>
                <a:cubicBezTo>
                  <a:pt x="300037" y="13992"/>
                  <a:pt x="286045" y="0"/>
                  <a:pt x="268785" y="0"/>
                </a:cubicBezTo>
                <a:moveTo>
                  <a:pt x="259403" y="162525"/>
                </a:moveTo>
                <a:cubicBezTo>
                  <a:pt x="259403" y="167697"/>
                  <a:pt x="255212" y="171897"/>
                  <a:pt x="250031" y="171897"/>
                </a:cubicBezTo>
                <a:cubicBezTo>
                  <a:pt x="244849" y="171897"/>
                  <a:pt x="240658" y="167697"/>
                  <a:pt x="240658" y="162525"/>
                </a:cubicBezTo>
                <a:lnTo>
                  <a:pt x="240658" y="140646"/>
                </a:lnTo>
                <a:lnTo>
                  <a:pt x="188394" y="140646"/>
                </a:lnTo>
                <a:lnTo>
                  <a:pt x="188394" y="162525"/>
                </a:lnTo>
                <a:cubicBezTo>
                  <a:pt x="188394" y="167697"/>
                  <a:pt x="184203" y="171897"/>
                  <a:pt x="179022" y="171897"/>
                </a:cubicBezTo>
                <a:cubicBezTo>
                  <a:pt x="173840" y="171897"/>
                  <a:pt x="169649" y="167697"/>
                  <a:pt x="169649" y="162525"/>
                </a:cubicBezTo>
                <a:lnTo>
                  <a:pt x="169649" y="96011"/>
                </a:lnTo>
                <a:cubicBezTo>
                  <a:pt x="169649" y="71227"/>
                  <a:pt x="189747" y="51149"/>
                  <a:pt x="214522" y="51149"/>
                </a:cubicBezTo>
                <a:cubicBezTo>
                  <a:pt x="239306" y="51149"/>
                  <a:pt x="259403" y="71227"/>
                  <a:pt x="259403" y="96011"/>
                </a:cubicBezTo>
                <a:lnTo>
                  <a:pt x="259403" y="162525"/>
                </a:lnTo>
                <a:moveTo>
                  <a:pt x="214398" y="70008"/>
                </a:moveTo>
                <a:cubicBezTo>
                  <a:pt x="200044" y="70008"/>
                  <a:pt x="188394" y="81648"/>
                  <a:pt x="188394" y="96011"/>
                </a:cubicBezTo>
                <a:lnTo>
                  <a:pt x="188394" y="121891"/>
                </a:lnTo>
                <a:lnTo>
                  <a:pt x="240658" y="121891"/>
                </a:lnTo>
                <a:lnTo>
                  <a:pt x="240658" y="95888"/>
                </a:lnTo>
                <a:cubicBezTo>
                  <a:pt x="240515" y="81505"/>
                  <a:pt x="228780" y="69942"/>
                  <a:pt x="214398" y="70008"/>
                </a:cubicBezTo>
                <a:moveTo>
                  <a:pt x="84381" y="156895"/>
                </a:moveTo>
                <a:lnTo>
                  <a:pt x="84381" y="145265"/>
                </a:lnTo>
                <a:cubicBezTo>
                  <a:pt x="97297" y="140703"/>
                  <a:pt x="105051" y="127492"/>
                  <a:pt x="102736" y="113995"/>
                </a:cubicBezTo>
                <a:cubicBezTo>
                  <a:pt x="100412" y="100488"/>
                  <a:pt x="88706" y="90620"/>
                  <a:pt x="75009" y="90620"/>
                </a:cubicBezTo>
                <a:cubicBezTo>
                  <a:pt x="61312" y="90620"/>
                  <a:pt x="49606" y="100488"/>
                  <a:pt x="47282" y="113995"/>
                </a:cubicBezTo>
                <a:cubicBezTo>
                  <a:pt x="44967" y="127492"/>
                  <a:pt x="52720" y="140703"/>
                  <a:pt x="65636" y="145265"/>
                </a:cubicBezTo>
                <a:lnTo>
                  <a:pt x="65636" y="156895"/>
                </a:lnTo>
                <a:cubicBezTo>
                  <a:pt x="28146" y="161620"/>
                  <a:pt x="19" y="193490"/>
                  <a:pt x="0" y="231276"/>
                </a:cubicBezTo>
                <a:lnTo>
                  <a:pt x="0" y="275034"/>
                </a:lnTo>
                <a:cubicBezTo>
                  <a:pt x="0" y="288845"/>
                  <a:pt x="11191" y="300037"/>
                  <a:pt x="25003" y="300037"/>
                </a:cubicBezTo>
                <a:lnTo>
                  <a:pt x="125015" y="300037"/>
                </a:lnTo>
                <a:cubicBezTo>
                  <a:pt x="138826" y="300037"/>
                  <a:pt x="150018" y="288845"/>
                  <a:pt x="150018" y="275034"/>
                </a:cubicBezTo>
                <a:lnTo>
                  <a:pt x="150018" y="231276"/>
                </a:lnTo>
                <a:cubicBezTo>
                  <a:pt x="149999" y="193490"/>
                  <a:pt x="121872" y="161620"/>
                  <a:pt x="84381" y="156895"/>
                </a:cubicBezTo>
                <a:moveTo>
                  <a:pt x="103136" y="196900"/>
                </a:moveTo>
                <a:cubicBezTo>
                  <a:pt x="110042" y="196900"/>
                  <a:pt x="115643" y="202501"/>
                  <a:pt x="115643" y="209397"/>
                </a:cubicBezTo>
                <a:cubicBezTo>
                  <a:pt x="115643" y="216303"/>
                  <a:pt x="110042" y="221903"/>
                  <a:pt x="103136" y="221903"/>
                </a:cubicBezTo>
                <a:cubicBezTo>
                  <a:pt x="96231" y="221903"/>
                  <a:pt x="90639" y="216303"/>
                  <a:pt x="90639" y="209397"/>
                </a:cubicBezTo>
                <a:cubicBezTo>
                  <a:pt x="90639" y="202501"/>
                  <a:pt x="96231" y="196900"/>
                  <a:pt x="103136" y="196900"/>
                </a:cubicBezTo>
                <a:moveTo>
                  <a:pt x="46882" y="196900"/>
                </a:moveTo>
                <a:cubicBezTo>
                  <a:pt x="53787" y="196900"/>
                  <a:pt x="59378" y="202501"/>
                  <a:pt x="59378" y="209397"/>
                </a:cubicBezTo>
                <a:cubicBezTo>
                  <a:pt x="59378" y="216303"/>
                  <a:pt x="53787" y="221903"/>
                  <a:pt x="46882" y="221903"/>
                </a:cubicBezTo>
                <a:cubicBezTo>
                  <a:pt x="39976" y="221903"/>
                  <a:pt x="34375" y="216303"/>
                  <a:pt x="34375" y="209397"/>
                </a:cubicBezTo>
                <a:cubicBezTo>
                  <a:pt x="34375" y="202501"/>
                  <a:pt x="39976" y="196900"/>
                  <a:pt x="46882" y="196900"/>
                </a:cubicBezTo>
                <a:moveTo>
                  <a:pt x="125015" y="275034"/>
                </a:moveTo>
                <a:lnTo>
                  <a:pt x="25003" y="275034"/>
                </a:lnTo>
                <a:lnTo>
                  <a:pt x="25003" y="250031"/>
                </a:lnTo>
                <a:lnTo>
                  <a:pt x="125015" y="250031"/>
                </a:lnTo>
                <a:lnTo>
                  <a:pt x="125015" y="275034"/>
                </a:lnTo>
              </a:path>
            </a:pathLst>
          </a:custGeom>
          <a:solidFill>
            <a:srgbClr val="D7862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71550" y="2794149"/>
            <a:ext cx="300408" cy="293379"/>
          </a:xfrm>
          <a:custGeom>
            <a:avLst/>
            <a:gdLst/>
            <a:ahLst/>
            <a:cxnLst/>
            <a:rect l="0" t="0" r="0" b="0"/>
            <a:pathLst>
              <a:path w="300408" h="293379">
                <a:moveTo>
                  <a:pt x="73513" y="257622"/>
                </a:moveTo>
                <a:lnTo>
                  <a:pt x="112518" y="171869"/>
                </a:lnTo>
                <a:lnTo>
                  <a:pt x="159019" y="171869"/>
                </a:lnTo>
                <a:cubicBezTo>
                  <a:pt x="180536" y="185385"/>
                  <a:pt x="193643" y="208959"/>
                  <a:pt x="193776" y="234372"/>
                </a:cubicBezTo>
                <a:lnTo>
                  <a:pt x="193776" y="265252"/>
                </a:lnTo>
                <a:cubicBezTo>
                  <a:pt x="193776" y="275605"/>
                  <a:pt x="185375" y="284006"/>
                  <a:pt x="175021" y="284006"/>
                </a:cubicBezTo>
                <a:cubicBezTo>
                  <a:pt x="164668" y="284006"/>
                  <a:pt x="156267" y="275605"/>
                  <a:pt x="156267" y="265252"/>
                </a:cubicBezTo>
                <a:lnTo>
                  <a:pt x="156267" y="234372"/>
                </a:lnTo>
                <a:cubicBezTo>
                  <a:pt x="156105" y="221665"/>
                  <a:pt x="149523" y="209892"/>
                  <a:pt x="138769" y="203120"/>
                </a:cubicBezTo>
                <a:lnTo>
                  <a:pt x="107765" y="272872"/>
                </a:lnTo>
                <a:cubicBezTo>
                  <a:pt x="105127" y="279139"/>
                  <a:pt x="99317" y="283492"/>
                  <a:pt x="92563" y="284245"/>
                </a:cubicBezTo>
                <a:cubicBezTo>
                  <a:pt x="85810" y="285007"/>
                  <a:pt x="79181" y="282054"/>
                  <a:pt x="75228" y="276529"/>
                </a:cubicBezTo>
                <a:cubicBezTo>
                  <a:pt x="71275" y="271005"/>
                  <a:pt x="70618" y="263775"/>
                  <a:pt x="73513" y="257622"/>
                </a:cubicBezTo>
                <a:moveTo>
                  <a:pt x="193776" y="68351"/>
                </a:moveTo>
                <a:cubicBezTo>
                  <a:pt x="207083" y="68399"/>
                  <a:pt x="219113" y="60426"/>
                  <a:pt x="224237" y="48139"/>
                </a:cubicBezTo>
                <a:cubicBezTo>
                  <a:pt x="229371" y="35861"/>
                  <a:pt x="226590" y="21697"/>
                  <a:pt x="217189" y="12268"/>
                </a:cubicBezTo>
                <a:cubicBezTo>
                  <a:pt x="207797" y="2838"/>
                  <a:pt x="193643" y="0"/>
                  <a:pt x="181346" y="5086"/>
                </a:cubicBezTo>
                <a:cubicBezTo>
                  <a:pt x="169040" y="10163"/>
                  <a:pt x="161020" y="22164"/>
                  <a:pt x="161020" y="35471"/>
                </a:cubicBezTo>
                <a:cubicBezTo>
                  <a:pt x="161020" y="53578"/>
                  <a:pt x="175660" y="68284"/>
                  <a:pt x="193776" y="68351"/>
                </a:cubicBezTo>
                <a:moveTo>
                  <a:pt x="290664" y="133988"/>
                </a:moveTo>
                <a:lnTo>
                  <a:pt x="259403" y="133988"/>
                </a:lnTo>
                <a:cubicBezTo>
                  <a:pt x="259403" y="123624"/>
                  <a:pt x="251012" y="115233"/>
                  <a:pt x="240658" y="115233"/>
                </a:cubicBezTo>
                <a:cubicBezTo>
                  <a:pt x="197529" y="115233"/>
                  <a:pt x="182899" y="88982"/>
                  <a:pt x="182394" y="88106"/>
                </a:cubicBezTo>
                <a:cubicBezTo>
                  <a:pt x="179031" y="81753"/>
                  <a:pt x="172459" y="77771"/>
                  <a:pt x="165268" y="77723"/>
                </a:cubicBezTo>
                <a:cubicBezTo>
                  <a:pt x="158000" y="77876"/>
                  <a:pt x="151476" y="82210"/>
                  <a:pt x="148523" y="88858"/>
                </a:cubicBezTo>
                <a:lnTo>
                  <a:pt x="128520" y="133988"/>
                </a:lnTo>
                <a:lnTo>
                  <a:pt x="9372" y="133988"/>
                </a:lnTo>
                <a:cubicBezTo>
                  <a:pt x="4200" y="133988"/>
                  <a:pt x="0" y="138179"/>
                  <a:pt x="0" y="143360"/>
                </a:cubicBezTo>
                <a:cubicBezTo>
                  <a:pt x="0" y="148542"/>
                  <a:pt x="4200" y="152733"/>
                  <a:pt x="9372" y="152733"/>
                </a:cubicBezTo>
                <a:lnTo>
                  <a:pt x="26003" y="152733"/>
                </a:lnTo>
                <a:lnTo>
                  <a:pt x="26003" y="284006"/>
                </a:lnTo>
                <a:cubicBezTo>
                  <a:pt x="26003" y="289178"/>
                  <a:pt x="30203" y="293379"/>
                  <a:pt x="35375" y="293379"/>
                </a:cubicBezTo>
                <a:cubicBezTo>
                  <a:pt x="40557" y="293379"/>
                  <a:pt x="44757" y="289178"/>
                  <a:pt x="44757" y="284006"/>
                </a:cubicBezTo>
                <a:lnTo>
                  <a:pt x="44757" y="152733"/>
                </a:lnTo>
                <a:lnTo>
                  <a:pt x="240658" y="152733"/>
                </a:lnTo>
                <a:cubicBezTo>
                  <a:pt x="242916" y="152704"/>
                  <a:pt x="245163" y="152285"/>
                  <a:pt x="247278" y="151485"/>
                </a:cubicBezTo>
                <a:lnTo>
                  <a:pt x="247278" y="284006"/>
                </a:lnTo>
                <a:cubicBezTo>
                  <a:pt x="247278" y="289178"/>
                  <a:pt x="251479" y="293379"/>
                  <a:pt x="256660" y="293379"/>
                </a:cubicBezTo>
                <a:cubicBezTo>
                  <a:pt x="261832" y="293379"/>
                  <a:pt x="266033" y="289178"/>
                  <a:pt x="266033" y="284006"/>
                </a:cubicBezTo>
                <a:lnTo>
                  <a:pt x="266033" y="152733"/>
                </a:lnTo>
                <a:lnTo>
                  <a:pt x="291036" y="152733"/>
                </a:lnTo>
                <a:cubicBezTo>
                  <a:pt x="296217" y="152733"/>
                  <a:pt x="300408" y="148542"/>
                  <a:pt x="300408" y="143360"/>
                </a:cubicBezTo>
                <a:cubicBezTo>
                  <a:pt x="300408" y="138179"/>
                  <a:pt x="296217" y="133988"/>
                  <a:pt x="291036" y="133988"/>
                </a:cubicBezTo>
                <a:moveTo>
                  <a:pt x="169525" y="133988"/>
                </a:moveTo>
                <a:lnTo>
                  <a:pt x="171145" y="130359"/>
                </a:lnTo>
                <a:lnTo>
                  <a:pt x="176269" y="133988"/>
                </a:lnTo>
                <a:lnTo>
                  <a:pt x="169525" y="133988"/>
                </a:lnTo>
              </a:path>
            </a:pathLst>
          </a:custGeom>
          <a:solidFill>
            <a:srgbClr val="E49B0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022431" y="2787491"/>
            <a:ext cx="300037" cy="300285"/>
          </a:xfrm>
          <a:custGeom>
            <a:avLst/>
            <a:gdLst/>
            <a:ahLst/>
            <a:cxnLst/>
            <a:rect l="0" t="0" r="0" b="0"/>
            <a:pathLst>
              <a:path w="300037" h="300285">
                <a:moveTo>
                  <a:pt x="300037" y="18754"/>
                </a:moveTo>
                <a:cubicBezTo>
                  <a:pt x="300037" y="8391"/>
                  <a:pt x="291645" y="0"/>
                  <a:pt x="281282" y="0"/>
                </a:cubicBezTo>
                <a:lnTo>
                  <a:pt x="18754" y="0"/>
                </a:lnTo>
                <a:cubicBezTo>
                  <a:pt x="8391" y="0"/>
                  <a:pt x="0" y="8391"/>
                  <a:pt x="0" y="18754"/>
                </a:cubicBezTo>
                <a:lnTo>
                  <a:pt x="0" y="218779"/>
                </a:lnTo>
                <a:cubicBezTo>
                  <a:pt x="0" y="229133"/>
                  <a:pt x="8391" y="237534"/>
                  <a:pt x="18754" y="237534"/>
                </a:cubicBezTo>
                <a:lnTo>
                  <a:pt x="281282" y="237534"/>
                </a:lnTo>
                <a:cubicBezTo>
                  <a:pt x="291645" y="237534"/>
                  <a:pt x="300037" y="229133"/>
                  <a:pt x="300037" y="218779"/>
                </a:cubicBezTo>
                <a:lnTo>
                  <a:pt x="300037" y="18754"/>
                </a:lnTo>
                <a:moveTo>
                  <a:pt x="31251" y="187528"/>
                </a:moveTo>
                <a:cubicBezTo>
                  <a:pt x="27803" y="187528"/>
                  <a:pt x="25003" y="184727"/>
                  <a:pt x="25003" y="181270"/>
                </a:cubicBezTo>
                <a:lnTo>
                  <a:pt x="25003" y="31251"/>
                </a:lnTo>
                <a:cubicBezTo>
                  <a:pt x="25003" y="27803"/>
                  <a:pt x="27803" y="25003"/>
                  <a:pt x="31251" y="25003"/>
                </a:cubicBezTo>
                <a:lnTo>
                  <a:pt x="268785" y="25003"/>
                </a:lnTo>
                <a:cubicBezTo>
                  <a:pt x="272234" y="25003"/>
                  <a:pt x="275034" y="27803"/>
                  <a:pt x="275034" y="31251"/>
                </a:cubicBezTo>
                <a:lnTo>
                  <a:pt x="275034" y="181270"/>
                </a:lnTo>
                <a:cubicBezTo>
                  <a:pt x="275034" y="184727"/>
                  <a:pt x="272234" y="187528"/>
                  <a:pt x="268785" y="187528"/>
                </a:cubicBezTo>
                <a:lnTo>
                  <a:pt x="31251" y="187528"/>
                </a:lnTo>
                <a:moveTo>
                  <a:pt x="205654" y="290160"/>
                </a:moveTo>
                <a:lnTo>
                  <a:pt x="179393" y="258537"/>
                </a:lnTo>
                <a:cubicBezTo>
                  <a:pt x="178279" y="257251"/>
                  <a:pt x="176717" y="256441"/>
                  <a:pt x="175021" y="256279"/>
                </a:cubicBezTo>
                <a:lnTo>
                  <a:pt x="125015" y="256279"/>
                </a:lnTo>
                <a:cubicBezTo>
                  <a:pt x="123186" y="256346"/>
                  <a:pt x="121472" y="257155"/>
                  <a:pt x="120262" y="258527"/>
                </a:cubicBezTo>
                <a:lnTo>
                  <a:pt x="94011" y="290160"/>
                </a:lnTo>
                <a:cubicBezTo>
                  <a:pt x="92763" y="292150"/>
                  <a:pt x="92763" y="294674"/>
                  <a:pt x="94011" y="296665"/>
                </a:cubicBezTo>
                <a:cubicBezTo>
                  <a:pt x="95107" y="298932"/>
                  <a:pt x="97497" y="300285"/>
                  <a:pt x="100012" y="300037"/>
                </a:cubicBezTo>
                <a:lnTo>
                  <a:pt x="200025" y="300037"/>
                </a:lnTo>
                <a:cubicBezTo>
                  <a:pt x="202330" y="299961"/>
                  <a:pt x="204416" y="298646"/>
                  <a:pt x="205482" y="296598"/>
                </a:cubicBezTo>
                <a:cubicBezTo>
                  <a:pt x="206549" y="294551"/>
                  <a:pt x="206416" y="292093"/>
                  <a:pt x="205149" y="290160"/>
                </a:cubicBezTo>
                <a:moveTo>
                  <a:pt x="118767" y="112518"/>
                </a:moveTo>
                <a:lnTo>
                  <a:pt x="168773" y="112518"/>
                </a:lnTo>
                <a:cubicBezTo>
                  <a:pt x="170868" y="112642"/>
                  <a:pt x="172897" y="111699"/>
                  <a:pt x="174155" y="110013"/>
                </a:cubicBezTo>
                <a:cubicBezTo>
                  <a:pt x="175412" y="108327"/>
                  <a:pt x="175745" y="106118"/>
                  <a:pt x="175021" y="104136"/>
                </a:cubicBezTo>
                <a:lnTo>
                  <a:pt x="155267" y="51511"/>
                </a:lnTo>
                <a:cubicBezTo>
                  <a:pt x="153352" y="46834"/>
                  <a:pt x="148818" y="43776"/>
                  <a:pt x="143770" y="43757"/>
                </a:cubicBezTo>
                <a:cubicBezTo>
                  <a:pt x="138617" y="43767"/>
                  <a:pt x="133997" y="46948"/>
                  <a:pt x="132140" y="51758"/>
                </a:cubicBezTo>
                <a:lnTo>
                  <a:pt x="112518" y="104136"/>
                </a:lnTo>
                <a:cubicBezTo>
                  <a:pt x="111794" y="106118"/>
                  <a:pt x="112118" y="108327"/>
                  <a:pt x="113376" y="110013"/>
                </a:cubicBezTo>
                <a:cubicBezTo>
                  <a:pt x="114642" y="111699"/>
                  <a:pt x="116662" y="112642"/>
                  <a:pt x="118767" y="112518"/>
                </a:cubicBezTo>
                <a:moveTo>
                  <a:pt x="134388" y="134388"/>
                </a:moveTo>
                <a:cubicBezTo>
                  <a:pt x="134388" y="132664"/>
                  <a:pt x="132988" y="131264"/>
                  <a:pt x="131264" y="131264"/>
                </a:cubicBezTo>
                <a:lnTo>
                  <a:pt x="112518" y="131264"/>
                </a:lnTo>
                <a:cubicBezTo>
                  <a:pt x="109061" y="131264"/>
                  <a:pt x="106260" y="134064"/>
                  <a:pt x="106260" y="137521"/>
                </a:cubicBezTo>
                <a:lnTo>
                  <a:pt x="106260" y="162525"/>
                </a:lnTo>
                <a:cubicBezTo>
                  <a:pt x="106260" y="165973"/>
                  <a:pt x="109061" y="168773"/>
                  <a:pt x="112518" y="168773"/>
                </a:cubicBezTo>
                <a:lnTo>
                  <a:pt x="131264" y="168773"/>
                </a:lnTo>
                <a:cubicBezTo>
                  <a:pt x="132988" y="168773"/>
                  <a:pt x="134388" y="167373"/>
                  <a:pt x="134388" y="165649"/>
                </a:cubicBezTo>
                <a:lnTo>
                  <a:pt x="134388" y="134388"/>
                </a:lnTo>
                <a:moveTo>
                  <a:pt x="181270" y="137521"/>
                </a:moveTo>
                <a:cubicBezTo>
                  <a:pt x="181270" y="134064"/>
                  <a:pt x="178469" y="131264"/>
                  <a:pt x="175021" y="131264"/>
                </a:cubicBezTo>
                <a:lnTo>
                  <a:pt x="156267" y="131264"/>
                </a:lnTo>
                <a:cubicBezTo>
                  <a:pt x="154543" y="131264"/>
                  <a:pt x="153142" y="132664"/>
                  <a:pt x="153142" y="134388"/>
                </a:cubicBezTo>
                <a:lnTo>
                  <a:pt x="153142" y="165649"/>
                </a:lnTo>
                <a:cubicBezTo>
                  <a:pt x="153142" y="167373"/>
                  <a:pt x="154543" y="168773"/>
                  <a:pt x="156267" y="168773"/>
                </a:cubicBezTo>
                <a:lnTo>
                  <a:pt x="175021" y="168773"/>
                </a:lnTo>
                <a:cubicBezTo>
                  <a:pt x="178469" y="168773"/>
                  <a:pt x="181270" y="165973"/>
                  <a:pt x="181270" y="162525"/>
                </a:cubicBezTo>
                <a:lnTo>
                  <a:pt x="181270" y="137521"/>
                </a:lnTo>
              </a:path>
            </a:pathLst>
          </a:custGeom>
          <a:solidFill>
            <a:srgbClr val="D7862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590675" y="2836249"/>
            <a:ext cx="1700974" cy="202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0">
                <a:solidFill>
                  <a:srgbClr val="18181E"/>
                </a:solidFill>
                <a:latin typeface="Montserrat"/>
              </a:rPr>
              <a:t>Manual Outlining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1125" y="1786118"/>
            <a:ext cx="1881854" cy="202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0">
                <a:solidFill>
                  <a:srgbClr val="18181E"/>
                </a:solidFill>
                <a:latin typeface="Montserrat"/>
              </a:rPr>
              <a:t>AI-Refined Drafting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90675" y="1786118"/>
            <a:ext cx="1582816" cy="202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0">
                <a:solidFill>
                  <a:srgbClr val="18181E"/>
                </a:solidFill>
                <a:latin typeface="Montserrat"/>
              </a:rPr>
              <a:t>Manual Drafting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90675" y="3886380"/>
            <a:ext cx="1602675" cy="202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0">
                <a:solidFill>
                  <a:srgbClr val="18181E"/>
                </a:solidFill>
                <a:latin typeface="Montserrat"/>
              </a:rPr>
              <a:t>Manual Creation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3089" y="371475"/>
            <a:ext cx="7817821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700" b="1">
                <a:solidFill>
                  <a:srgbClr val="18181E"/>
                </a:solidFill>
                <a:latin typeface="Montserrat"/>
              </a:rPr>
              <a:t>AI Integration in Course Preparation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91125" y="3886380"/>
            <a:ext cx="1941551" cy="202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0">
                <a:solidFill>
                  <a:srgbClr val="18181E"/>
                </a:solidFill>
                <a:latin typeface="Montserrat"/>
              </a:rPr>
              <a:t>AI-Assisted Creation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91125" y="2836249"/>
            <a:ext cx="2269484" cy="202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0">
                <a:solidFill>
                  <a:srgbClr val="18181E"/>
                </a:solidFill>
                <a:latin typeface="Montserrat"/>
              </a:rPr>
              <a:t>AI-Generated Outlining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896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293192" y="1102995"/>
            <a:ext cx="2554166" cy="1834515"/>
          </a:xfrm>
          <a:custGeom>
            <a:avLst/>
            <a:gdLst/>
            <a:ahLst/>
            <a:cxnLst/>
            <a:rect l="0" t="0" r="0" b="0"/>
            <a:pathLst>
              <a:path w="2554166" h="1834515">
                <a:moveTo>
                  <a:pt x="0" y="1834515"/>
                </a:moveTo>
                <a:lnTo>
                  <a:pt x="1025461" y="1834515"/>
                </a:lnTo>
                <a:lnTo>
                  <a:pt x="1025461" y="1730073"/>
                </a:lnTo>
                <a:lnTo>
                  <a:pt x="968492" y="1730073"/>
                </a:lnTo>
                <a:lnTo>
                  <a:pt x="1139399" y="1559156"/>
                </a:lnTo>
                <a:lnTo>
                  <a:pt x="1310316" y="1730073"/>
                </a:lnTo>
                <a:lnTo>
                  <a:pt x="1253347" y="1730073"/>
                </a:lnTo>
                <a:lnTo>
                  <a:pt x="1253347" y="1834515"/>
                </a:lnTo>
                <a:lnTo>
                  <a:pt x="2278808" y="1834515"/>
                </a:lnTo>
                <a:lnTo>
                  <a:pt x="2278808" y="1492691"/>
                </a:lnTo>
                <a:lnTo>
                  <a:pt x="2383250" y="1492691"/>
                </a:lnTo>
                <a:lnTo>
                  <a:pt x="2383250" y="1549660"/>
                </a:lnTo>
                <a:lnTo>
                  <a:pt x="2554166" y="1378753"/>
                </a:lnTo>
                <a:lnTo>
                  <a:pt x="2383250" y="1207846"/>
                </a:lnTo>
                <a:lnTo>
                  <a:pt x="2383250" y="1264815"/>
                </a:lnTo>
                <a:lnTo>
                  <a:pt x="2278808" y="1264815"/>
                </a:lnTo>
                <a:lnTo>
                  <a:pt x="2278808" y="0"/>
                </a:lnTo>
                <a:lnTo>
                  <a:pt x="0" y="0"/>
                </a:lnTo>
                <a:lnTo>
                  <a:pt x="0" y="1834515"/>
                </a:lnTo>
              </a:path>
            </a:pathLst>
          </a:custGeom>
          <a:solidFill>
            <a:srgbClr val="569C6E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293192" y="1102995"/>
            <a:ext cx="2554163" cy="1834514"/>
          </a:xfrm>
          <a:custGeom>
            <a:avLst/>
            <a:gdLst/>
            <a:ahLst/>
            <a:cxnLst/>
            <a:rect l="0" t="0" r="0" b="0"/>
            <a:pathLst>
              <a:path w="2554163" h="1834514">
                <a:moveTo>
                  <a:pt x="2278807" y="1264812"/>
                </a:moveTo>
                <a:lnTo>
                  <a:pt x="2278807" y="0"/>
                </a:lnTo>
                <a:lnTo>
                  <a:pt x="0" y="0"/>
                </a:lnTo>
                <a:lnTo>
                  <a:pt x="0" y="1264812"/>
                </a:lnTo>
                <a:moveTo>
                  <a:pt x="2278807" y="1264812"/>
                </a:moveTo>
                <a:lnTo>
                  <a:pt x="2383253" y="1264812"/>
                </a:lnTo>
                <a:lnTo>
                  <a:pt x="2383253" y="1207842"/>
                </a:lnTo>
                <a:lnTo>
                  <a:pt x="2554163" y="1378753"/>
                </a:lnTo>
                <a:lnTo>
                  <a:pt x="2383253" y="1549663"/>
                </a:lnTo>
                <a:lnTo>
                  <a:pt x="2383253" y="1492693"/>
                </a:lnTo>
                <a:lnTo>
                  <a:pt x="2278807" y="1492693"/>
                </a:lnTo>
                <a:lnTo>
                  <a:pt x="2278807" y="1834514"/>
                </a:lnTo>
                <a:lnTo>
                  <a:pt x="1253344" y="1834514"/>
                </a:lnTo>
                <a:lnTo>
                  <a:pt x="1253344" y="1730069"/>
                </a:lnTo>
                <a:lnTo>
                  <a:pt x="1310314" y="1730069"/>
                </a:lnTo>
                <a:lnTo>
                  <a:pt x="1139403" y="1559158"/>
                </a:lnTo>
                <a:lnTo>
                  <a:pt x="968493" y="1730069"/>
                </a:lnTo>
                <a:lnTo>
                  <a:pt x="1025463" y="1730069"/>
                </a:lnTo>
                <a:lnTo>
                  <a:pt x="1025463" y="1834514"/>
                </a:lnTo>
                <a:lnTo>
                  <a:pt x="0" y="1834514"/>
                </a:lnTo>
                <a:lnTo>
                  <a:pt x="0" y="1264812"/>
                </a:lnTo>
              </a:path>
            </a:pathLst>
          </a:custGeom>
          <a:noFill/>
          <a:ln w="28482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0" y="1102995"/>
            <a:ext cx="2278808" cy="2109873"/>
          </a:xfrm>
          <a:custGeom>
            <a:avLst/>
            <a:gdLst/>
            <a:ahLst/>
            <a:cxnLst/>
            <a:rect l="0" t="0" r="0" b="0"/>
            <a:pathLst>
              <a:path w="2278808" h="2109873">
                <a:moveTo>
                  <a:pt x="0" y="1264815"/>
                </a:moveTo>
                <a:lnTo>
                  <a:pt x="104441" y="1264815"/>
                </a:lnTo>
                <a:lnTo>
                  <a:pt x="104441" y="1207846"/>
                </a:lnTo>
                <a:lnTo>
                  <a:pt x="275358" y="1378753"/>
                </a:lnTo>
                <a:lnTo>
                  <a:pt x="104441" y="1549660"/>
                </a:lnTo>
                <a:lnTo>
                  <a:pt x="104441" y="1492691"/>
                </a:lnTo>
                <a:lnTo>
                  <a:pt x="0" y="1492691"/>
                </a:lnTo>
                <a:lnTo>
                  <a:pt x="0" y="1834515"/>
                </a:lnTo>
                <a:lnTo>
                  <a:pt x="1025461" y="1834515"/>
                </a:lnTo>
                <a:lnTo>
                  <a:pt x="1025461" y="1938956"/>
                </a:lnTo>
                <a:lnTo>
                  <a:pt x="968492" y="1938956"/>
                </a:lnTo>
                <a:lnTo>
                  <a:pt x="1139399" y="2109873"/>
                </a:lnTo>
                <a:lnTo>
                  <a:pt x="1310316" y="1938956"/>
                </a:lnTo>
                <a:lnTo>
                  <a:pt x="1253347" y="1938956"/>
                </a:lnTo>
                <a:lnTo>
                  <a:pt x="1253347" y="1834515"/>
                </a:lnTo>
                <a:lnTo>
                  <a:pt x="2278808" y="1834515"/>
                </a:lnTo>
                <a:lnTo>
                  <a:pt x="2278808" y="0"/>
                </a:lnTo>
                <a:lnTo>
                  <a:pt x="0" y="0"/>
                </a:lnTo>
                <a:lnTo>
                  <a:pt x="0" y="1264815"/>
                </a:lnTo>
              </a:path>
            </a:pathLst>
          </a:custGeom>
          <a:solidFill>
            <a:srgbClr val="90A243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1999" y="1102995"/>
            <a:ext cx="2278807" cy="2109870"/>
          </a:xfrm>
          <a:custGeom>
            <a:avLst/>
            <a:gdLst/>
            <a:ahLst/>
            <a:cxnLst/>
            <a:rect l="0" t="0" r="0" b="0"/>
            <a:pathLst>
              <a:path w="2278807" h="2109870">
                <a:moveTo>
                  <a:pt x="2278807" y="1150872"/>
                </a:moveTo>
                <a:lnTo>
                  <a:pt x="2278807" y="1834514"/>
                </a:lnTo>
                <a:lnTo>
                  <a:pt x="1253344" y="1834514"/>
                </a:lnTo>
                <a:lnTo>
                  <a:pt x="1253344" y="1938959"/>
                </a:lnTo>
                <a:lnTo>
                  <a:pt x="1310314" y="1938959"/>
                </a:lnTo>
                <a:lnTo>
                  <a:pt x="1139403" y="2109870"/>
                </a:lnTo>
                <a:lnTo>
                  <a:pt x="968493" y="1938959"/>
                </a:lnTo>
                <a:lnTo>
                  <a:pt x="1025463" y="1938959"/>
                </a:lnTo>
                <a:lnTo>
                  <a:pt x="1025463" y="1834514"/>
                </a:lnTo>
                <a:lnTo>
                  <a:pt x="0" y="1834514"/>
                </a:lnTo>
                <a:lnTo>
                  <a:pt x="0" y="1492693"/>
                </a:lnTo>
                <a:lnTo>
                  <a:pt x="104445" y="1492693"/>
                </a:lnTo>
                <a:lnTo>
                  <a:pt x="104445" y="1549663"/>
                </a:lnTo>
                <a:lnTo>
                  <a:pt x="275355" y="1378753"/>
                </a:lnTo>
                <a:lnTo>
                  <a:pt x="104445" y="1207842"/>
                </a:lnTo>
                <a:lnTo>
                  <a:pt x="104445" y="1264812"/>
                </a:lnTo>
                <a:lnTo>
                  <a:pt x="0" y="1264812"/>
                </a:lnTo>
                <a:lnTo>
                  <a:pt x="0" y="1150872"/>
                </a:lnTo>
                <a:moveTo>
                  <a:pt x="2278807" y="1264812"/>
                </a:moveTo>
                <a:lnTo>
                  <a:pt x="2278807" y="0"/>
                </a:lnTo>
                <a:lnTo>
                  <a:pt x="0" y="0"/>
                </a:lnTo>
                <a:lnTo>
                  <a:pt x="0" y="1264812"/>
                </a:lnTo>
              </a:path>
            </a:pathLst>
          </a:custGeom>
          <a:noFill/>
          <a:ln w="28482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293192" y="2662153"/>
            <a:ext cx="2278808" cy="2109873"/>
          </a:xfrm>
          <a:custGeom>
            <a:avLst/>
            <a:gdLst/>
            <a:ahLst/>
            <a:cxnLst/>
            <a:rect l="0" t="0" r="0" b="0"/>
            <a:pathLst>
              <a:path w="2278808" h="2109873">
                <a:moveTo>
                  <a:pt x="2278808" y="2109873"/>
                </a:moveTo>
                <a:lnTo>
                  <a:pt x="0" y="2109873"/>
                </a:lnTo>
                <a:lnTo>
                  <a:pt x="0" y="275358"/>
                </a:lnTo>
                <a:lnTo>
                  <a:pt x="1025461" y="275358"/>
                </a:lnTo>
                <a:lnTo>
                  <a:pt x="1025461" y="170907"/>
                </a:lnTo>
                <a:lnTo>
                  <a:pt x="968492" y="170907"/>
                </a:lnTo>
                <a:lnTo>
                  <a:pt x="1139399" y="0"/>
                </a:lnTo>
                <a:lnTo>
                  <a:pt x="1310316" y="170907"/>
                </a:lnTo>
                <a:lnTo>
                  <a:pt x="1253347" y="170907"/>
                </a:lnTo>
                <a:lnTo>
                  <a:pt x="1253347" y="275358"/>
                </a:lnTo>
                <a:lnTo>
                  <a:pt x="2278808" y="275358"/>
                </a:lnTo>
                <a:lnTo>
                  <a:pt x="2278808" y="617172"/>
                </a:lnTo>
                <a:lnTo>
                  <a:pt x="2174357" y="617172"/>
                </a:lnTo>
                <a:lnTo>
                  <a:pt x="2174357" y="560203"/>
                </a:lnTo>
                <a:lnTo>
                  <a:pt x="2003450" y="731119"/>
                </a:lnTo>
                <a:lnTo>
                  <a:pt x="2174357" y="902027"/>
                </a:lnTo>
                <a:lnTo>
                  <a:pt x="2174357" y="845058"/>
                </a:lnTo>
                <a:lnTo>
                  <a:pt x="2278808" y="845058"/>
                </a:lnTo>
                <a:lnTo>
                  <a:pt x="2278808" y="2109873"/>
                </a:lnTo>
              </a:path>
            </a:pathLst>
          </a:custGeom>
          <a:solidFill>
            <a:srgbClr val="E49B0F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293192" y="2662153"/>
            <a:ext cx="2278807" cy="2109871"/>
          </a:xfrm>
          <a:custGeom>
            <a:avLst/>
            <a:gdLst/>
            <a:ahLst/>
            <a:cxnLst/>
            <a:rect l="0" t="0" r="0" b="0"/>
            <a:pathLst>
              <a:path w="2278807" h="2109871">
                <a:moveTo>
                  <a:pt x="2278807" y="958998"/>
                </a:moveTo>
                <a:lnTo>
                  <a:pt x="2278807" y="845057"/>
                </a:lnTo>
                <a:lnTo>
                  <a:pt x="2174362" y="845057"/>
                </a:lnTo>
                <a:lnTo>
                  <a:pt x="2174362" y="902028"/>
                </a:lnTo>
                <a:lnTo>
                  <a:pt x="2003451" y="731117"/>
                </a:lnTo>
                <a:lnTo>
                  <a:pt x="2174362" y="560206"/>
                </a:lnTo>
                <a:lnTo>
                  <a:pt x="2174362" y="617177"/>
                </a:lnTo>
                <a:lnTo>
                  <a:pt x="2278807" y="617177"/>
                </a:lnTo>
                <a:lnTo>
                  <a:pt x="2278807" y="275355"/>
                </a:lnTo>
                <a:lnTo>
                  <a:pt x="1253344" y="275355"/>
                </a:lnTo>
                <a:lnTo>
                  <a:pt x="1253344" y="170910"/>
                </a:lnTo>
                <a:lnTo>
                  <a:pt x="1310314" y="170910"/>
                </a:lnTo>
                <a:lnTo>
                  <a:pt x="1139403" y="0"/>
                </a:lnTo>
                <a:lnTo>
                  <a:pt x="968493" y="170910"/>
                </a:lnTo>
                <a:lnTo>
                  <a:pt x="1025463" y="170910"/>
                </a:lnTo>
                <a:lnTo>
                  <a:pt x="1025463" y="275355"/>
                </a:lnTo>
                <a:lnTo>
                  <a:pt x="0" y="275355"/>
                </a:lnTo>
                <a:lnTo>
                  <a:pt x="0" y="958998"/>
                </a:lnTo>
                <a:moveTo>
                  <a:pt x="2278807" y="958998"/>
                </a:moveTo>
                <a:lnTo>
                  <a:pt x="2278807" y="1540169"/>
                </a:lnTo>
                <a:moveTo>
                  <a:pt x="0" y="1540169"/>
                </a:moveTo>
                <a:lnTo>
                  <a:pt x="0" y="958998"/>
                </a:lnTo>
                <a:moveTo>
                  <a:pt x="2278807" y="1540169"/>
                </a:moveTo>
                <a:lnTo>
                  <a:pt x="2278807" y="2109871"/>
                </a:lnTo>
                <a:lnTo>
                  <a:pt x="0" y="2109871"/>
                </a:lnTo>
                <a:lnTo>
                  <a:pt x="0" y="1540169"/>
                </a:lnTo>
              </a:path>
            </a:pathLst>
          </a:custGeom>
          <a:noFill/>
          <a:ln w="28482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96643" y="2937509"/>
            <a:ext cx="2554166" cy="1834515"/>
          </a:xfrm>
          <a:custGeom>
            <a:avLst/>
            <a:gdLst/>
            <a:ahLst/>
            <a:cxnLst/>
            <a:rect l="0" t="0" r="0" b="0"/>
            <a:pathLst>
              <a:path w="2554166" h="1834515">
                <a:moveTo>
                  <a:pt x="275358" y="1834515"/>
                </a:moveTo>
                <a:lnTo>
                  <a:pt x="2554166" y="1834515"/>
                </a:lnTo>
                <a:lnTo>
                  <a:pt x="2554166" y="0"/>
                </a:lnTo>
                <a:lnTo>
                  <a:pt x="1528695" y="0"/>
                </a:lnTo>
                <a:lnTo>
                  <a:pt x="1528695" y="104441"/>
                </a:lnTo>
                <a:lnTo>
                  <a:pt x="1585674" y="104441"/>
                </a:lnTo>
                <a:lnTo>
                  <a:pt x="1414757" y="275358"/>
                </a:lnTo>
                <a:lnTo>
                  <a:pt x="1243850" y="104441"/>
                </a:lnTo>
                <a:lnTo>
                  <a:pt x="1300819" y="104441"/>
                </a:lnTo>
                <a:lnTo>
                  <a:pt x="1300819" y="0"/>
                </a:lnTo>
                <a:lnTo>
                  <a:pt x="275358" y="0"/>
                </a:lnTo>
                <a:lnTo>
                  <a:pt x="275358" y="341823"/>
                </a:lnTo>
                <a:lnTo>
                  <a:pt x="170907" y="341823"/>
                </a:lnTo>
                <a:lnTo>
                  <a:pt x="170907" y="284854"/>
                </a:lnTo>
                <a:lnTo>
                  <a:pt x="0" y="455761"/>
                </a:lnTo>
                <a:lnTo>
                  <a:pt x="170907" y="626668"/>
                </a:lnTo>
                <a:lnTo>
                  <a:pt x="170907" y="569699"/>
                </a:lnTo>
                <a:lnTo>
                  <a:pt x="275358" y="569699"/>
                </a:lnTo>
                <a:lnTo>
                  <a:pt x="275358" y="1834515"/>
                </a:lnTo>
              </a:path>
            </a:pathLst>
          </a:custGeom>
          <a:solidFill>
            <a:srgbClr val="C8A21E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96643" y="2937509"/>
            <a:ext cx="2554163" cy="1834515"/>
          </a:xfrm>
          <a:custGeom>
            <a:avLst/>
            <a:gdLst/>
            <a:ahLst/>
            <a:cxnLst/>
            <a:rect l="0" t="0" r="0" b="0"/>
            <a:pathLst>
              <a:path w="2554163" h="1834515">
                <a:moveTo>
                  <a:pt x="275355" y="683642"/>
                </a:moveTo>
                <a:lnTo>
                  <a:pt x="275355" y="569701"/>
                </a:lnTo>
                <a:lnTo>
                  <a:pt x="170910" y="569701"/>
                </a:lnTo>
                <a:lnTo>
                  <a:pt x="170910" y="626672"/>
                </a:lnTo>
                <a:lnTo>
                  <a:pt x="0" y="455761"/>
                </a:lnTo>
                <a:lnTo>
                  <a:pt x="170910" y="284850"/>
                </a:lnTo>
                <a:lnTo>
                  <a:pt x="170910" y="341821"/>
                </a:lnTo>
                <a:lnTo>
                  <a:pt x="275355" y="341821"/>
                </a:lnTo>
                <a:lnTo>
                  <a:pt x="275355" y="0"/>
                </a:lnTo>
                <a:lnTo>
                  <a:pt x="1300819" y="0"/>
                </a:lnTo>
                <a:lnTo>
                  <a:pt x="1300819" y="104445"/>
                </a:lnTo>
                <a:lnTo>
                  <a:pt x="1243849" y="104445"/>
                </a:lnTo>
                <a:lnTo>
                  <a:pt x="1414759" y="275355"/>
                </a:lnTo>
                <a:lnTo>
                  <a:pt x="1585670" y="104445"/>
                </a:lnTo>
                <a:lnTo>
                  <a:pt x="1528700" y="104445"/>
                </a:lnTo>
                <a:lnTo>
                  <a:pt x="1528700" y="0"/>
                </a:lnTo>
                <a:lnTo>
                  <a:pt x="2554163" y="0"/>
                </a:lnTo>
                <a:lnTo>
                  <a:pt x="2554163" y="683642"/>
                </a:lnTo>
                <a:moveTo>
                  <a:pt x="2554163" y="683642"/>
                </a:moveTo>
                <a:lnTo>
                  <a:pt x="2554163" y="1264813"/>
                </a:lnTo>
                <a:moveTo>
                  <a:pt x="275355" y="1264813"/>
                </a:moveTo>
                <a:lnTo>
                  <a:pt x="275355" y="683642"/>
                </a:lnTo>
                <a:moveTo>
                  <a:pt x="2554163" y="1264813"/>
                </a:moveTo>
                <a:lnTo>
                  <a:pt x="2554163" y="1834515"/>
                </a:lnTo>
                <a:lnTo>
                  <a:pt x="275355" y="1834515"/>
                </a:lnTo>
                <a:lnTo>
                  <a:pt x="275355" y="1264813"/>
                </a:lnTo>
              </a:path>
            </a:pathLst>
          </a:custGeom>
          <a:noFill/>
          <a:ln w="28482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35506" y="371474"/>
            <a:ext cx="6472986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700" b="1">
                <a:solidFill>
                  <a:srgbClr val="18181E"/>
                </a:solidFill>
                <a:latin typeface="Montserrat"/>
              </a:rPr>
              <a:t>AI-Assisted Course Prep 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9289" y="1444815"/>
            <a:ext cx="76949" cy="2050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569C6E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25654" y="1444815"/>
            <a:ext cx="115703" cy="2050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90A243"/>
                </a:solidFill>
                <a:latin typeface="Montserrat"/>
              </a:rPr>
              <a:t>2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2654063" y="1763851"/>
            <a:ext cx="945232" cy="410240"/>
            <a:chOff x="2654063" y="1763851"/>
            <a:chExt cx="945232" cy="410240"/>
          </a:xfrm>
        </p:grpSpPr>
        <p:sp>
          <p:nvSpPr>
            <p:cNvPr id="13" name="TextBox 12"/>
            <p:cNvSpPr txBox="1"/>
            <p:nvPr/>
          </p:nvSpPr>
          <p:spPr>
            <a:xfrm>
              <a:off x="2654063" y="1763851"/>
              <a:ext cx="1087016" cy="205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1">
                  <a:solidFill>
                    <a:srgbClr val="18181E"/>
                  </a:solidFill>
                  <a:latin typeface="Montserrat"/>
                </a:rPr>
                <a:t>Define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654063" y="1968924"/>
              <a:ext cx="1087016" cy="205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1">
                  <a:solidFill>
                    <a:srgbClr val="18181E"/>
                  </a:solidFill>
                  <a:latin typeface="Montserrat"/>
                </a:rPr>
                <a:t>Objectives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932870" y="1763851"/>
            <a:ext cx="1044892" cy="410240"/>
            <a:chOff x="4932870" y="1763851"/>
            <a:chExt cx="1044892" cy="410240"/>
          </a:xfrm>
        </p:grpSpPr>
        <p:sp>
          <p:nvSpPr>
            <p:cNvPr id="16" name="TextBox 15"/>
            <p:cNvSpPr txBox="1"/>
            <p:nvPr/>
          </p:nvSpPr>
          <p:spPr>
            <a:xfrm>
              <a:off x="4932870" y="1763851"/>
              <a:ext cx="1201625" cy="205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1">
                  <a:solidFill>
                    <a:srgbClr val="18181E"/>
                  </a:solidFill>
                  <a:latin typeface="Montserrat"/>
                </a:rPr>
                <a:t>Brainstorm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932870" y="1968924"/>
              <a:ext cx="1201625" cy="205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1">
                  <a:solidFill>
                    <a:srgbClr val="18181E"/>
                  </a:solidFill>
                  <a:latin typeface="Montserrat"/>
                </a:rPr>
                <a:t>Activities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654063" y="2288033"/>
            <a:ext cx="1522333" cy="307646"/>
            <a:chOff x="2654063" y="2288033"/>
            <a:chExt cx="1522333" cy="307646"/>
          </a:xfrm>
        </p:grpSpPr>
        <p:sp>
          <p:nvSpPr>
            <p:cNvPr id="19" name="TextBox 18"/>
            <p:cNvSpPr txBox="1"/>
            <p:nvPr/>
          </p:nvSpPr>
          <p:spPr>
            <a:xfrm>
              <a:off x="2654063" y="2288033"/>
              <a:ext cx="1750682" cy="153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Establish clear learning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654063" y="2441861"/>
              <a:ext cx="1750682" cy="153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goals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932870" y="2288033"/>
            <a:ext cx="1534239" cy="307646"/>
            <a:chOff x="4932870" y="2288033"/>
            <a:chExt cx="1534239" cy="307646"/>
          </a:xfrm>
        </p:grpSpPr>
        <p:sp>
          <p:nvSpPr>
            <p:cNvPr id="22" name="TextBox 21"/>
            <p:cNvSpPr txBox="1"/>
            <p:nvPr/>
          </p:nvSpPr>
          <p:spPr>
            <a:xfrm>
              <a:off x="4932870" y="2288033"/>
              <a:ext cx="1764374" cy="153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Generate creative ideas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932870" y="2441861"/>
              <a:ext cx="1764374" cy="153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with AI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645620" y="3279331"/>
            <a:ext cx="135135" cy="2050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E49B0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5623" y="3279331"/>
            <a:ext cx="116109" cy="2050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C8A21E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4063" y="3700940"/>
            <a:ext cx="1783544" cy="2050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18181E"/>
                </a:solidFill>
                <a:latin typeface="Montserrat"/>
              </a:rPr>
              <a:t>Finalize Materials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2870" y="3598365"/>
            <a:ext cx="1563373" cy="2050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18181E"/>
                </a:solidFill>
                <a:latin typeface="Montserrat"/>
              </a:rPr>
              <a:t>Refine Outputs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4932870" y="3917394"/>
            <a:ext cx="1244431" cy="307646"/>
            <a:chOff x="4932870" y="3917394"/>
            <a:chExt cx="1244431" cy="307646"/>
          </a:xfrm>
        </p:grpSpPr>
        <p:sp>
          <p:nvSpPr>
            <p:cNvPr id="29" name="TextBox 28"/>
            <p:cNvSpPr txBox="1"/>
            <p:nvPr/>
          </p:nvSpPr>
          <p:spPr>
            <a:xfrm>
              <a:off x="4932870" y="3917394"/>
              <a:ext cx="1431095" cy="153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Review and edit AI-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932870" y="4071222"/>
              <a:ext cx="1431095" cy="153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generated content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2654063" y="4122547"/>
            <a:ext cx="1490662" cy="307646"/>
            <a:chOff x="2654063" y="4122547"/>
            <a:chExt cx="1490662" cy="307646"/>
          </a:xfrm>
        </p:grpSpPr>
        <p:sp>
          <p:nvSpPr>
            <p:cNvPr id="32" name="TextBox 31"/>
            <p:cNvSpPr txBox="1"/>
            <p:nvPr/>
          </p:nvSpPr>
          <p:spPr>
            <a:xfrm>
              <a:off x="2654063" y="4122547"/>
              <a:ext cx="1714261" cy="153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Distribute high-quality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654063" y="4276375"/>
              <a:ext cx="1714261" cy="153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resources</a:t>
              </a:r>
            </a:p>
          </p:txBody>
        </p:sp>
      </p:grpSp>
      <p:sp>
        <p:nvSpPr>
          <p:cNvPr id="35" name="Rounded Rectangle 34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896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23943" y="1472624"/>
            <a:ext cx="773649" cy="773649"/>
          </a:xfrm>
          <a:custGeom>
            <a:avLst/>
            <a:gdLst/>
            <a:ahLst/>
            <a:cxnLst/>
            <a:rect l="0" t="0" r="0" b="0"/>
            <a:pathLst>
              <a:path w="773649" h="773649">
                <a:moveTo>
                  <a:pt x="773649" y="386819"/>
                </a:moveTo>
                <a:cubicBezTo>
                  <a:pt x="773649" y="600456"/>
                  <a:pt x="600456" y="773649"/>
                  <a:pt x="386819" y="773649"/>
                </a:cubicBezTo>
                <a:cubicBezTo>
                  <a:pt x="173183" y="773649"/>
                  <a:pt x="0" y="600456"/>
                  <a:pt x="0" y="386819"/>
                </a:cubicBezTo>
                <a:cubicBezTo>
                  <a:pt x="0" y="173183"/>
                  <a:pt x="173183" y="0"/>
                  <a:pt x="386819" y="0"/>
                </a:cubicBezTo>
                <a:cubicBezTo>
                  <a:pt x="600456" y="0"/>
                  <a:pt x="773649" y="173183"/>
                  <a:pt x="773649" y="386819"/>
                </a:cubicBezTo>
                <a:moveTo>
                  <a:pt x="343842" y="771315"/>
                </a:moveTo>
                <a:cubicBezTo>
                  <a:pt x="357959" y="772848"/>
                  <a:pt x="372294" y="773649"/>
                  <a:pt x="386819" y="773649"/>
                </a:cubicBezTo>
                <a:cubicBezTo>
                  <a:pt x="401345" y="773649"/>
                  <a:pt x="415690" y="772848"/>
                  <a:pt x="429806" y="771315"/>
                </a:cubicBezTo>
                <a:lnTo>
                  <a:pt x="343842" y="771315"/>
                </a:lnTo>
              </a:path>
            </a:pathLst>
          </a:custGeom>
          <a:solidFill>
            <a:srgbClr val="E49B0F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23943" y="1472624"/>
            <a:ext cx="773645" cy="773645"/>
          </a:xfrm>
          <a:custGeom>
            <a:avLst/>
            <a:gdLst/>
            <a:ahLst/>
            <a:cxnLst/>
            <a:rect l="0" t="0" r="0" b="0"/>
            <a:pathLst>
              <a:path w="773645" h="773645">
                <a:moveTo>
                  <a:pt x="372495" y="93123"/>
                </a:moveTo>
                <a:cubicBezTo>
                  <a:pt x="372495" y="101036"/>
                  <a:pt x="378910" y="107450"/>
                  <a:pt x="386822" y="107450"/>
                </a:cubicBezTo>
                <a:cubicBezTo>
                  <a:pt x="394735" y="107450"/>
                  <a:pt x="401149" y="101036"/>
                  <a:pt x="401149" y="93123"/>
                </a:cubicBezTo>
                <a:cubicBezTo>
                  <a:pt x="401149" y="85211"/>
                  <a:pt x="394735" y="78797"/>
                  <a:pt x="386822" y="78797"/>
                </a:cubicBezTo>
                <a:cubicBezTo>
                  <a:pt x="378910" y="78797"/>
                  <a:pt x="372495" y="85211"/>
                  <a:pt x="372495" y="93123"/>
                </a:cubicBezTo>
                <a:moveTo>
                  <a:pt x="372495" y="680521"/>
                </a:moveTo>
                <a:cubicBezTo>
                  <a:pt x="372495" y="688433"/>
                  <a:pt x="378910" y="694847"/>
                  <a:pt x="386822" y="694847"/>
                </a:cubicBezTo>
                <a:cubicBezTo>
                  <a:pt x="394735" y="694847"/>
                  <a:pt x="401149" y="688433"/>
                  <a:pt x="401149" y="680521"/>
                </a:cubicBezTo>
                <a:cubicBezTo>
                  <a:pt x="401149" y="672608"/>
                  <a:pt x="394735" y="666194"/>
                  <a:pt x="386822" y="666194"/>
                </a:cubicBezTo>
                <a:cubicBezTo>
                  <a:pt x="378910" y="666194"/>
                  <a:pt x="372495" y="672608"/>
                  <a:pt x="372495" y="680521"/>
                </a:cubicBezTo>
                <a:moveTo>
                  <a:pt x="773645" y="386822"/>
                </a:moveTo>
                <a:cubicBezTo>
                  <a:pt x="773645" y="600458"/>
                  <a:pt x="600458" y="773645"/>
                  <a:pt x="386822" y="773645"/>
                </a:cubicBezTo>
                <a:cubicBezTo>
                  <a:pt x="173186" y="773645"/>
                  <a:pt x="0" y="600458"/>
                  <a:pt x="0" y="386822"/>
                </a:cubicBezTo>
                <a:cubicBezTo>
                  <a:pt x="0" y="173186"/>
                  <a:pt x="173186" y="0"/>
                  <a:pt x="386822" y="0"/>
                </a:cubicBezTo>
                <a:cubicBezTo>
                  <a:pt x="600458" y="0"/>
                  <a:pt x="773645" y="173186"/>
                  <a:pt x="773645" y="386822"/>
                </a:cubicBezTo>
                <a:close/>
              </a:path>
            </a:pathLst>
          </a:custGeom>
          <a:noFill/>
          <a:ln w="21488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67786" y="2253432"/>
            <a:ext cx="85963" cy="114614"/>
          </a:xfrm>
          <a:custGeom>
            <a:avLst/>
            <a:gdLst/>
            <a:ahLst/>
            <a:cxnLst/>
            <a:rect l="0" t="0" r="0" b="0"/>
            <a:pathLst>
              <a:path w="85963" h="114614">
                <a:moveTo>
                  <a:pt x="0" y="0"/>
                </a:moveTo>
                <a:lnTo>
                  <a:pt x="0" y="114614"/>
                </a:lnTo>
                <a:lnTo>
                  <a:pt x="85963" y="114614"/>
                </a:lnTo>
                <a:lnTo>
                  <a:pt x="85963" y="0"/>
                </a:lnTo>
                <a:lnTo>
                  <a:pt x="0" y="0"/>
                </a:lnTo>
              </a:path>
            </a:pathLst>
          </a:custGeom>
          <a:solidFill>
            <a:srgbClr val="E6E6E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467786" y="2253432"/>
            <a:ext cx="85960" cy="114614"/>
          </a:xfrm>
          <a:custGeom>
            <a:avLst/>
            <a:gdLst/>
            <a:ahLst/>
            <a:cxnLst/>
            <a:rect l="0" t="0" r="0" b="0"/>
            <a:pathLst>
              <a:path w="85960" h="114614">
                <a:moveTo>
                  <a:pt x="0" y="0"/>
                </a:moveTo>
                <a:lnTo>
                  <a:pt x="0" y="114614"/>
                </a:lnTo>
                <a:moveTo>
                  <a:pt x="85960" y="0"/>
                </a:moveTo>
                <a:lnTo>
                  <a:pt x="85960" y="114614"/>
                </a:lnTo>
              </a:path>
            </a:pathLst>
          </a:custGeom>
          <a:noFill/>
          <a:ln w="21488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909042" y="2375210"/>
            <a:ext cx="1203445" cy="670493"/>
          </a:xfrm>
          <a:custGeom>
            <a:avLst/>
            <a:gdLst/>
            <a:ahLst/>
            <a:cxnLst/>
            <a:rect l="0" t="0" r="0" b="0"/>
            <a:pathLst>
              <a:path w="1203445" h="670493">
                <a:moveTo>
                  <a:pt x="1203445" y="627507"/>
                </a:moveTo>
                <a:cubicBezTo>
                  <a:pt x="1203445" y="651252"/>
                  <a:pt x="1184205" y="670493"/>
                  <a:pt x="1160468" y="670493"/>
                </a:cubicBezTo>
                <a:lnTo>
                  <a:pt x="42976" y="670493"/>
                </a:lnTo>
                <a:cubicBezTo>
                  <a:pt x="19240" y="670493"/>
                  <a:pt x="0" y="651252"/>
                  <a:pt x="0" y="627507"/>
                </a:cubicBezTo>
                <a:lnTo>
                  <a:pt x="0" y="42976"/>
                </a:lnTo>
                <a:cubicBezTo>
                  <a:pt x="0" y="19240"/>
                  <a:pt x="19240" y="0"/>
                  <a:pt x="42976" y="0"/>
                </a:cubicBezTo>
                <a:lnTo>
                  <a:pt x="1160468" y="0"/>
                </a:lnTo>
                <a:cubicBezTo>
                  <a:pt x="1184205" y="0"/>
                  <a:pt x="1203445" y="19240"/>
                  <a:pt x="1203445" y="42976"/>
                </a:cubicBezTo>
                <a:lnTo>
                  <a:pt x="1203445" y="627507"/>
                </a:lnTo>
              </a:path>
            </a:pathLst>
          </a:custGeom>
          <a:solidFill>
            <a:srgbClr val="E49B0F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909042" y="2375210"/>
            <a:ext cx="1203448" cy="670491"/>
          </a:xfrm>
          <a:custGeom>
            <a:avLst/>
            <a:gdLst/>
            <a:ahLst/>
            <a:cxnLst/>
            <a:rect l="0" t="0" r="0" b="0"/>
            <a:pathLst>
              <a:path w="1203448" h="670491">
                <a:moveTo>
                  <a:pt x="0" y="42980"/>
                </a:moveTo>
                <a:cubicBezTo>
                  <a:pt x="0" y="19242"/>
                  <a:pt x="19242" y="0"/>
                  <a:pt x="42980" y="0"/>
                </a:cubicBezTo>
                <a:lnTo>
                  <a:pt x="1160467" y="0"/>
                </a:lnTo>
                <a:cubicBezTo>
                  <a:pt x="1184205" y="0"/>
                  <a:pt x="1203448" y="19242"/>
                  <a:pt x="1203448" y="42980"/>
                </a:cubicBezTo>
                <a:moveTo>
                  <a:pt x="0" y="42980"/>
                </a:moveTo>
                <a:lnTo>
                  <a:pt x="0" y="627511"/>
                </a:lnTo>
                <a:moveTo>
                  <a:pt x="1203448" y="42980"/>
                </a:moveTo>
                <a:lnTo>
                  <a:pt x="1203448" y="627511"/>
                </a:lnTo>
                <a:moveTo>
                  <a:pt x="1203448" y="627511"/>
                </a:moveTo>
                <a:cubicBezTo>
                  <a:pt x="1203448" y="651248"/>
                  <a:pt x="1184205" y="670491"/>
                  <a:pt x="1160467" y="670491"/>
                </a:cubicBezTo>
                <a:lnTo>
                  <a:pt x="42980" y="670491"/>
                </a:lnTo>
                <a:cubicBezTo>
                  <a:pt x="19242" y="670491"/>
                  <a:pt x="0" y="651248"/>
                  <a:pt x="0" y="627511"/>
                </a:cubicBezTo>
                <a:moveTo>
                  <a:pt x="587397" y="42980"/>
                </a:moveTo>
                <a:cubicBezTo>
                  <a:pt x="587397" y="50892"/>
                  <a:pt x="593811" y="57307"/>
                  <a:pt x="601724" y="57307"/>
                </a:cubicBezTo>
                <a:cubicBezTo>
                  <a:pt x="609636" y="57307"/>
                  <a:pt x="616050" y="50892"/>
                  <a:pt x="616050" y="42980"/>
                </a:cubicBezTo>
                <a:cubicBezTo>
                  <a:pt x="616050" y="35067"/>
                  <a:pt x="609636" y="28653"/>
                  <a:pt x="601724" y="28653"/>
                </a:cubicBezTo>
                <a:cubicBezTo>
                  <a:pt x="593811" y="28653"/>
                  <a:pt x="587397" y="35067"/>
                  <a:pt x="587397" y="42980"/>
                </a:cubicBezTo>
                <a:moveTo>
                  <a:pt x="587397" y="627511"/>
                </a:moveTo>
                <a:cubicBezTo>
                  <a:pt x="587397" y="635424"/>
                  <a:pt x="593811" y="641838"/>
                  <a:pt x="601724" y="641838"/>
                </a:cubicBezTo>
                <a:cubicBezTo>
                  <a:pt x="609636" y="641838"/>
                  <a:pt x="616050" y="635424"/>
                  <a:pt x="616050" y="627511"/>
                </a:cubicBezTo>
                <a:cubicBezTo>
                  <a:pt x="616050" y="619599"/>
                  <a:pt x="609636" y="613184"/>
                  <a:pt x="601724" y="613184"/>
                </a:cubicBezTo>
                <a:cubicBezTo>
                  <a:pt x="593811" y="613184"/>
                  <a:pt x="587397" y="619599"/>
                  <a:pt x="587397" y="627511"/>
                </a:cubicBezTo>
              </a:path>
            </a:pathLst>
          </a:custGeom>
          <a:noFill/>
          <a:ln w="21488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67059" y="3052867"/>
            <a:ext cx="85963" cy="1368209"/>
          </a:xfrm>
          <a:custGeom>
            <a:avLst/>
            <a:gdLst/>
            <a:ahLst/>
            <a:cxnLst/>
            <a:rect l="0" t="0" r="0" b="0"/>
            <a:pathLst>
              <a:path w="85963" h="1368209">
                <a:moveTo>
                  <a:pt x="0" y="0"/>
                </a:moveTo>
                <a:lnTo>
                  <a:pt x="0" y="1368209"/>
                </a:lnTo>
                <a:lnTo>
                  <a:pt x="85963" y="1368209"/>
                </a:lnTo>
                <a:lnTo>
                  <a:pt x="85963" y="0"/>
                </a:lnTo>
                <a:lnTo>
                  <a:pt x="0" y="0"/>
                </a:lnTo>
              </a:path>
            </a:pathLst>
          </a:custGeom>
          <a:solidFill>
            <a:srgbClr val="E6E6E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67059" y="3052866"/>
            <a:ext cx="85960" cy="1368205"/>
          </a:xfrm>
          <a:custGeom>
            <a:avLst/>
            <a:gdLst/>
            <a:ahLst/>
            <a:cxnLst/>
            <a:rect l="0" t="0" r="0" b="0"/>
            <a:pathLst>
              <a:path w="85960" h="1368205">
                <a:moveTo>
                  <a:pt x="0" y="0"/>
                </a:moveTo>
                <a:lnTo>
                  <a:pt x="0" y="1368205"/>
                </a:lnTo>
                <a:moveTo>
                  <a:pt x="85960" y="0"/>
                </a:moveTo>
                <a:lnTo>
                  <a:pt x="85960" y="1368205"/>
                </a:lnTo>
              </a:path>
            </a:pathLst>
          </a:custGeom>
          <a:noFill/>
          <a:ln w="21488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89902" y="4428236"/>
            <a:ext cx="441283" cy="171916"/>
          </a:xfrm>
          <a:custGeom>
            <a:avLst/>
            <a:gdLst/>
            <a:ahLst/>
            <a:cxnLst/>
            <a:rect l="0" t="0" r="0" b="0"/>
            <a:pathLst>
              <a:path w="441283" h="171916">
                <a:moveTo>
                  <a:pt x="406593" y="0"/>
                </a:moveTo>
                <a:lnTo>
                  <a:pt x="35137" y="0"/>
                </a:lnTo>
                <a:cubicBezTo>
                  <a:pt x="14106" y="0"/>
                  <a:pt x="0" y="21231"/>
                  <a:pt x="8448" y="40166"/>
                </a:cubicBezTo>
                <a:lnTo>
                  <a:pt x="67236" y="171916"/>
                </a:lnTo>
                <a:lnTo>
                  <a:pt x="380057" y="171916"/>
                </a:lnTo>
                <a:lnTo>
                  <a:pt x="433673" y="39233"/>
                </a:lnTo>
                <a:cubicBezTo>
                  <a:pt x="441283" y="20421"/>
                  <a:pt x="427186" y="0"/>
                  <a:pt x="406593" y="0"/>
                </a:cubicBezTo>
              </a:path>
            </a:pathLst>
          </a:custGeom>
          <a:solidFill>
            <a:srgbClr val="E49B0F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89904" y="4428236"/>
            <a:ext cx="441277" cy="171921"/>
          </a:xfrm>
          <a:custGeom>
            <a:avLst/>
            <a:gdLst/>
            <a:ahLst/>
            <a:cxnLst/>
            <a:rect l="0" t="0" r="0" b="0"/>
            <a:pathLst>
              <a:path w="441277" h="171921">
                <a:moveTo>
                  <a:pt x="406592" y="0"/>
                </a:moveTo>
                <a:lnTo>
                  <a:pt x="35135" y="0"/>
                </a:lnTo>
                <a:cubicBezTo>
                  <a:pt x="14106" y="0"/>
                  <a:pt x="0" y="21230"/>
                  <a:pt x="8448" y="40165"/>
                </a:cubicBezTo>
                <a:lnTo>
                  <a:pt x="67239" y="171921"/>
                </a:lnTo>
                <a:lnTo>
                  <a:pt x="380059" y="171921"/>
                </a:lnTo>
                <a:lnTo>
                  <a:pt x="433676" y="39233"/>
                </a:lnTo>
                <a:cubicBezTo>
                  <a:pt x="441277" y="20420"/>
                  <a:pt x="427180" y="0"/>
                  <a:pt x="406592" y="0"/>
                </a:cubicBezTo>
                <a:close/>
              </a:path>
            </a:pathLst>
          </a:custGeom>
          <a:noFill/>
          <a:ln w="21488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51161" y="4432936"/>
            <a:ext cx="4702759" cy="167276"/>
          </a:xfrm>
          <a:custGeom>
            <a:avLst/>
            <a:gdLst/>
            <a:ahLst/>
            <a:cxnLst/>
            <a:rect l="0" t="0" r="0" b="0"/>
            <a:pathLst>
              <a:path w="4702759" h="167276">
                <a:moveTo>
                  <a:pt x="0" y="167276"/>
                </a:moveTo>
                <a:lnTo>
                  <a:pt x="147463" y="167276"/>
                </a:lnTo>
                <a:cubicBezTo>
                  <a:pt x="147463" y="167276"/>
                  <a:pt x="172743" y="153713"/>
                  <a:pt x="172743" y="122066"/>
                </a:cubicBezTo>
                <a:cubicBezTo>
                  <a:pt x="193810" y="144670"/>
                  <a:pt x="202236" y="167276"/>
                  <a:pt x="202236" y="167276"/>
                </a:cubicBezTo>
                <a:cubicBezTo>
                  <a:pt x="202236" y="167276"/>
                  <a:pt x="185384" y="49731"/>
                  <a:pt x="227516" y="0"/>
                </a:cubicBezTo>
                <a:cubicBezTo>
                  <a:pt x="219089" y="99461"/>
                  <a:pt x="261222" y="167276"/>
                  <a:pt x="261222" y="167276"/>
                </a:cubicBezTo>
                <a:cubicBezTo>
                  <a:pt x="261222" y="167276"/>
                  <a:pt x="261222" y="135629"/>
                  <a:pt x="278075" y="108503"/>
                </a:cubicBezTo>
                <a:cubicBezTo>
                  <a:pt x="286502" y="158234"/>
                  <a:pt x="303354" y="167276"/>
                  <a:pt x="303354" y="167276"/>
                </a:cubicBezTo>
                <a:lnTo>
                  <a:pt x="337061" y="167276"/>
                </a:lnTo>
                <a:cubicBezTo>
                  <a:pt x="337061" y="167276"/>
                  <a:pt x="370767" y="126587"/>
                  <a:pt x="362341" y="22604"/>
                </a:cubicBezTo>
                <a:cubicBezTo>
                  <a:pt x="396046" y="67815"/>
                  <a:pt x="387620" y="167276"/>
                  <a:pt x="387620" y="167276"/>
                </a:cubicBezTo>
                <a:cubicBezTo>
                  <a:pt x="387620" y="167276"/>
                  <a:pt x="387620" y="153713"/>
                  <a:pt x="412900" y="135629"/>
                </a:cubicBezTo>
                <a:cubicBezTo>
                  <a:pt x="412900" y="162754"/>
                  <a:pt x="438179" y="167276"/>
                  <a:pt x="438179" y="167276"/>
                </a:cubicBezTo>
                <a:lnTo>
                  <a:pt x="1583364" y="167276"/>
                </a:lnTo>
                <a:cubicBezTo>
                  <a:pt x="1583364" y="167276"/>
                  <a:pt x="1596004" y="149192"/>
                  <a:pt x="1587577" y="122066"/>
                </a:cubicBezTo>
                <a:cubicBezTo>
                  <a:pt x="1617070" y="135629"/>
                  <a:pt x="1617070" y="167276"/>
                  <a:pt x="1617070" y="167276"/>
                </a:cubicBezTo>
                <a:cubicBezTo>
                  <a:pt x="1617070" y="167276"/>
                  <a:pt x="1638136" y="53121"/>
                  <a:pt x="1663416" y="35037"/>
                </a:cubicBezTo>
                <a:cubicBezTo>
                  <a:pt x="1650776" y="80247"/>
                  <a:pt x="1663416" y="167276"/>
                  <a:pt x="1663416" y="167276"/>
                </a:cubicBezTo>
                <a:lnTo>
                  <a:pt x="1730828" y="167276"/>
                </a:lnTo>
                <a:cubicBezTo>
                  <a:pt x="1730828" y="167276"/>
                  <a:pt x="1760322" y="135629"/>
                  <a:pt x="1747682" y="103982"/>
                </a:cubicBezTo>
                <a:cubicBezTo>
                  <a:pt x="1781388" y="122066"/>
                  <a:pt x="1768748" y="167276"/>
                  <a:pt x="1768748" y="167276"/>
                </a:cubicBezTo>
                <a:lnTo>
                  <a:pt x="3060525" y="167276"/>
                </a:lnTo>
                <a:cubicBezTo>
                  <a:pt x="3060525" y="167276"/>
                  <a:pt x="3108622" y="108503"/>
                  <a:pt x="3073164" y="4520"/>
                </a:cubicBezTo>
                <a:cubicBezTo>
                  <a:pt x="3140577" y="72335"/>
                  <a:pt x="3115297" y="167276"/>
                  <a:pt x="3115297" y="167276"/>
                </a:cubicBezTo>
                <a:cubicBezTo>
                  <a:pt x="3115297" y="167276"/>
                  <a:pt x="3127937" y="122066"/>
                  <a:pt x="3153217" y="94940"/>
                </a:cubicBezTo>
                <a:cubicBezTo>
                  <a:pt x="3144791" y="131108"/>
                  <a:pt x="3174283" y="167276"/>
                  <a:pt x="3186923" y="167276"/>
                </a:cubicBezTo>
                <a:cubicBezTo>
                  <a:pt x="3199562" y="167276"/>
                  <a:pt x="3212202" y="144670"/>
                  <a:pt x="3212202" y="108503"/>
                </a:cubicBezTo>
                <a:cubicBezTo>
                  <a:pt x="3245909" y="131108"/>
                  <a:pt x="3233269" y="167276"/>
                  <a:pt x="3233269" y="167276"/>
                </a:cubicBezTo>
                <a:lnTo>
                  <a:pt x="4199361" y="167276"/>
                </a:lnTo>
                <a:cubicBezTo>
                  <a:pt x="4199361" y="167276"/>
                  <a:pt x="4212001" y="126587"/>
                  <a:pt x="4237281" y="108503"/>
                </a:cubicBezTo>
                <a:cubicBezTo>
                  <a:pt x="4228854" y="149192"/>
                  <a:pt x="4245707" y="167276"/>
                  <a:pt x="4245707" y="167276"/>
                </a:cubicBezTo>
                <a:lnTo>
                  <a:pt x="4321546" y="167276"/>
                </a:lnTo>
                <a:cubicBezTo>
                  <a:pt x="4321546" y="167276"/>
                  <a:pt x="4351747" y="76856"/>
                  <a:pt x="4317332" y="13563"/>
                </a:cubicBezTo>
                <a:cubicBezTo>
                  <a:pt x="4372105" y="67815"/>
                  <a:pt x="4367892" y="167276"/>
                  <a:pt x="4367892" y="167276"/>
                </a:cubicBezTo>
                <a:cubicBezTo>
                  <a:pt x="4367892" y="167276"/>
                  <a:pt x="4372105" y="140150"/>
                  <a:pt x="4401598" y="113024"/>
                </a:cubicBezTo>
                <a:cubicBezTo>
                  <a:pt x="4393172" y="149192"/>
                  <a:pt x="4405811" y="167276"/>
                  <a:pt x="4405811" y="167276"/>
                </a:cubicBezTo>
                <a:cubicBezTo>
                  <a:pt x="4405811" y="167276"/>
                  <a:pt x="4439517" y="144671"/>
                  <a:pt x="4443730" y="63293"/>
                </a:cubicBezTo>
                <a:cubicBezTo>
                  <a:pt x="4473223" y="126587"/>
                  <a:pt x="4452157" y="167276"/>
                  <a:pt x="4452157" y="167276"/>
                </a:cubicBezTo>
                <a:cubicBezTo>
                  <a:pt x="4452157" y="167276"/>
                  <a:pt x="4469010" y="149192"/>
                  <a:pt x="4485864" y="140150"/>
                </a:cubicBezTo>
                <a:cubicBezTo>
                  <a:pt x="4481650" y="162754"/>
                  <a:pt x="4485864" y="167276"/>
                  <a:pt x="4485864" y="167276"/>
                </a:cubicBezTo>
                <a:lnTo>
                  <a:pt x="4702759" y="167276"/>
                </a:lnTo>
              </a:path>
            </a:pathLst>
          </a:custGeom>
          <a:noFill/>
          <a:ln w="21488">
            <a:solidFill>
              <a:srgbClr val="18181E">
                <a:alpha val="90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656907" y="1618705"/>
            <a:ext cx="687685" cy="687685"/>
          </a:xfrm>
          <a:custGeom>
            <a:avLst/>
            <a:gdLst/>
            <a:ahLst/>
            <a:cxnLst/>
            <a:rect l="0" t="0" r="0" b="0"/>
            <a:pathLst>
              <a:path w="687685" h="687685">
                <a:moveTo>
                  <a:pt x="0" y="42976"/>
                </a:moveTo>
                <a:cubicBezTo>
                  <a:pt x="0" y="19240"/>
                  <a:pt x="19240" y="0"/>
                  <a:pt x="42976" y="0"/>
                </a:cubicBezTo>
                <a:lnTo>
                  <a:pt x="644709" y="0"/>
                </a:lnTo>
                <a:cubicBezTo>
                  <a:pt x="668445" y="0"/>
                  <a:pt x="687685" y="19240"/>
                  <a:pt x="687685" y="42976"/>
                </a:cubicBezTo>
                <a:lnTo>
                  <a:pt x="687685" y="644699"/>
                </a:lnTo>
                <a:cubicBezTo>
                  <a:pt x="687685" y="668445"/>
                  <a:pt x="668445" y="687685"/>
                  <a:pt x="644709" y="687685"/>
                </a:cubicBezTo>
                <a:lnTo>
                  <a:pt x="42976" y="687685"/>
                </a:lnTo>
                <a:cubicBezTo>
                  <a:pt x="19240" y="687685"/>
                  <a:pt x="0" y="668445"/>
                  <a:pt x="0" y="644699"/>
                </a:cubicBezTo>
                <a:lnTo>
                  <a:pt x="0" y="42976"/>
                </a:lnTo>
              </a:path>
            </a:pathLst>
          </a:custGeom>
          <a:solidFill>
            <a:srgbClr val="D78624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656907" y="1618705"/>
            <a:ext cx="687684" cy="687684"/>
          </a:xfrm>
          <a:custGeom>
            <a:avLst/>
            <a:gdLst/>
            <a:ahLst/>
            <a:cxnLst/>
            <a:rect l="0" t="0" r="0" b="0"/>
            <a:pathLst>
              <a:path w="687684" h="687684">
                <a:moveTo>
                  <a:pt x="0" y="42980"/>
                </a:moveTo>
                <a:cubicBezTo>
                  <a:pt x="0" y="19242"/>
                  <a:pt x="19242" y="0"/>
                  <a:pt x="42980" y="0"/>
                </a:cubicBezTo>
                <a:lnTo>
                  <a:pt x="644704" y="0"/>
                </a:lnTo>
                <a:cubicBezTo>
                  <a:pt x="668441" y="0"/>
                  <a:pt x="687684" y="19242"/>
                  <a:pt x="687684" y="42980"/>
                </a:cubicBezTo>
                <a:lnTo>
                  <a:pt x="687684" y="644704"/>
                </a:lnTo>
                <a:cubicBezTo>
                  <a:pt x="687684" y="668441"/>
                  <a:pt x="668441" y="687684"/>
                  <a:pt x="644704" y="687684"/>
                </a:cubicBezTo>
                <a:lnTo>
                  <a:pt x="42980" y="687684"/>
                </a:lnTo>
                <a:cubicBezTo>
                  <a:pt x="19242" y="687684"/>
                  <a:pt x="0" y="668441"/>
                  <a:pt x="0" y="644704"/>
                </a:cubicBezTo>
                <a:lnTo>
                  <a:pt x="0" y="42980"/>
                </a:lnTo>
                <a:close/>
                <a:moveTo>
                  <a:pt x="329515" y="50143"/>
                </a:moveTo>
                <a:cubicBezTo>
                  <a:pt x="329515" y="58056"/>
                  <a:pt x="335929" y="64470"/>
                  <a:pt x="343842" y="64470"/>
                </a:cubicBezTo>
                <a:cubicBezTo>
                  <a:pt x="351754" y="64470"/>
                  <a:pt x="358169" y="58056"/>
                  <a:pt x="358169" y="50143"/>
                </a:cubicBezTo>
                <a:cubicBezTo>
                  <a:pt x="358169" y="42231"/>
                  <a:pt x="351754" y="35816"/>
                  <a:pt x="343842" y="35816"/>
                </a:cubicBezTo>
                <a:cubicBezTo>
                  <a:pt x="335929" y="35816"/>
                  <a:pt x="329515" y="42231"/>
                  <a:pt x="329515" y="50143"/>
                </a:cubicBezTo>
                <a:moveTo>
                  <a:pt x="329515" y="637540"/>
                </a:moveTo>
                <a:cubicBezTo>
                  <a:pt x="329515" y="645453"/>
                  <a:pt x="335929" y="651867"/>
                  <a:pt x="343842" y="651867"/>
                </a:cubicBezTo>
                <a:cubicBezTo>
                  <a:pt x="351754" y="651867"/>
                  <a:pt x="358169" y="645453"/>
                  <a:pt x="358169" y="637540"/>
                </a:cubicBezTo>
                <a:cubicBezTo>
                  <a:pt x="358169" y="629628"/>
                  <a:pt x="351754" y="623214"/>
                  <a:pt x="343842" y="623214"/>
                </a:cubicBezTo>
                <a:cubicBezTo>
                  <a:pt x="335929" y="623214"/>
                  <a:pt x="329515" y="629628"/>
                  <a:pt x="329515" y="637540"/>
                </a:cubicBezTo>
              </a:path>
            </a:pathLst>
          </a:custGeom>
          <a:noFill/>
          <a:ln w="21488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957041" y="2313554"/>
            <a:ext cx="85963" cy="329517"/>
          </a:xfrm>
          <a:custGeom>
            <a:avLst/>
            <a:gdLst/>
            <a:ahLst/>
            <a:cxnLst/>
            <a:rect l="0" t="0" r="0" b="0"/>
            <a:pathLst>
              <a:path w="85963" h="329517">
                <a:moveTo>
                  <a:pt x="0" y="0"/>
                </a:moveTo>
                <a:lnTo>
                  <a:pt x="0" y="329517"/>
                </a:lnTo>
                <a:lnTo>
                  <a:pt x="85963" y="329517"/>
                </a:lnTo>
                <a:lnTo>
                  <a:pt x="85963" y="0"/>
                </a:lnTo>
                <a:lnTo>
                  <a:pt x="0" y="0"/>
                </a:lnTo>
              </a:path>
            </a:pathLst>
          </a:custGeom>
          <a:solidFill>
            <a:srgbClr val="E6E6E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957041" y="2313552"/>
            <a:ext cx="85960" cy="329515"/>
          </a:xfrm>
          <a:custGeom>
            <a:avLst/>
            <a:gdLst/>
            <a:ahLst/>
            <a:cxnLst/>
            <a:rect l="0" t="0" r="0" b="0"/>
            <a:pathLst>
              <a:path w="85960" h="329515">
                <a:moveTo>
                  <a:pt x="0" y="0"/>
                </a:moveTo>
                <a:lnTo>
                  <a:pt x="0" y="329515"/>
                </a:lnTo>
                <a:moveTo>
                  <a:pt x="85960" y="0"/>
                </a:moveTo>
                <a:lnTo>
                  <a:pt x="85960" y="329515"/>
                </a:lnTo>
              </a:path>
            </a:pathLst>
          </a:custGeom>
          <a:noFill/>
          <a:ln w="21488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399026" y="2650231"/>
            <a:ext cx="1203445" cy="481431"/>
          </a:xfrm>
          <a:custGeom>
            <a:avLst/>
            <a:gdLst/>
            <a:ahLst/>
            <a:cxnLst/>
            <a:rect l="0" t="0" r="0" b="0"/>
            <a:pathLst>
              <a:path w="1203445" h="481431">
                <a:moveTo>
                  <a:pt x="1203445" y="438454"/>
                </a:moveTo>
                <a:cubicBezTo>
                  <a:pt x="1203445" y="462191"/>
                  <a:pt x="1184205" y="481431"/>
                  <a:pt x="1160468" y="481431"/>
                </a:cubicBezTo>
                <a:lnTo>
                  <a:pt x="42976" y="481431"/>
                </a:lnTo>
                <a:cubicBezTo>
                  <a:pt x="19240" y="481431"/>
                  <a:pt x="0" y="462191"/>
                  <a:pt x="0" y="438454"/>
                </a:cubicBezTo>
                <a:lnTo>
                  <a:pt x="0" y="42976"/>
                </a:lnTo>
                <a:cubicBezTo>
                  <a:pt x="0" y="19240"/>
                  <a:pt x="19240" y="0"/>
                  <a:pt x="42976" y="0"/>
                </a:cubicBezTo>
                <a:lnTo>
                  <a:pt x="1160468" y="0"/>
                </a:lnTo>
                <a:cubicBezTo>
                  <a:pt x="1184205" y="0"/>
                  <a:pt x="1203445" y="19240"/>
                  <a:pt x="1203445" y="42976"/>
                </a:cubicBezTo>
                <a:lnTo>
                  <a:pt x="1203445" y="438454"/>
                </a:lnTo>
              </a:path>
            </a:pathLst>
          </a:custGeom>
          <a:solidFill>
            <a:srgbClr val="D78624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399025" y="2650231"/>
            <a:ext cx="1203448" cy="481431"/>
          </a:xfrm>
          <a:custGeom>
            <a:avLst/>
            <a:gdLst/>
            <a:ahLst/>
            <a:cxnLst/>
            <a:rect l="0" t="0" r="0" b="0"/>
            <a:pathLst>
              <a:path w="1203448" h="481431">
                <a:moveTo>
                  <a:pt x="0" y="42980"/>
                </a:moveTo>
                <a:cubicBezTo>
                  <a:pt x="0" y="19242"/>
                  <a:pt x="19242" y="0"/>
                  <a:pt x="42980" y="0"/>
                </a:cubicBezTo>
                <a:lnTo>
                  <a:pt x="1160467" y="0"/>
                </a:lnTo>
                <a:cubicBezTo>
                  <a:pt x="1184205" y="0"/>
                  <a:pt x="1203448" y="19242"/>
                  <a:pt x="1203448" y="42980"/>
                </a:cubicBezTo>
                <a:moveTo>
                  <a:pt x="0" y="42980"/>
                </a:moveTo>
                <a:lnTo>
                  <a:pt x="0" y="438450"/>
                </a:lnTo>
                <a:moveTo>
                  <a:pt x="1203448" y="42980"/>
                </a:moveTo>
                <a:lnTo>
                  <a:pt x="1203448" y="438450"/>
                </a:lnTo>
                <a:moveTo>
                  <a:pt x="1203448" y="438450"/>
                </a:moveTo>
                <a:cubicBezTo>
                  <a:pt x="1203448" y="462188"/>
                  <a:pt x="1184205" y="481431"/>
                  <a:pt x="1160467" y="481431"/>
                </a:cubicBezTo>
                <a:lnTo>
                  <a:pt x="42980" y="481431"/>
                </a:lnTo>
                <a:cubicBezTo>
                  <a:pt x="19242" y="481431"/>
                  <a:pt x="0" y="462188"/>
                  <a:pt x="0" y="438450"/>
                </a:cubicBezTo>
                <a:moveTo>
                  <a:pt x="587397" y="42980"/>
                </a:moveTo>
                <a:cubicBezTo>
                  <a:pt x="587397" y="50892"/>
                  <a:pt x="593811" y="57307"/>
                  <a:pt x="601724" y="57307"/>
                </a:cubicBezTo>
                <a:cubicBezTo>
                  <a:pt x="609636" y="57307"/>
                  <a:pt x="616050" y="50892"/>
                  <a:pt x="616050" y="42980"/>
                </a:cubicBezTo>
                <a:cubicBezTo>
                  <a:pt x="616050" y="35067"/>
                  <a:pt x="609636" y="28653"/>
                  <a:pt x="601724" y="28653"/>
                </a:cubicBezTo>
                <a:cubicBezTo>
                  <a:pt x="593811" y="28653"/>
                  <a:pt x="587397" y="35067"/>
                  <a:pt x="587397" y="42980"/>
                </a:cubicBezTo>
                <a:moveTo>
                  <a:pt x="587397" y="438450"/>
                </a:moveTo>
                <a:cubicBezTo>
                  <a:pt x="587397" y="446363"/>
                  <a:pt x="593811" y="452777"/>
                  <a:pt x="601724" y="452777"/>
                </a:cubicBezTo>
                <a:cubicBezTo>
                  <a:pt x="609636" y="452777"/>
                  <a:pt x="616050" y="446363"/>
                  <a:pt x="616050" y="438450"/>
                </a:cubicBezTo>
                <a:cubicBezTo>
                  <a:pt x="616050" y="430538"/>
                  <a:pt x="609636" y="424124"/>
                  <a:pt x="601724" y="424124"/>
                </a:cubicBezTo>
                <a:cubicBezTo>
                  <a:pt x="593811" y="424124"/>
                  <a:pt x="587397" y="430538"/>
                  <a:pt x="587397" y="438450"/>
                </a:cubicBezTo>
              </a:path>
            </a:pathLst>
          </a:custGeom>
          <a:noFill/>
          <a:ln w="21488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957041" y="3138827"/>
            <a:ext cx="85963" cy="71637"/>
          </a:xfrm>
          <a:custGeom>
            <a:avLst/>
            <a:gdLst/>
            <a:ahLst/>
            <a:cxnLst/>
            <a:rect l="0" t="0" r="0" b="0"/>
            <a:pathLst>
              <a:path w="85963" h="71637">
                <a:moveTo>
                  <a:pt x="0" y="0"/>
                </a:moveTo>
                <a:lnTo>
                  <a:pt x="0" y="71637"/>
                </a:lnTo>
                <a:lnTo>
                  <a:pt x="85963" y="71637"/>
                </a:lnTo>
                <a:lnTo>
                  <a:pt x="85963" y="0"/>
                </a:lnTo>
                <a:lnTo>
                  <a:pt x="0" y="0"/>
                </a:lnTo>
              </a:path>
            </a:pathLst>
          </a:custGeom>
          <a:solidFill>
            <a:srgbClr val="E6E6E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57041" y="3138827"/>
            <a:ext cx="85960" cy="71633"/>
          </a:xfrm>
          <a:custGeom>
            <a:avLst/>
            <a:gdLst/>
            <a:ahLst/>
            <a:cxnLst/>
            <a:rect l="0" t="0" r="0" b="0"/>
            <a:pathLst>
              <a:path w="85960" h="71633">
                <a:moveTo>
                  <a:pt x="0" y="0"/>
                </a:moveTo>
                <a:lnTo>
                  <a:pt x="0" y="71633"/>
                </a:lnTo>
                <a:moveTo>
                  <a:pt x="85960" y="0"/>
                </a:moveTo>
                <a:lnTo>
                  <a:pt x="85960" y="71633"/>
                </a:lnTo>
              </a:path>
            </a:pathLst>
          </a:custGeom>
          <a:noFill/>
          <a:ln w="21488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399026" y="3217624"/>
            <a:ext cx="1203445" cy="429806"/>
          </a:xfrm>
          <a:custGeom>
            <a:avLst/>
            <a:gdLst/>
            <a:ahLst/>
            <a:cxnLst/>
            <a:rect l="0" t="0" r="0" b="0"/>
            <a:pathLst>
              <a:path w="1203445" h="429806">
                <a:moveTo>
                  <a:pt x="1203445" y="386819"/>
                </a:moveTo>
                <a:cubicBezTo>
                  <a:pt x="1203445" y="410556"/>
                  <a:pt x="1184205" y="429806"/>
                  <a:pt x="1160468" y="429806"/>
                </a:cubicBezTo>
                <a:lnTo>
                  <a:pt x="42976" y="429806"/>
                </a:lnTo>
                <a:cubicBezTo>
                  <a:pt x="19240" y="429806"/>
                  <a:pt x="0" y="410556"/>
                  <a:pt x="0" y="386819"/>
                </a:cubicBezTo>
                <a:lnTo>
                  <a:pt x="0" y="42976"/>
                </a:lnTo>
                <a:cubicBezTo>
                  <a:pt x="0" y="19240"/>
                  <a:pt x="19240" y="0"/>
                  <a:pt x="42976" y="0"/>
                </a:cubicBezTo>
                <a:lnTo>
                  <a:pt x="1160468" y="0"/>
                </a:lnTo>
                <a:cubicBezTo>
                  <a:pt x="1184205" y="0"/>
                  <a:pt x="1203445" y="19240"/>
                  <a:pt x="1203445" y="42976"/>
                </a:cubicBezTo>
                <a:lnTo>
                  <a:pt x="1203445" y="386819"/>
                </a:lnTo>
              </a:path>
            </a:pathLst>
          </a:custGeom>
          <a:solidFill>
            <a:srgbClr val="D78624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399026" y="3217624"/>
            <a:ext cx="1203448" cy="429802"/>
          </a:xfrm>
          <a:custGeom>
            <a:avLst/>
            <a:gdLst/>
            <a:ahLst/>
            <a:cxnLst/>
            <a:rect l="0" t="0" r="0" b="0"/>
            <a:pathLst>
              <a:path w="1203448" h="429802">
                <a:moveTo>
                  <a:pt x="0" y="42980"/>
                </a:moveTo>
                <a:cubicBezTo>
                  <a:pt x="0" y="19242"/>
                  <a:pt x="19242" y="0"/>
                  <a:pt x="42980" y="0"/>
                </a:cubicBezTo>
                <a:lnTo>
                  <a:pt x="1160467" y="0"/>
                </a:lnTo>
                <a:cubicBezTo>
                  <a:pt x="1184205" y="0"/>
                  <a:pt x="1203448" y="19242"/>
                  <a:pt x="1203448" y="42980"/>
                </a:cubicBezTo>
                <a:moveTo>
                  <a:pt x="0" y="42980"/>
                </a:moveTo>
                <a:lnTo>
                  <a:pt x="0" y="386822"/>
                </a:lnTo>
                <a:moveTo>
                  <a:pt x="1203448" y="42980"/>
                </a:moveTo>
                <a:lnTo>
                  <a:pt x="1203448" y="386822"/>
                </a:lnTo>
                <a:moveTo>
                  <a:pt x="1203448" y="386822"/>
                </a:moveTo>
                <a:cubicBezTo>
                  <a:pt x="1203448" y="410559"/>
                  <a:pt x="1184205" y="429802"/>
                  <a:pt x="1160467" y="429802"/>
                </a:cubicBezTo>
                <a:lnTo>
                  <a:pt x="42980" y="429802"/>
                </a:lnTo>
                <a:cubicBezTo>
                  <a:pt x="19242" y="429802"/>
                  <a:pt x="0" y="410559"/>
                  <a:pt x="0" y="386822"/>
                </a:cubicBezTo>
                <a:moveTo>
                  <a:pt x="587397" y="42980"/>
                </a:moveTo>
                <a:cubicBezTo>
                  <a:pt x="587397" y="50892"/>
                  <a:pt x="593811" y="57307"/>
                  <a:pt x="601724" y="57307"/>
                </a:cubicBezTo>
                <a:cubicBezTo>
                  <a:pt x="609636" y="57307"/>
                  <a:pt x="616050" y="50892"/>
                  <a:pt x="616050" y="42980"/>
                </a:cubicBezTo>
                <a:cubicBezTo>
                  <a:pt x="616050" y="35067"/>
                  <a:pt x="609636" y="28653"/>
                  <a:pt x="601724" y="28653"/>
                </a:cubicBezTo>
                <a:cubicBezTo>
                  <a:pt x="593811" y="28653"/>
                  <a:pt x="587397" y="35067"/>
                  <a:pt x="587397" y="42980"/>
                </a:cubicBezTo>
                <a:moveTo>
                  <a:pt x="587397" y="386822"/>
                </a:moveTo>
                <a:cubicBezTo>
                  <a:pt x="587397" y="394734"/>
                  <a:pt x="593811" y="401149"/>
                  <a:pt x="601724" y="401149"/>
                </a:cubicBezTo>
                <a:cubicBezTo>
                  <a:pt x="609636" y="401149"/>
                  <a:pt x="616050" y="394734"/>
                  <a:pt x="616050" y="386822"/>
                </a:cubicBezTo>
                <a:cubicBezTo>
                  <a:pt x="616050" y="378910"/>
                  <a:pt x="609636" y="372495"/>
                  <a:pt x="601724" y="372495"/>
                </a:cubicBezTo>
                <a:cubicBezTo>
                  <a:pt x="593811" y="372495"/>
                  <a:pt x="587397" y="378910"/>
                  <a:pt x="587397" y="386822"/>
                </a:cubicBezTo>
              </a:path>
            </a:pathLst>
          </a:custGeom>
          <a:noFill/>
          <a:ln w="21488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957041" y="3654590"/>
            <a:ext cx="85963" cy="766486"/>
          </a:xfrm>
          <a:custGeom>
            <a:avLst/>
            <a:gdLst/>
            <a:ahLst/>
            <a:cxnLst/>
            <a:rect l="0" t="0" r="0" b="0"/>
            <a:pathLst>
              <a:path w="85963" h="766486">
                <a:moveTo>
                  <a:pt x="0" y="0"/>
                </a:moveTo>
                <a:lnTo>
                  <a:pt x="0" y="766486"/>
                </a:lnTo>
                <a:lnTo>
                  <a:pt x="85963" y="766486"/>
                </a:lnTo>
                <a:lnTo>
                  <a:pt x="85963" y="0"/>
                </a:lnTo>
                <a:lnTo>
                  <a:pt x="0" y="0"/>
                </a:lnTo>
              </a:path>
            </a:pathLst>
          </a:custGeom>
          <a:solidFill>
            <a:srgbClr val="E6E6E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957041" y="3654591"/>
            <a:ext cx="85960" cy="766481"/>
          </a:xfrm>
          <a:custGeom>
            <a:avLst/>
            <a:gdLst/>
            <a:ahLst/>
            <a:cxnLst/>
            <a:rect l="0" t="0" r="0" b="0"/>
            <a:pathLst>
              <a:path w="85960" h="766481">
                <a:moveTo>
                  <a:pt x="0" y="0"/>
                </a:moveTo>
                <a:lnTo>
                  <a:pt x="0" y="766481"/>
                </a:lnTo>
                <a:moveTo>
                  <a:pt x="85960" y="0"/>
                </a:moveTo>
                <a:lnTo>
                  <a:pt x="85960" y="766481"/>
                </a:lnTo>
              </a:path>
            </a:pathLst>
          </a:custGeom>
          <a:noFill/>
          <a:ln w="21488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779885" y="4428236"/>
            <a:ext cx="441283" cy="171916"/>
          </a:xfrm>
          <a:custGeom>
            <a:avLst/>
            <a:gdLst/>
            <a:ahLst/>
            <a:cxnLst/>
            <a:rect l="0" t="0" r="0" b="0"/>
            <a:pathLst>
              <a:path w="441283" h="171916">
                <a:moveTo>
                  <a:pt x="406593" y="0"/>
                </a:moveTo>
                <a:lnTo>
                  <a:pt x="35137" y="0"/>
                </a:lnTo>
                <a:cubicBezTo>
                  <a:pt x="14106" y="0"/>
                  <a:pt x="0" y="21231"/>
                  <a:pt x="8448" y="40166"/>
                </a:cubicBezTo>
                <a:lnTo>
                  <a:pt x="67246" y="171916"/>
                </a:lnTo>
                <a:lnTo>
                  <a:pt x="380057" y="171916"/>
                </a:lnTo>
                <a:lnTo>
                  <a:pt x="433682" y="39233"/>
                </a:lnTo>
                <a:cubicBezTo>
                  <a:pt x="441283" y="20421"/>
                  <a:pt x="427186" y="0"/>
                  <a:pt x="406593" y="0"/>
                </a:cubicBezTo>
              </a:path>
            </a:pathLst>
          </a:custGeom>
          <a:solidFill>
            <a:srgbClr val="D78624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779887" y="4428236"/>
            <a:ext cx="441277" cy="171921"/>
          </a:xfrm>
          <a:custGeom>
            <a:avLst/>
            <a:gdLst/>
            <a:ahLst/>
            <a:cxnLst/>
            <a:rect l="0" t="0" r="0" b="0"/>
            <a:pathLst>
              <a:path w="441277" h="171921">
                <a:moveTo>
                  <a:pt x="406592" y="0"/>
                </a:moveTo>
                <a:lnTo>
                  <a:pt x="35135" y="0"/>
                </a:lnTo>
                <a:cubicBezTo>
                  <a:pt x="14106" y="0"/>
                  <a:pt x="0" y="21230"/>
                  <a:pt x="8448" y="40165"/>
                </a:cubicBezTo>
                <a:lnTo>
                  <a:pt x="67239" y="171921"/>
                </a:lnTo>
                <a:lnTo>
                  <a:pt x="380059" y="171921"/>
                </a:lnTo>
                <a:lnTo>
                  <a:pt x="433676" y="39233"/>
                </a:lnTo>
                <a:cubicBezTo>
                  <a:pt x="441277" y="20420"/>
                  <a:pt x="427180" y="0"/>
                  <a:pt x="406592" y="0"/>
                </a:cubicBezTo>
                <a:close/>
              </a:path>
            </a:pathLst>
          </a:custGeom>
          <a:noFill/>
          <a:ln w="21488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476406" y="2729028"/>
            <a:ext cx="28651" cy="28651"/>
          </a:xfrm>
          <a:custGeom>
            <a:avLst/>
            <a:gdLst/>
            <a:ahLst/>
            <a:cxnLst/>
            <a:rect l="0" t="0" r="0" b="0"/>
            <a:pathLst>
              <a:path w="28651" h="28651">
                <a:moveTo>
                  <a:pt x="0" y="14325"/>
                </a:moveTo>
                <a:cubicBezTo>
                  <a:pt x="0" y="22240"/>
                  <a:pt x="6410" y="28651"/>
                  <a:pt x="14325" y="28651"/>
                </a:cubicBezTo>
                <a:cubicBezTo>
                  <a:pt x="22240" y="28651"/>
                  <a:pt x="28651" y="22240"/>
                  <a:pt x="28651" y="14325"/>
                </a:cubicBezTo>
                <a:cubicBezTo>
                  <a:pt x="28651" y="6419"/>
                  <a:pt x="22240" y="0"/>
                  <a:pt x="14325" y="0"/>
                </a:cubicBezTo>
                <a:cubicBezTo>
                  <a:pt x="6410" y="0"/>
                  <a:pt x="0" y="6419"/>
                  <a:pt x="0" y="14325"/>
                </a:cubicBezTo>
              </a:path>
            </a:pathLst>
          </a:custGeom>
          <a:solidFill>
            <a:srgbClr val="844882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76406" y="2729029"/>
            <a:ext cx="28653" cy="28653"/>
          </a:xfrm>
          <a:custGeom>
            <a:avLst/>
            <a:gdLst/>
            <a:ahLst/>
            <a:cxnLst/>
            <a:rect l="0" t="0" r="0" b="0"/>
            <a:pathLst>
              <a:path w="28653" h="28653">
                <a:moveTo>
                  <a:pt x="0" y="14326"/>
                </a:moveTo>
                <a:cubicBezTo>
                  <a:pt x="0" y="22239"/>
                  <a:pt x="6414" y="28653"/>
                  <a:pt x="14326" y="28653"/>
                </a:cubicBezTo>
                <a:cubicBezTo>
                  <a:pt x="22239" y="28653"/>
                  <a:pt x="28653" y="22239"/>
                  <a:pt x="28653" y="14326"/>
                </a:cubicBezTo>
                <a:cubicBezTo>
                  <a:pt x="28653" y="6414"/>
                  <a:pt x="22239" y="0"/>
                  <a:pt x="14326" y="0"/>
                </a:cubicBezTo>
                <a:cubicBezTo>
                  <a:pt x="6414" y="0"/>
                  <a:pt x="0" y="6414"/>
                  <a:pt x="0" y="14326"/>
                </a:cubicBezTo>
              </a:path>
            </a:pathLst>
          </a:custGeom>
          <a:noFill/>
          <a:ln w="21488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050310" y="1274863"/>
            <a:ext cx="880843" cy="773649"/>
          </a:xfrm>
          <a:custGeom>
            <a:avLst/>
            <a:gdLst/>
            <a:ahLst/>
            <a:cxnLst/>
            <a:rect l="0" t="0" r="0" b="0"/>
            <a:pathLst>
              <a:path w="880843" h="773649">
                <a:moveTo>
                  <a:pt x="403126" y="28651"/>
                </a:moveTo>
                <a:cubicBezTo>
                  <a:pt x="419519" y="0"/>
                  <a:pt x="460486" y="0"/>
                  <a:pt x="476869" y="28651"/>
                </a:cubicBezTo>
                <a:lnTo>
                  <a:pt x="864460" y="709174"/>
                </a:lnTo>
                <a:cubicBezTo>
                  <a:pt x="880843" y="737825"/>
                  <a:pt x="860364" y="773649"/>
                  <a:pt x="827589" y="773649"/>
                </a:cubicBezTo>
                <a:lnTo>
                  <a:pt x="53263" y="773649"/>
                </a:lnTo>
                <a:cubicBezTo>
                  <a:pt x="20488" y="773649"/>
                  <a:pt x="0" y="737825"/>
                  <a:pt x="16392" y="709174"/>
                </a:cubicBezTo>
                <a:lnTo>
                  <a:pt x="403126" y="28651"/>
                </a:lnTo>
              </a:path>
            </a:pathLst>
          </a:custGeom>
          <a:solidFill>
            <a:srgbClr val="844882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050310" y="1274863"/>
            <a:ext cx="880846" cy="773645"/>
          </a:xfrm>
          <a:custGeom>
            <a:avLst/>
            <a:gdLst/>
            <a:ahLst/>
            <a:cxnLst/>
            <a:rect l="0" t="0" r="0" b="0"/>
            <a:pathLst>
              <a:path w="880846" h="773645">
                <a:moveTo>
                  <a:pt x="403127" y="28653"/>
                </a:moveTo>
                <a:cubicBezTo>
                  <a:pt x="419515" y="0"/>
                  <a:pt x="460485" y="0"/>
                  <a:pt x="476872" y="28653"/>
                </a:cubicBezTo>
                <a:lnTo>
                  <a:pt x="864458" y="709174"/>
                </a:lnTo>
                <a:cubicBezTo>
                  <a:pt x="880846" y="737828"/>
                  <a:pt x="860361" y="773645"/>
                  <a:pt x="827585" y="773645"/>
                </a:cubicBezTo>
                <a:lnTo>
                  <a:pt x="53260" y="773645"/>
                </a:lnTo>
                <a:cubicBezTo>
                  <a:pt x="20485" y="773645"/>
                  <a:pt x="0" y="737828"/>
                  <a:pt x="16388" y="709174"/>
                </a:cubicBezTo>
                <a:lnTo>
                  <a:pt x="403127" y="28653"/>
                </a:lnTo>
                <a:close/>
                <a:moveTo>
                  <a:pt x="426096" y="136104"/>
                </a:moveTo>
                <a:cubicBezTo>
                  <a:pt x="426096" y="144016"/>
                  <a:pt x="432510" y="150431"/>
                  <a:pt x="440423" y="150431"/>
                </a:cubicBezTo>
                <a:cubicBezTo>
                  <a:pt x="448335" y="150431"/>
                  <a:pt x="454750" y="144016"/>
                  <a:pt x="454750" y="136104"/>
                </a:cubicBezTo>
                <a:cubicBezTo>
                  <a:pt x="454750" y="128191"/>
                  <a:pt x="448335" y="121777"/>
                  <a:pt x="440423" y="121777"/>
                </a:cubicBezTo>
                <a:cubicBezTo>
                  <a:pt x="432510" y="121777"/>
                  <a:pt x="426096" y="128191"/>
                  <a:pt x="426096" y="136104"/>
                </a:cubicBezTo>
                <a:moveTo>
                  <a:pt x="426096" y="723501"/>
                </a:moveTo>
                <a:cubicBezTo>
                  <a:pt x="426096" y="731413"/>
                  <a:pt x="432510" y="737828"/>
                  <a:pt x="440423" y="737828"/>
                </a:cubicBezTo>
                <a:cubicBezTo>
                  <a:pt x="448335" y="737828"/>
                  <a:pt x="454750" y="731413"/>
                  <a:pt x="454750" y="723501"/>
                </a:cubicBezTo>
                <a:cubicBezTo>
                  <a:pt x="454750" y="715588"/>
                  <a:pt x="448335" y="709174"/>
                  <a:pt x="440423" y="709174"/>
                </a:cubicBezTo>
                <a:cubicBezTo>
                  <a:pt x="432510" y="709174"/>
                  <a:pt x="426096" y="715588"/>
                  <a:pt x="426096" y="723501"/>
                </a:cubicBezTo>
              </a:path>
            </a:pathLst>
          </a:custGeom>
          <a:noFill/>
          <a:ln w="21488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447024" y="2055669"/>
            <a:ext cx="85963" cy="157591"/>
          </a:xfrm>
          <a:custGeom>
            <a:avLst/>
            <a:gdLst/>
            <a:ahLst/>
            <a:cxnLst/>
            <a:rect l="0" t="0" r="0" b="0"/>
            <a:pathLst>
              <a:path w="85963" h="157591">
                <a:moveTo>
                  <a:pt x="0" y="0"/>
                </a:moveTo>
                <a:lnTo>
                  <a:pt x="0" y="157591"/>
                </a:lnTo>
                <a:lnTo>
                  <a:pt x="85963" y="157591"/>
                </a:lnTo>
                <a:lnTo>
                  <a:pt x="85963" y="0"/>
                </a:lnTo>
                <a:lnTo>
                  <a:pt x="0" y="0"/>
                </a:lnTo>
              </a:path>
            </a:pathLst>
          </a:custGeom>
          <a:solidFill>
            <a:srgbClr val="E6E6E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447024" y="2055670"/>
            <a:ext cx="85960" cy="157594"/>
          </a:xfrm>
          <a:custGeom>
            <a:avLst/>
            <a:gdLst/>
            <a:ahLst/>
            <a:cxnLst/>
            <a:rect l="0" t="0" r="0" b="0"/>
            <a:pathLst>
              <a:path w="85960" h="157594">
                <a:moveTo>
                  <a:pt x="0" y="0"/>
                </a:moveTo>
                <a:lnTo>
                  <a:pt x="0" y="157594"/>
                </a:lnTo>
                <a:moveTo>
                  <a:pt x="85960" y="0"/>
                </a:moveTo>
                <a:lnTo>
                  <a:pt x="85960" y="157594"/>
                </a:lnTo>
              </a:path>
            </a:pathLst>
          </a:custGeom>
          <a:noFill/>
          <a:ln w="21488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889009" y="2220429"/>
            <a:ext cx="1203445" cy="825274"/>
          </a:xfrm>
          <a:custGeom>
            <a:avLst/>
            <a:gdLst/>
            <a:ahLst/>
            <a:cxnLst/>
            <a:rect l="0" t="0" r="0" b="0"/>
            <a:pathLst>
              <a:path w="1203445" h="825274">
                <a:moveTo>
                  <a:pt x="1203445" y="782297"/>
                </a:moveTo>
                <a:cubicBezTo>
                  <a:pt x="1203445" y="806034"/>
                  <a:pt x="1184205" y="825274"/>
                  <a:pt x="1160468" y="825274"/>
                </a:cubicBezTo>
                <a:lnTo>
                  <a:pt x="42976" y="825274"/>
                </a:lnTo>
                <a:cubicBezTo>
                  <a:pt x="19240" y="825274"/>
                  <a:pt x="0" y="806034"/>
                  <a:pt x="0" y="782297"/>
                </a:cubicBezTo>
                <a:lnTo>
                  <a:pt x="0" y="42976"/>
                </a:lnTo>
                <a:cubicBezTo>
                  <a:pt x="0" y="19240"/>
                  <a:pt x="19240" y="0"/>
                  <a:pt x="42976" y="0"/>
                </a:cubicBezTo>
                <a:lnTo>
                  <a:pt x="1160468" y="0"/>
                </a:lnTo>
                <a:cubicBezTo>
                  <a:pt x="1184205" y="0"/>
                  <a:pt x="1203445" y="19240"/>
                  <a:pt x="1203445" y="42976"/>
                </a:cubicBezTo>
                <a:lnTo>
                  <a:pt x="1203445" y="782297"/>
                </a:lnTo>
              </a:path>
            </a:pathLst>
          </a:custGeom>
          <a:solidFill>
            <a:srgbClr val="844882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889009" y="2220429"/>
            <a:ext cx="1203448" cy="825273"/>
          </a:xfrm>
          <a:custGeom>
            <a:avLst/>
            <a:gdLst/>
            <a:ahLst/>
            <a:cxnLst/>
            <a:rect l="0" t="0" r="0" b="0"/>
            <a:pathLst>
              <a:path w="1203448" h="825273">
                <a:moveTo>
                  <a:pt x="0" y="42980"/>
                </a:moveTo>
                <a:cubicBezTo>
                  <a:pt x="0" y="19242"/>
                  <a:pt x="19242" y="0"/>
                  <a:pt x="42980" y="0"/>
                </a:cubicBezTo>
                <a:lnTo>
                  <a:pt x="1160467" y="0"/>
                </a:lnTo>
                <a:cubicBezTo>
                  <a:pt x="1184205" y="0"/>
                  <a:pt x="1203448" y="19242"/>
                  <a:pt x="1203448" y="42980"/>
                </a:cubicBezTo>
                <a:moveTo>
                  <a:pt x="0" y="42980"/>
                </a:moveTo>
                <a:lnTo>
                  <a:pt x="0" y="782293"/>
                </a:lnTo>
                <a:moveTo>
                  <a:pt x="1203448" y="42980"/>
                </a:moveTo>
                <a:lnTo>
                  <a:pt x="1203448" y="782293"/>
                </a:lnTo>
                <a:moveTo>
                  <a:pt x="1203448" y="782293"/>
                </a:moveTo>
                <a:cubicBezTo>
                  <a:pt x="1203448" y="806030"/>
                  <a:pt x="1184205" y="825273"/>
                  <a:pt x="1160467" y="825273"/>
                </a:cubicBezTo>
                <a:lnTo>
                  <a:pt x="42980" y="825273"/>
                </a:lnTo>
                <a:cubicBezTo>
                  <a:pt x="19242" y="825273"/>
                  <a:pt x="0" y="806030"/>
                  <a:pt x="0" y="782293"/>
                </a:cubicBezTo>
                <a:moveTo>
                  <a:pt x="587397" y="42980"/>
                </a:moveTo>
                <a:cubicBezTo>
                  <a:pt x="587397" y="50892"/>
                  <a:pt x="593811" y="57307"/>
                  <a:pt x="601724" y="57307"/>
                </a:cubicBezTo>
                <a:cubicBezTo>
                  <a:pt x="609636" y="57307"/>
                  <a:pt x="616050" y="50892"/>
                  <a:pt x="616050" y="42980"/>
                </a:cubicBezTo>
                <a:cubicBezTo>
                  <a:pt x="616050" y="35067"/>
                  <a:pt x="609636" y="28653"/>
                  <a:pt x="601724" y="28653"/>
                </a:cubicBezTo>
                <a:cubicBezTo>
                  <a:pt x="593811" y="28653"/>
                  <a:pt x="587397" y="35067"/>
                  <a:pt x="587397" y="42980"/>
                </a:cubicBezTo>
                <a:moveTo>
                  <a:pt x="587397" y="782293"/>
                </a:moveTo>
                <a:cubicBezTo>
                  <a:pt x="587397" y="790205"/>
                  <a:pt x="593811" y="796620"/>
                  <a:pt x="601724" y="796620"/>
                </a:cubicBezTo>
                <a:cubicBezTo>
                  <a:pt x="609636" y="796620"/>
                  <a:pt x="616050" y="790205"/>
                  <a:pt x="616050" y="782293"/>
                </a:cubicBezTo>
                <a:cubicBezTo>
                  <a:pt x="616050" y="774381"/>
                  <a:pt x="609636" y="767966"/>
                  <a:pt x="601724" y="767966"/>
                </a:cubicBezTo>
                <a:cubicBezTo>
                  <a:pt x="593811" y="767966"/>
                  <a:pt x="587397" y="774381"/>
                  <a:pt x="587397" y="782293"/>
                </a:cubicBezTo>
              </a:path>
            </a:pathLst>
          </a:custGeom>
          <a:noFill/>
          <a:ln w="21488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447025" y="3052867"/>
            <a:ext cx="85963" cy="1368209"/>
          </a:xfrm>
          <a:custGeom>
            <a:avLst/>
            <a:gdLst/>
            <a:ahLst/>
            <a:cxnLst/>
            <a:rect l="0" t="0" r="0" b="0"/>
            <a:pathLst>
              <a:path w="85963" h="1368209">
                <a:moveTo>
                  <a:pt x="0" y="0"/>
                </a:moveTo>
                <a:lnTo>
                  <a:pt x="0" y="1368209"/>
                </a:lnTo>
                <a:lnTo>
                  <a:pt x="85963" y="1368209"/>
                </a:lnTo>
                <a:lnTo>
                  <a:pt x="85963" y="0"/>
                </a:lnTo>
                <a:lnTo>
                  <a:pt x="0" y="0"/>
                </a:lnTo>
              </a:path>
            </a:pathLst>
          </a:custGeom>
          <a:solidFill>
            <a:srgbClr val="E6E6E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447025" y="3052866"/>
            <a:ext cx="85960" cy="1368205"/>
          </a:xfrm>
          <a:custGeom>
            <a:avLst/>
            <a:gdLst/>
            <a:ahLst/>
            <a:cxnLst/>
            <a:rect l="0" t="0" r="0" b="0"/>
            <a:pathLst>
              <a:path w="85960" h="1368205">
                <a:moveTo>
                  <a:pt x="0" y="0"/>
                </a:moveTo>
                <a:lnTo>
                  <a:pt x="0" y="1368205"/>
                </a:lnTo>
                <a:moveTo>
                  <a:pt x="85960" y="0"/>
                </a:moveTo>
                <a:lnTo>
                  <a:pt x="85960" y="1368205"/>
                </a:lnTo>
              </a:path>
            </a:pathLst>
          </a:custGeom>
          <a:noFill/>
          <a:ln w="21488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269869" y="4428236"/>
            <a:ext cx="441283" cy="171916"/>
          </a:xfrm>
          <a:custGeom>
            <a:avLst/>
            <a:gdLst/>
            <a:ahLst/>
            <a:cxnLst/>
            <a:rect l="0" t="0" r="0" b="0"/>
            <a:pathLst>
              <a:path w="441283" h="171916">
                <a:moveTo>
                  <a:pt x="406593" y="0"/>
                </a:moveTo>
                <a:lnTo>
                  <a:pt x="35137" y="0"/>
                </a:lnTo>
                <a:cubicBezTo>
                  <a:pt x="14106" y="0"/>
                  <a:pt x="0" y="21231"/>
                  <a:pt x="8448" y="40166"/>
                </a:cubicBezTo>
                <a:lnTo>
                  <a:pt x="67246" y="171916"/>
                </a:lnTo>
                <a:lnTo>
                  <a:pt x="380057" y="171916"/>
                </a:lnTo>
                <a:lnTo>
                  <a:pt x="433682" y="39233"/>
                </a:lnTo>
                <a:cubicBezTo>
                  <a:pt x="441283" y="20421"/>
                  <a:pt x="427186" y="0"/>
                  <a:pt x="406593" y="0"/>
                </a:cubicBezTo>
              </a:path>
            </a:pathLst>
          </a:custGeom>
          <a:solidFill>
            <a:srgbClr val="844882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269871" y="4428236"/>
            <a:ext cx="441277" cy="171921"/>
          </a:xfrm>
          <a:custGeom>
            <a:avLst/>
            <a:gdLst/>
            <a:ahLst/>
            <a:cxnLst/>
            <a:rect l="0" t="0" r="0" b="0"/>
            <a:pathLst>
              <a:path w="441277" h="171921">
                <a:moveTo>
                  <a:pt x="406592" y="0"/>
                </a:moveTo>
                <a:lnTo>
                  <a:pt x="35135" y="0"/>
                </a:lnTo>
                <a:cubicBezTo>
                  <a:pt x="14106" y="0"/>
                  <a:pt x="0" y="21230"/>
                  <a:pt x="8448" y="40165"/>
                </a:cubicBezTo>
                <a:lnTo>
                  <a:pt x="67239" y="171921"/>
                </a:lnTo>
                <a:lnTo>
                  <a:pt x="380059" y="171921"/>
                </a:lnTo>
                <a:lnTo>
                  <a:pt x="433676" y="39233"/>
                </a:lnTo>
                <a:cubicBezTo>
                  <a:pt x="441277" y="20420"/>
                  <a:pt x="427180" y="0"/>
                  <a:pt x="406592" y="0"/>
                </a:cubicBezTo>
                <a:close/>
              </a:path>
            </a:pathLst>
          </a:custGeom>
          <a:noFill/>
          <a:ln w="21488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338845" y="1687524"/>
            <a:ext cx="343842" cy="343842"/>
          </a:xfrm>
          <a:custGeom>
            <a:avLst/>
            <a:gdLst/>
            <a:ahLst/>
            <a:cxnLst/>
            <a:rect l="0" t="0" r="0" b="0"/>
            <a:pathLst>
              <a:path w="343842" h="343842">
                <a:moveTo>
                  <a:pt x="171916" y="0"/>
                </a:moveTo>
                <a:cubicBezTo>
                  <a:pt x="76971" y="0"/>
                  <a:pt x="0" y="76971"/>
                  <a:pt x="0" y="171916"/>
                </a:cubicBezTo>
                <a:cubicBezTo>
                  <a:pt x="0" y="266871"/>
                  <a:pt x="76971" y="343842"/>
                  <a:pt x="171916" y="343842"/>
                </a:cubicBezTo>
                <a:cubicBezTo>
                  <a:pt x="266871" y="343842"/>
                  <a:pt x="343842" y="266871"/>
                  <a:pt x="343842" y="171916"/>
                </a:cubicBezTo>
                <a:cubicBezTo>
                  <a:pt x="343842" y="76971"/>
                  <a:pt x="266871" y="0"/>
                  <a:pt x="171916" y="0"/>
                </a:cubicBezTo>
                <a:moveTo>
                  <a:pt x="296275" y="182670"/>
                </a:moveTo>
                <a:lnTo>
                  <a:pt x="315191" y="182670"/>
                </a:lnTo>
                <a:cubicBezTo>
                  <a:pt x="312981" y="213150"/>
                  <a:pt x="300970" y="242096"/>
                  <a:pt x="280949" y="265185"/>
                </a:cubicBezTo>
                <a:lnTo>
                  <a:pt x="268052" y="252298"/>
                </a:lnTo>
                <a:cubicBezTo>
                  <a:pt x="263823" y="248345"/>
                  <a:pt x="257222" y="248469"/>
                  <a:pt x="253126" y="252555"/>
                </a:cubicBezTo>
                <a:cubicBezTo>
                  <a:pt x="249040" y="256651"/>
                  <a:pt x="248926" y="263242"/>
                  <a:pt x="252869" y="267481"/>
                </a:cubicBezTo>
                <a:lnTo>
                  <a:pt x="265757" y="280377"/>
                </a:lnTo>
                <a:cubicBezTo>
                  <a:pt x="242592" y="300723"/>
                  <a:pt x="213417" y="312943"/>
                  <a:pt x="182670" y="315191"/>
                </a:cubicBezTo>
                <a:lnTo>
                  <a:pt x="182670" y="296275"/>
                </a:lnTo>
                <a:cubicBezTo>
                  <a:pt x="182670" y="290341"/>
                  <a:pt x="177850" y="285530"/>
                  <a:pt x="171916" y="285530"/>
                </a:cubicBezTo>
                <a:cubicBezTo>
                  <a:pt x="165982" y="285530"/>
                  <a:pt x="161172" y="290341"/>
                  <a:pt x="161172" y="296275"/>
                </a:cubicBezTo>
                <a:lnTo>
                  <a:pt x="161172" y="315191"/>
                </a:lnTo>
                <a:cubicBezTo>
                  <a:pt x="130692" y="312981"/>
                  <a:pt x="101746" y="300970"/>
                  <a:pt x="78657" y="280949"/>
                </a:cubicBezTo>
                <a:lnTo>
                  <a:pt x="91544" y="268052"/>
                </a:lnTo>
                <a:cubicBezTo>
                  <a:pt x="95497" y="263823"/>
                  <a:pt x="95373" y="257222"/>
                  <a:pt x="91287" y="253126"/>
                </a:cubicBezTo>
                <a:cubicBezTo>
                  <a:pt x="87191" y="249040"/>
                  <a:pt x="80591" y="248926"/>
                  <a:pt x="76361" y="252869"/>
                </a:cubicBezTo>
                <a:lnTo>
                  <a:pt x="63465" y="265757"/>
                </a:lnTo>
                <a:cubicBezTo>
                  <a:pt x="43119" y="242592"/>
                  <a:pt x="30899" y="213417"/>
                  <a:pt x="28651" y="182670"/>
                </a:cubicBezTo>
                <a:lnTo>
                  <a:pt x="47567" y="182670"/>
                </a:lnTo>
                <a:cubicBezTo>
                  <a:pt x="53501" y="182670"/>
                  <a:pt x="58312" y="177850"/>
                  <a:pt x="58312" y="171916"/>
                </a:cubicBezTo>
                <a:cubicBezTo>
                  <a:pt x="58312" y="165982"/>
                  <a:pt x="53501" y="161172"/>
                  <a:pt x="47567" y="161172"/>
                </a:cubicBezTo>
                <a:lnTo>
                  <a:pt x="28651" y="161172"/>
                </a:lnTo>
                <a:cubicBezTo>
                  <a:pt x="31022" y="130625"/>
                  <a:pt x="43233" y="101669"/>
                  <a:pt x="63465" y="78657"/>
                </a:cubicBezTo>
                <a:lnTo>
                  <a:pt x="76361" y="91544"/>
                </a:lnTo>
                <a:cubicBezTo>
                  <a:pt x="80552" y="95735"/>
                  <a:pt x="87353" y="95735"/>
                  <a:pt x="91544" y="91544"/>
                </a:cubicBezTo>
                <a:cubicBezTo>
                  <a:pt x="95735" y="87353"/>
                  <a:pt x="95735" y="80552"/>
                  <a:pt x="91544" y="76361"/>
                </a:cubicBezTo>
                <a:lnTo>
                  <a:pt x="78657" y="63465"/>
                </a:lnTo>
                <a:cubicBezTo>
                  <a:pt x="101669" y="43233"/>
                  <a:pt x="130625" y="31022"/>
                  <a:pt x="161172" y="28651"/>
                </a:cubicBezTo>
                <a:lnTo>
                  <a:pt x="161172" y="47567"/>
                </a:lnTo>
                <a:cubicBezTo>
                  <a:pt x="161172" y="53501"/>
                  <a:pt x="165982" y="58312"/>
                  <a:pt x="171916" y="58312"/>
                </a:cubicBezTo>
                <a:cubicBezTo>
                  <a:pt x="177850" y="58312"/>
                  <a:pt x="182670" y="53501"/>
                  <a:pt x="182670" y="47567"/>
                </a:cubicBezTo>
                <a:lnTo>
                  <a:pt x="182670" y="28651"/>
                </a:lnTo>
                <a:cubicBezTo>
                  <a:pt x="213150" y="30861"/>
                  <a:pt x="242096" y="42872"/>
                  <a:pt x="265185" y="62893"/>
                </a:cubicBezTo>
                <a:lnTo>
                  <a:pt x="252298" y="75790"/>
                </a:lnTo>
                <a:cubicBezTo>
                  <a:pt x="248107" y="79981"/>
                  <a:pt x="248107" y="86782"/>
                  <a:pt x="252298" y="90973"/>
                </a:cubicBezTo>
                <a:cubicBezTo>
                  <a:pt x="256489" y="95164"/>
                  <a:pt x="263290" y="95164"/>
                  <a:pt x="267481" y="90973"/>
                </a:cubicBezTo>
                <a:lnTo>
                  <a:pt x="280377" y="78076"/>
                </a:lnTo>
                <a:cubicBezTo>
                  <a:pt x="300723" y="101250"/>
                  <a:pt x="312943" y="130425"/>
                  <a:pt x="315191" y="161172"/>
                </a:cubicBezTo>
                <a:lnTo>
                  <a:pt x="296275" y="161172"/>
                </a:lnTo>
                <a:cubicBezTo>
                  <a:pt x="290341" y="161172"/>
                  <a:pt x="285530" y="165982"/>
                  <a:pt x="285530" y="171916"/>
                </a:cubicBezTo>
                <a:cubicBezTo>
                  <a:pt x="285530" y="177850"/>
                  <a:pt x="290341" y="182670"/>
                  <a:pt x="296275" y="182670"/>
                </a:cubicBezTo>
                <a:moveTo>
                  <a:pt x="243554" y="114614"/>
                </a:moveTo>
                <a:cubicBezTo>
                  <a:pt x="221713" y="113957"/>
                  <a:pt x="200320" y="120834"/>
                  <a:pt x="182956" y="134102"/>
                </a:cubicBezTo>
                <a:lnTo>
                  <a:pt x="182956" y="238686"/>
                </a:lnTo>
                <a:cubicBezTo>
                  <a:pt x="200367" y="225447"/>
                  <a:pt x="221684" y="218389"/>
                  <a:pt x="243554" y="218627"/>
                </a:cubicBezTo>
                <a:cubicBezTo>
                  <a:pt x="247364" y="218398"/>
                  <a:pt x="250364" y="215284"/>
                  <a:pt x="250431" y="211464"/>
                </a:cubicBezTo>
                <a:lnTo>
                  <a:pt x="250431" y="121491"/>
                </a:lnTo>
                <a:cubicBezTo>
                  <a:pt x="250355" y="117729"/>
                  <a:pt x="247316" y="114690"/>
                  <a:pt x="243554" y="114614"/>
                </a:cubicBezTo>
                <a:moveTo>
                  <a:pt x="100288" y="114614"/>
                </a:moveTo>
                <a:cubicBezTo>
                  <a:pt x="96335" y="114614"/>
                  <a:pt x="93125" y="117824"/>
                  <a:pt x="93125" y="121777"/>
                </a:cubicBezTo>
                <a:lnTo>
                  <a:pt x="93125" y="211321"/>
                </a:lnTo>
                <a:cubicBezTo>
                  <a:pt x="93116" y="215169"/>
                  <a:pt x="96154" y="218332"/>
                  <a:pt x="100002" y="218484"/>
                </a:cubicBezTo>
                <a:cubicBezTo>
                  <a:pt x="122081" y="218284"/>
                  <a:pt x="143608" y="225437"/>
                  <a:pt x="161172" y="238829"/>
                </a:cubicBezTo>
                <a:lnTo>
                  <a:pt x="161172" y="134245"/>
                </a:lnTo>
                <a:cubicBezTo>
                  <a:pt x="143684" y="120986"/>
                  <a:pt x="122224" y="114071"/>
                  <a:pt x="100288" y="114614"/>
                </a:cubicBezTo>
              </a:path>
            </a:pathLst>
          </a:custGeom>
          <a:solidFill>
            <a:srgbClr val="E49B0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318812" y="1607957"/>
            <a:ext cx="343842" cy="279377"/>
          </a:xfrm>
          <a:custGeom>
            <a:avLst/>
            <a:gdLst/>
            <a:ahLst/>
            <a:cxnLst/>
            <a:rect l="0" t="0" r="0" b="0"/>
            <a:pathLst>
              <a:path w="343842" h="279377">
                <a:moveTo>
                  <a:pt x="250717" y="114614"/>
                </a:moveTo>
                <a:cubicBezTo>
                  <a:pt x="250717" y="102746"/>
                  <a:pt x="241096" y="93125"/>
                  <a:pt x="229228" y="93125"/>
                </a:cubicBezTo>
                <a:cubicBezTo>
                  <a:pt x="217360" y="93125"/>
                  <a:pt x="207740" y="102746"/>
                  <a:pt x="207740" y="114614"/>
                </a:cubicBezTo>
                <a:lnTo>
                  <a:pt x="207740" y="139684"/>
                </a:lnTo>
                <a:cubicBezTo>
                  <a:pt x="207740" y="141665"/>
                  <a:pt x="209340" y="143265"/>
                  <a:pt x="211321" y="143265"/>
                </a:cubicBezTo>
                <a:lnTo>
                  <a:pt x="247135" y="143265"/>
                </a:lnTo>
                <a:cubicBezTo>
                  <a:pt x="249116" y="143265"/>
                  <a:pt x="250717" y="141665"/>
                  <a:pt x="250717" y="139684"/>
                </a:cubicBezTo>
                <a:lnTo>
                  <a:pt x="250717" y="114614"/>
                </a:lnTo>
                <a:moveTo>
                  <a:pt x="193414" y="35823"/>
                </a:moveTo>
                <a:cubicBezTo>
                  <a:pt x="193414" y="55597"/>
                  <a:pt x="209445" y="71637"/>
                  <a:pt x="229228" y="71637"/>
                </a:cubicBezTo>
                <a:cubicBezTo>
                  <a:pt x="249012" y="71637"/>
                  <a:pt x="265042" y="55597"/>
                  <a:pt x="265042" y="35823"/>
                </a:cubicBezTo>
                <a:cubicBezTo>
                  <a:pt x="265042" y="16040"/>
                  <a:pt x="249012" y="0"/>
                  <a:pt x="229228" y="0"/>
                </a:cubicBezTo>
                <a:cubicBezTo>
                  <a:pt x="209445" y="0"/>
                  <a:pt x="193414" y="16040"/>
                  <a:pt x="193414" y="35823"/>
                </a:cubicBezTo>
                <a:moveTo>
                  <a:pt x="136102" y="114614"/>
                </a:moveTo>
                <a:cubicBezTo>
                  <a:pt x="136102" y="102746"/>
                  <a:pt x="126482" y="93125"/>
                  <a:pt x="114614" y="93125"/>
                </a:cubicBezTo>
                <a:cubicBezTo>
                  <a:pt x="102746" y="93125"/>
                  <a:pt x="93125" y="102746"/>
                  <a:pt x="93125" y="114614"/>
                </a:cubicBezTo>
                <a:lnTo>
                  <a:pt x="93125" y="139684"/>
                </a:lnTo>
                <a:cubicBezTo>
                  <a:pt x="93125" y="141665"/>
                  <a:pt x="94726" y="143265"/>
                  <a:pt x="96707" y="143265"/>
                </a:cubicBezTo>
                <a:lnTo>
                  <a:pt x="132521" y="143265"/>
                </a:lnTo>
                <a:cubicBezTo>
                  <a:pt x="134502" y="143265"/>
                  <a:pt x="136102" y="141665"/>
                  <a:pt x="136102" y="139684"/>
                </a:cubicBezTo>
                <a:lnTo>
                  <a:pt x="136102" y="114614"/>
                </a:lnTo>
                <a:moveTo>
                  <a:pt x="78800" y="35823"/>
                </a:moveTo>
                <a:cubicBezTo>
                  <a:pt x="78800" y="55597"/>
                  <a:pt x="94830" y="71637"/>
                  <a:pt x="114614" y="71637"/>
                </a:cubicBezTo>
                <a:cubicBezTo>
                  <a:pt x="134397" y="71637"/>
                  <a:pt x="150428" y="55597"/>
                  <a:pt x="150428" y="35823"/>
                </a:cubicBezTo>
                <a:cubicBezTo>
                  <a:pt x="150428" y="16040"/>
                  <a:pt x="134397" y="0"/>
                  <a:pt x="114614" y="0"/>
                </a:cubicBezTo>
                <a:cubicBezTo>
                  <a:pt x="94830" y="0"/>
                  <a:pt x="78800" y="16040"/>
                  <a:pt x="78800" y="35823"/>
                </a:cubicBezTo>
                <a:moveTo>
                  <a:pt x="336680" y="164763"/>
                </a:moveTo>
                <a:lnTo>
                  <a:pt x="57302" y="164763"/>
                </a:lnTo>
                <a:cubicBezTo>
                  <a:pt x="25660" y="164763"/>
                  <a:pt x="0" y="190414"/>
                  <a:pt x="0" y="222065"/>
                </a:cubicBezTo>
                <a:cubicBezTo>
                  <a:pt x="0" y="253717"/>
                  <a:pt x="25660" y="279377"/>
                  <a:pt x="57302" y="279377"/>
                </a:cubicBezTo>
                <a:lnTo>
                  <a:pt x="336680" y="279377"/>
                </a:lnTo>
                <a:cubicBezTo>
                  <a:pt x="340633" y="279377"/>
                  <a:pt x="343842" y="276167"/>
                  <a:pt x="343842" y="272214"/>
                </a:cubicBezTo>
                <a:lnTo>
                  <a:pt x="343842" y="171926"/>
                </a:lnTo>
                <a:cubicBezTo>
                  <a:pt x="343842" y="167963"/>
                  <a:pt x="340633" y="164763"/>
                  <a:pt x="336680" y="164763"/>
                </a:cubicBezTo>
              </a:path>
            </a:pathLst>
          </a:custGeom>
          <a:solidFill>
            <a:srgbClr val="84488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831410" y="1790625"/>
            <a:ext cx="338680" cy="343414"/>
          </a:xfrm>
          <a:custGeom>
            <a:avLst/>
            <a:gdLst/>
            <a:ahLst/>
            <a:cxnLst/>
            <a:rect l="0" t="0" r="0" b="0"/>
            <a:pathLst>
              <a:path w="338680" h="343414">
                <a:moveTo>
                  <a:pt x="169335" y="69199"/>
                </a:moveTo>
                <a:cubicBezTo>
                  <a:pt x="119167" y="70113"/>
                  <a:pt x="78705" y="110566"/>
                  <a:pt x="77790" y="160743"/>
                </a:cubicBezTo>
                <a:cubicBezTo>
                  <a:pt x="77209" y="197634"/>
                  <a:pt x="99345" y="231095"/>
                  <a:pt x="133521" y="244983"/>
                </a:cubicBezTo>
                <a:lnTo>
                  <a:pt x="155009" y="244983"/>
                </a:lnTo>
                <a:cubicBezTo>
                  <a:pt x="156991" y="244983"/>
                  <a:pt x="158591" y="243382"/>
                  <a:pt x="158591" y="241401"/>
                </a:cubicBezTo>
                <a:lnTo>
                  <a:pt x="158591" y="194700"/>
                </a:lnTo>
                <a:cubicBezTo>
                  <a:pt x="158629" y="193776"/>
                  <a:pt x="158267" y="192890"/>
                  <a:pt x="157591" y="192262"/>
                </a:cubicBezTo>
                <a:lnTo>
                  <a:pt x="133664" y="168192"/>
                </a:lnTo>
                <a:cubicBezTo>
                  <a:pt x="131492" y="164087"/>
                  <a:pt x="132254" y="159038"/>
                  <a:pt x="135540" y="155743"/>
                </a:cubicBezTo>
                <a:cubicBezTo>
                  <a:pt x="138836" y="152457"/>
                  <a:pt x="143884" y="151695"/>
                  <a:pt x="147989" y="153866"/>
                </a:cubicBezTo>
                <a:lnTo>
                  <a:pt x="166763" y="171916"/>
                </a:lnTo>
                <a:cubicBezTo>
                  <a:pt x="167411" y="172659"/>
                  <a:pt x="168354" y="173088"/>
                  <a:pt x="169335" y="173088"/>
                </a:cubicBezTo>
                <a:cubicBezTo>
                  <a:pt x="170326" y="173088"/>
                  <a:pt x="171269" y="172659"/>
                  <a:pt x="171916" y="171916"/>
                </a:cubicBezTo>
                <a:lnTo>
                  <a:pt x="190109" y="153866"/>
                </a:lnTo>
                <a:cubicBezTo>
                  <a:pt x="194224" y="151695"/>
                  <a:pt x="199272" y="152457"/>
                  <a:pt x="202568" y="155743"/>
                </a:cubicBezTo>
                <a:cubicBezTo>
                  <a:pt x="205854" y="159038"/>
                  <a:pt x="206616" y="164087"/>
                  <a:pt x="204444" y="168192"/>
                </a:cubicBezTo>
                <a:lnTo>
                  <a:pt x="180374" y="192262"/>
                </a:lnTo>
                <a:cubicBezTo>
                  <a:pt x="179698" y="192890"/>
                  <a:pt x="179327" y="193776"/>
                  <a:pt x="179365" y="194700"/>
                </a:cubicBezTo>
                <a:lnTo>
                  <a:pt x="179365" y="241696"/>
                </a:lnTo>
                <a:cubicBezTo>
                  <a:pt x="179365" y="243668"/>
                  <a:pt x="180975" y="245278"/>
                  <a:pt x="182946" y="245278"/>
                </a:cubicBezTo>
                <a:lnTo>
                  <a:pt x="204587" y="245278"/>
                </a:lnTo>
                <a:cubicBezTo>
                  <a:pt x="238791" y="231419"/>
                  <a:pt x="260937" y="197939"/>
                  <a:pt x="260318" y="161029"/>
                </a:cubicBezTo>
                <a:cubicBezTo>
                  <a:pt x="259556" y="110966"/>
                  <a:pt x="219398" y="70427"/>
                  <a:pt x="169335" y="69199"/>
                </a:cubicBezTo>
                <a:moveTo>
                  <a:pt x="155009" y="14325"/>
                </a:moveTo>
                <a:lnTo>
                  <a:pt x="155009" y="40976"/>
                </a:lnTo>
                <a:cubicBezTo>
                  <a:pt x="155009" y="48882"/>
                  <a:pt x="161429" y="55302"/>
                  <a:pt x="169335" y="55302"/>
                </a:cubicBezTo>
                <a:cubicBezTo>
                  <a:pt x="177250" y="55302"/>
                  <a:pt x="183670" y="48882"/>
                  <a:pt x="183670" y="40976"/>
                </a:cubicBezTo>
                <a:lnTo>
                  <a:pt x="183670" y="14325"/>
                </a:lnTo>
                <a:cubicBezTo>
                  <a:pt x="183670" y="6410"/>
                  <a:pt x="177250" y="0"/>
                  <a:pt x="169335" y="0"/>
                </a:cubicBezTo>
                <a:cubicBezTo>
                  <a:pt x="161429" y="0"/>
                  <a:pt x="155009" y="6410"/>
                  <a:pt x="155009" y="14325"/>
                </a:cubicBezTo>
                <a:moveTo>
                  <a:pt x="46701" y="139541"/>
                </a:moveTo>
                <a:lnTo>
                  <a:pt x="14325" y="139541"/>
                </a:lnTo>
                <a:cubicBezTo>
                  <a:pt x="6410" y="139541"/>
                  <a:pt x="0" y="145961"/>
                  <a:pt x="0" y="153866"/>
                </a:cubicBezTo>
                <a:cubicBezTo>
                  <a:pt x="0" y="161782"/>
                  <a:pt x="6410" y="168192"/>
                  <a:pt x="14325" y="168192"/>
                </a:cubicBezTo>
                <a:lnTo>
                  <a:pt x="46701" y="168192"/>
                </a:lnTo>
                <a:cubicBezTo>
                  <a:pt x="54616" y="168192"/>
                  <a:pt x="61026" y="161782"/>
                  <a:pt x="61026" y="153866"/>
                </a:cubicBezTo>
                <a:cubicBezTo>
                  <a:pt x="61026" y="145961"/>
                  <a:pt x="54616" y="139541"/>
                  <a:pt x="46701" y="139541"/>
                </a:cubicBezTo>
                <a:moveTo>
                  <a:pt x="87677" y="66189"/>
                </a:moveTo>
                <a:lnTo>
                  <a:pt x="60883" y="39395"/>
                </a:lnTo>
                <a:cubicBezTo>
                  <a:pt x="55273" y="34442"/>
                  <a:pt x="46786" y="34642"/>
                  <a:pt x="41414" y="39862"/>
                </a:cubicBezTo>
                <a:cubicBezTo>
                  <a:pt x="36042" y="45081"/>
                  <a:pt x="35604" y="53559"/>
                  <a:pt x="40395" y="59312"/>
                </a:cubicBezTo>
                <a:lnTo>
                  <a:pt x="67760" y="85963"/>
                </a:lnTo>
                <a:cubicBezTo>
                  <a:pt x="70427" y="88611"/>
                  <a:pt x="74037" y="90096"/>
                  <a:pt x="77790" y="90116"/>
                </a:cubicBezTo>
                <a:cubicBezTo>
                  <a:pt x="81524" y="90154"/>
                  <a:pt x="85096" y="88658"/>
                  <a:pt x="87677" y="85963"/>
                </a:cubicBezTo>
                <a:cubicBezTo>
                  <a:pt x="92954" y="80429"/>
                  <a:pt x="92954" y="71723"/>
                  <a:pt x="87677" y="66189"/>
                </a:cubicBezTo>
                <a:moveTo>
                  <a:pt x="324354" y="139541"/>
                </a:moveTo>
                <a:lnTo>
                  <a:pt x="291979" y="139541"/>
                </a:lnTo>
                <a:cubicBezTo>
                  <a:pt x="284064" y="139541"/>
                  <a:pt x="277653" y="145961"/>
                  <a:pt x="277653" y="153866"/>
                </a:cubicBezTo>
                <a:cubicBezTo>
                  <a:pt x="277653" y="161782"/>
                  <a:pt x="284064" y="168192"/>
                  <a:pt x="291979" y="168192"/>
                </a:cubicBezTo>
                <a:lnTo>
                  <a:pt x="324354" y="168192"/>
                </a:lnTo>
                <a:cubicBezTo>
                  <a:pt x="332270" y="168192"/>
                  <a:pt x="338680" y="161782"/>
                  <a:pt x="338680" y="153866"/>
                </a:cubicBezTo>
                <a:cubicBezTo>
                  <a:pt x="338680" y="145961"/>
                  <a:pt x="332270" y="139541"/>
                  <a:pt x="324354" y="139541"/>
                </a:cubicBezTo>
                <a:moveTo>
                  <a:pt x="298284" y="39395"/>
                </a:moveTo>
                <a:cubicBezTo>
                  <a:pt x="292731" y="34032"/>
                  <a:pt x="283921" y="34032"/>
                  <a:pt x="278368" y="39395"/>
                </a:cubicBezTo>
                <a:lnTo>
                  <a:pt x="251002" y="66189"/>
                </a:lnTo>
                <a:cubicBezTo>
                  <a:pt x="245725" y="71723"/>
                  <a:pt x="245725" y="80429"/>
                  <a:pt x="251002" y="85963"/>
                </a:cubicBezTo>
                <a:cubicBezTo>
                  <a:pt x="253584" y="88658"/>
                  <a:pt x="257155" y="90154"/>
                  <a:pt x="260889" y="90116"/>
                </a:cubicBezTo>
                <a:cubicBezTo>
                  <a:pt x="264642" y="90096"/>
                  <a:pt x="268252" y="88611"/>
                  <a:pt x="270919" y="85963"/>
                </a:cubicBezTo>
                <a:lnTo>
                  <a:pt x="298284" y="59312"/>
                </a:lnTo>
                <a:cubicBezTo>
                  <a:pt x="303647" y="53759"/>
                  <a:pt x="303647" y="44948"/>
                  <a:pt x="298284" y="39395"/>
                </a:cubicBezTo>
                <a:moveTo>
                  <a:pt x="204587" y="262756"/>
                </a:moveTo>
                <a:lnTo>
                  <a:pt x="134092" y="262756"/>
                </a:lnTo>
                <a:cubicBezTo>
                  <a:pt x="126187" y="262756"/>
                  <a:pt x="119767" y="269166"/>
                  <a:pt x="119767" y="277082"/>
                </a:cubicBezTo>
                <a:cubicBezTo>
                  <a:pt x="119767" y="284988"/>
                  <a:pt x="126187" y="291407"/>
                  <a:pt x="134092" y="291407"/>
                </a:cubicBezTo>
                <a:lnTo>
                  <a:pt x="204587" y="291407"/>
                </a:lnTo>
                <a:cubicBezTo>
                  <a:pt x="212493" y="291407"/>
                  <a:pt x="218913" y="284988"/>
                  <a:pt x="218913" y="277082"/>
                </a:cubicBezTo>
                <a:cubicBezTo>
                  <a:pt x="218913" y="269166"/>
                  <a:pt x="212493" y="262756"/>
                  <a:pt x="204587" y="262756"/>
                </a:cubicBezTo>
                <a:moveTo>
                  <a:pt x="204587" y="301580"/>
                </a:moveTo>
                <a:lnTo>
                  <a:pt x="134092" y="301580"/>
                </a:lnTo>
                <a:cubicBezTo>
                  <a:pt x="126187" y="301580"/>
                  <a:pt x="119767" y="307990"/>
                  <a:pt x="119767" y="315906"/>
                </a:cubicBezTo>
                <a:cubicBezTo>
                  <a:pt x="119767" y="323821"/>
                  <a:pt x="126187" y="330231"/>
                  <a:pt x="134092" y="330231"/>
                </a:cubicBezTo>
                <a:lnTo>
                  <a:pt x="151999" y="330231"/>
                </a:lnTo>
                <a:cubicBezTo>
                  <a:pt x="153714" y="330250"/>
                  <a:pt x="155190" y="331431"/>
                  <a:pt x="155590" y="333098"/>
                </a:cubicBezTo>
                <a:cubicBezTo>
                  <a:pt x="157372" y="339213"/>
                  <a:pt x="162972" y="343414"/>
                  <a:pt x="169335" y="343414"/>
                </a:cubicBezTo>
                <a:cubicBezTo>
                  <a:pt x="175707" y="343414"/>
                  <a:pt x="181308" y="339213"/>
                  <a:pt x="183089" y="333098"/>
                </a:cubicBezTo>
                <a:cubicBezTo>
                  <a:pt x="183489" y="331431"/>
                  <a:pt x="184965" y="330250"/>
                  <a:pt x="186670" y="330231"/>
                </a:cubicBezTo>
                <a:lnTo>
                  <a:pt x="204587" y="330231"/>
                </a:lnTo>
                <a:cubicBezTo>
                  <a:pt x="212493" y="330231"/>
                  <a:pt x="218913" y="323821"/>
                  <a:pt x="218913" y="315906"/>
                </a:cubicBezTo>
                <a:cubicBezTo>
                  <a:pt x="218913" y="307990"/>
                  <a:pt x="212493" y="301580"/>
                  <a:pt x="204587" y="301580"/>
                </a:cubicBezTo>
              </a:path>
            </a:pathLst>
          </a:custGeom>
          <a:solidFill>
            <a:srgbClr val="D7862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7" name="Group 46"/>
          <p:cNvGrpSpPr/>
          <p:nvPr/>
        </p:nvGrpSpPr>
        <p:grpSpPr>
          <a:xfrm>
            <a:off x="390525" y="2800369"/>
            <a:ext cx="2447925" cy="857202"/>
            <a:chOff x="390525" y="2800369"/>
            <a:chExt cx="2447925" cy="857202"/>
          </a:xfrm>
        </p:grpSpPr>
        <p:sp>
          <p:nvSpPr>
            <p:cNvPr id="42" name="TextBox 41"/>
            <p:cNvSpPr txBox="1"/>
            <p:nvPr/>
          </p:nvSpPr>
          <p:spPr>
            <a:xfrm>
              <a:off x="390525" y="2800369"/>
              <a:ext cx="2815113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AI can act as a 24/7 tutor, providing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90525" y="2971819"/>
              <a:ext cx="2815113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instant feedback on drafts, explaining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90525" y="3143269"/>
              <a:ext cx="2815113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complex concepts in multiple ways,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90525" y="3314719"/>
              <a:ext cx="2815113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and supporting students with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90525" y="3486169"/>
              <a:ext cx="2815113" cy="171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different learning styles.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7047878" y="2714739"/>
            <a:ext cx="885701" cy="232132"/>
            <a:chOff x="7047878" y="2714739"/>
            <a:chExt cx="885701" cy="232132"/>
          </a:xfrm>
        </p:grpSpPr>
        <p:sp>
          <p:nvSpPr>
            <p:cNvPr id="48" name="TextBox 47"/>
            <p:cNvSpPr txBox="1"/>
            <p:nvPr/>
          </p:nvSpPr>
          <p:spPr>
            <a:xfrm>
              <a:off x="6981451" y="2714739"/>
              <a:ext cx="1018556" cy="116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8181E"/>
                  </a:solidFill>
                  <a:latin typeface="Montserrat"/>
                </a:rPr>
                <a:t>Different learning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981451" y="2830848"/>
              <a:ext cx="1018556" cy="116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8181E"/>
                  </a:solidFill>
                  <a:latin typeface="Montserrat"/>
                </a:rPr>
                <a:t>styles supported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4018209" y="2714739"/>
            <a:ext cx="985123" cy="232132"/>
            <a:chOff x="4018209" y="2714739"/>
            <a:chExt cx="985123" cy="232132"/>
          </a:xfrm>
        </p:grpSpPr>
        <p:sp>
          <p:nvSpPr>
            <p:cNvPr id="51" name="TextBox 50"/>
            <p:cNvSpPr txBox="1"/>
            <p:nvPr/>
          </p:nvSpPr>
          <p:spPr>
            <a:xfrm>
              <a:off x="3944325" y="2714739"/>
              <a:ext cx="1132891" cy="116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8181E"/>
                  </a:solidFill>
                  <a:latin typeface="Montserrat"/>
                </a:rPr>
                <a:t>Instant feedback on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944325" y="2830848"/>
              <a:ext cx="1132891" cy="116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8181E"/>
                  </a:solidFill>
                  <a:latin typeface="Montserrat"/>
                </a:rPr>
                <a:t>drafts</a:t>
              </a: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5594270" y="3316463"/>
            <a:ext cx="812958" cy="232132"/>
            <a:chOff x="5594270" y="3316463"/>
            <a:chExt cx="812958" cy="232132"/>
          </a:xfrm>
        </p:grpSpPr>
        <p:sp>
          <p:nvSpPr>
            <p:cNvPr id="54" name="TextBox 53"/>
            <p:cNvSpPr txBox="1"/>
            <p:nvPr/>
          </p:nvSpPr>
          <p:spPr>
            <a:xfrm>
              <a:off x="5533299" y="3316463"/>
              <a:ext cx="934901" cy="116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8181E"/>
                  </a:solidFill>
                  <a:latin typeface="Montserrat"/>
                </a:rPr>
                <a:t>Multiple ways to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533299" y="3432572"/>
              <a:ext cx="934901" cy="116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8181E"/>
                  </a:solidFill>
                  <a:latin typeface="Montserrat"/>
                </a:rPr>
                <a:t>explain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7090864" y="2306392"/>
            <a:ext cx="799738" cy="309513"/>
            <a:chOff x="7090864" y="2306392"/>
            <a:chExt cx="799738" cy="309513"/>
          </a:xfrm>
        </p:grpSpPr>
        <p:sp>
          <p:nvSpPr>
            <p:cNvPr id="57" name="TextBox 56"/>
            <p:cNvSpPr txBox="1"/>
            <p:nvPr/>
          </p:nvSpPr>
          <p:spPr>
            <a:xfrm>
              <a:off x="7030884" y="2306392"/>
              <a:ext cx="91969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18181E"/>
                  </a:solidFill>
                  <a:latin typeface="Montserrat"/>
                </a:rPr>
                <a:t>Supporting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7030884" y="2461173"/>
              <a:ext cx="919698" cy="15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18181E"/>
                  </a:solidFill>
                  <a:latin typeface="Montserrat"/>
                </a:rPr>
                <a:t>Styles</a:t>
              </a: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112193" y="2461173"/>
            <a:ext cx="797147" cy="1547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18181E"/>
                </a:solidFill>
                <a:latin typeface="Montserrat"/>
              </a:rPr>
              <a:t>24/7 Tutor</a:t>
            </a:r>
          </a:p>
        </p:txBody>
      </p:sp>
      <p:grpSp>
        <p:nvGrpSpPr>
          <p:cNvPr id="63" name="Group 62"/>
          <p:cNvGrpSpPr/>
          <p:nvPr/>
        </p:nvGrpSpPr>
        <p:grpSpPr>
          <a:xfrm>
            <a:off x="390525" y="2217442"/>
            <a:ext cx="2128837" cy="411479"/>
            <a:chOff x="390525" y="2217442"/>
            <a:chExt cx="2128837" cy="411479"/>
          </a:xfrm>
        </p:grpSpPr>
        <p:sp>
          <p:nvSpPr>
            <p:cNvPr id="61" name="TextBox 60"/>
            <p:cNvSpPr txBox="1"/>
            <p:nvPr/>
          </p:nvSpPr>
          <p:spPr>
            <a:xfrm>
              <a:off x="390525" y="2217442"/>
              <a:ext cx="244816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18181E"/>
                  </a:solidFill>
                  <a:latin typeface="Montserrat"/>
                </a:rPr>
                <a:t>Using AI to support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90525" y="2423182"/>
              <a:ext cx="2448162" cy="205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18181E"/>
                  </a:solidFill>
                  <a:latin typeface="Montserrat"/>
                </a:rPr>
                <a:t>individual student needs</a:t>
              </a: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390525" y="371474"/>
            <a:ext cx="6651390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700" b="1">
                <a:solidFill>
                  <a:srgbClr val="18181E"/>
                </a:solidFill>
                <a:latin typeface="Montserrat"/>
              </a:rPr>
              <a:t>Personalized Learning at Scale</a:t>
            </a:r>
          </a:p>
        </p:txBody>
      </p:sp>
      <p:grpSp>
        <p:nvGrpSpPr>
          <p:cNvPr id="67" name="Group 66"/>
          <p:cNvGrpSpPr/>
          <p:nvPr/>
        </p:nvGrpSpPr>
        <p:grpSpPr>
          <a:xfrm>
            <a:off x="5625465" y="2736194"/>
            <a:ext cx="750579" cy="309513"/>
            <a:chOff x="5625465" y="2736194"/>
            <a:chExt cx="750579" cy="309513"/>
          </a:xfrm>
        </p:grpSpPr>
        <p:sp>
          <p:nvSpPr>
            <p:cNvPr id="65" name="TextBox 64"/>
            <p:cNvSpPr txBox="1"/>
            <p:nvPr/>
          </p:nvSpPr>
          <p:spPr>
            <a:xfrm>
              <a:off x="5569172" y="2736194"/>
              <a:ext cx="86316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18181E"/>
                  </a:solidFill>
                  <a:latin typeface="Montserrat"/>
                </a:rPr>
                <a:t>Explaining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569172" y="2890975"/>
              <a:ext cx="863165" cy="15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18181E"/>
                  </a:solidFill>
                  <a:latin typeface="Montserrat"/>
                </a:rPr>
                <a:t>Concepts</a:t>
              </a:r>
            </a:p>
          </p:txBody>
        </p:sp>
      </p:grpSp>
      <p:sp>
        <p:nvSpPr>
          <p:cNvPr id="68" name="Rounded Rectangle 67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896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56368" y="1726943"/>
            <a:ext cx="2823562" cy="651252"/>
          </a:xfrm>
          <a:custGeom>
            <a:avLst/>
            <a:gdLst/>
            <a:ahLst/>
            <a:cxnLst/>
            <a:rect l="0" t="0" r="0" b="0"/>
            <a:pathLst>
              <a:path w="2823562" h="651252">
                <a:moveTo>
                  <a:pt x="2823562" y="0"/>
                </a:moveTo>
                <a:lnTo>
                  <a:pt x="0" y="0"/>
                </a:lnTo>
                <a:lnTo>
                  <a:pt x="0" y="651252"/>
                </a:lnTo>
                <a:lnTo>
                  <a:pt x="2823562" y="651252"/>
                </a:lnTo>
                <a:lnTo>
                  <a:pt x="2823562" y="0"/>
                </a:lnTo>
              </a:path>
            </a:pathLst>
          </a:custGeom>
          <a:solidFill>
            <a:srgbClr val="D78624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56368" y="1726943"/>
            <a:ext cx="2823565" cy="651250"/>
          </a:xfrm>
          <a:custGeom>
            <a:avLst/>
            <a:gdLst/>
            <a:ahLst/>
            <a:cxnLst/>
            <a:rect l="0" t="0" r="0" b="0"/>
            <a:pathLst>
              <a:path w="2823565" h="651250">
                <a:moveTo>
                  <a:pt x="0" y="0"/>
                </a:moveTo>
                <a:lnTo>
                  <a:pt x="2823565" y="0"/>
                </a:lnTo>
                <a:lnTo>
                  <a:pt x="2823565" y="651250"/>
                </a:lnTo>
                <a:lnTo>
                  <a:pt x="0" y="651250"/>
                </a:lnTo>
                <a:lnTo>
                  <a:pt x="0" y="0"/>
                </a:lnTo>
                <a:close/>
              </a:path>
            </a:pathLst>
          </a:custGeom>
          <a:noFill/>
          <a:ln w="22002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64065" y="1726943"/>
            <a:ext cx="2823562" cy="651252"/>
          </a:xfrm>
          <a:custGeom>
            <a:avLst/>
            <a:gdLst/>
            <a:ahLst/>
            <a:cxnLst/>
            <a:rect l="0" t="0" r="0" b="0"/>
            <a:pathLst>
              <a:path w="2823562" h="651252">
                <a:moveTo>
                  <a:pt x="0" y="0"/>
                </a:moveTo>
                <a:lnTo>
                  <a:pt x="2823562" y="0"/>
                </a:lnTo>
                <a:lnTo>
                  <a:pt x="2823562" y="651252"/>
                </a:lnTo>
                <a:lnTo>
                  <a:pt x="0" y="651252"/>
                </a:lnTo>
                <a:lnTo>
                  <a:pt x="0" y="0"/>
                </a:lnTo>
              </a:path>
            </a:pathLst>
          </a:custGeom>
          <a:solidFill>
            <a:srgbClr val="375FA7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64065" y="1726943"/>
            <a:ext cx="2823565" cy="651250"/>
          </a:xfrm>
          <a:custGeom>
            <a:avLst/>
            <a:gdLst/>
            <a:ahLst/>
            <a:cxnLst/>
            <a:rect l="0" t="0" r="0" b="0"/>
            <a:pathLst>
              <a:path w="2823565" h="651250">
                <a:moveTo>
                  <a:pt x="2823565" y="0"/>
                </a:moveTo>
                <a:lnTo>
                  <a:pt x="0" y="0"/>
                </a:lnTo>
                <a:lnTo>
                  <a:pt x="0" y="651250"/>
                </a:lnTo>
                <a:lnTo>
                  <a:pt x="2823565" y="651250"/>
                </a:lnTo>
                <a:lnTo>
                  <a:pt x="2823565" y="0"/>
                </a:lnTo>
                <a:close/>
              </a:path>
            </a:pathLst>
          </a:custGeom>
          <a:noFill/>
          <a:ln w="22002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51891" y="2378226"/>
            <a:ext cx="528046" cy="2129894"/>
          </a:xfrm>
          <a:custGeom>
            <a:avLst/>
            <a:gdLst/>
            <a:ahLst/>
            <a:cxnLst/>
            <a:rect l="0" t="0" r="0" b="0"/>
            <a:pathLst>
              <a:path w="528046" h="2129894">
                <a:moveTo>
                  <a:pt x="528046" y="0"/>
                </a:moveTo>
                <a:lnTo>
                  <a:pt x="528046" y="2129894"/>
                </a:lnTo>
                <a:lnTo>
                  <a:pt x="0" y="2129894"/>
                </a:lnTo>
                <a:lnTo>
                  <a:pt x="0" y="0"/>
                </a:lnTo>
                <a:lnTo>
                  <a:pt x="528046" y="0"/>
                </a:lnTo>
              </a:path>
            </a:pathLst>
          </a:custGeom>
          <a:solidFill>
            <a:srgbClr val="D78624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51891" y="2378226"/>
            <a:ext cx="528043" cy="2129893"/>
          </a:xfrm>
          <a:custGeom>
            <a:avLst/>
            <a:gdLst/>
            <a:ahLst/>
            <a:cxnLst/>
            <a:rect l="0" t="0" r="0" b="0"/>
            <a:pathLst>
              <a:path w="528043" h="2129893">
                <a:moveTo>
                  <a:pt x="528043" y="0"/>
                </a:moveTo>
                <a:lnTo>
                  <a:pt x="528043" y="2129893"/>
                </a:lnTo>
                <a:lnTo>
                  <a:pt x="0" y="2129893"/>
                </a:lnTo>
                <a:lnTo>
                  <a:pt x="0" y="0"/>
                </a:lnTo>
                <a:lnTo>
                  <a:pt x="528043" y="0"/>
                </a:lnTo>
                <a:close/>
              </a:path>
            </a:pathLst>
          </a:custGeom>
          <a:noFill/>
          <a:ln w="22002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64065" y="2378226"/>
            <a:ext cx="528046" cy="2129894"/>
          </a:xfrm>
          <a:custGeom>
            <a:avLst/>
            <a:gdLst/>
            <a:ahLst/>
            <a:cxnLst/>
            <a:rect l="0" t="0" r="0" b="0"/>
            <a:pathLst>
              <a:path w="528046" h="2129894">
                <a:moveTo>
                  <a:pt x="0" y="0"/>
                </a:moveTo>
                <a:lnTo>
                  <a:pt x="0" y="2129894"/>
                </a:lnTo>
                <a:lnTo>
                  <a:pt x="528046" y="2129894"/>
                </a:lnTo>
                <a:lnTo>
                  <a:pt x="528046" y="0"/>
                </a:lnTo>
                <a:lnTo>
                  <a:pt x="0" y="0"/>
                </a:lnTo>
              </a:path>
            </a:pathLst>
          </a:custGeom>
          <a:solidFill>
            <a:srgbClr val="375FA7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64065" y="2378226"/>
            <a:ext cx="528043" cy="2129893"/>
          </a:xfrm>
          <a:custGeom>
            <a:avLst/>
            <a:gdLst/>
            <a:ahLst/>
            <a:cxnLst/>
            <a:rect l="0" t="0" r="0" b="0"/>
            <a:pathLst>
              <a:path w="528043" h="2129893">
                <a:moveTo>
                  <a:pt x="0" y="0"/>
                </a:moveTo>
                <a:lnTo>
                  <a:pt x="0" y="2129893"/>
                </a:lnTo>
                <a:lnTo>
                  <a:pt x="528043" y="2129893"/>
                </a:lnTo>
                <a:lnTo>
                  <a:pt x="528043" y="0"/>
                </a:lnTo>
                <a:lnTo>
                  <a:pt x="0" y="0"/>
                </a:lnTo>
                <a:close/>
              </a:path>
            </a:pathLst>
          </a:custGeom>
          <a:noFill/>
          <a:ln w="22002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56310" y="3669793"/>
            <a:ext cx="347310" cy="338823"/>
          </a:xfrm>
          <a:custGeom>
            <a:avLst/>
            <a:gdLst/>
            <a:ahLst/>
            <a:cxnLst/>
            <a:rect l="0" t="0" r="0" b="0"/>
            <a:pathLst>
              <a:path w="347310" h="338823">
                <a:moveTo>
                  <a:pt x="142408" y="7334"/>
                </a:moveTo>
                <a:cubicBezTo>
                  <a:pt x="142408" y="3286"/>
                  <a:pt x="145694" y="0"/>
                  <a:pt x="149742" y="0"/>
                </a:cubicBezTo>
                <a:cubicBezTo>
                  <a:pt x="180470" y="0"/>
                  <a:pt x="205568" y="6276"/>
                  <a:pt x="226514" y="17745"/>
                </a:cubicBezTo>
                <a:cubicBezTo>
                  <a:pt x="247449" y="29222"/>
                  <a:pt x="263832" y="45634"/>
                  <a:pt x="277501" y="65303"/>
                </a:cubicBezTo>
                <a:cubicBezTo>
                  <a:pt x="299808" y="97364"/>
                  <a:pt x="315487" y="139017"/>
                  <a:pt x="332070" y="183080"/>
                </a:cubicBezTo>
                <a:cubicBezTo>
                  <a:pt x="335603" y="192471"/>
                  <a:pt x="339175" y="201977"/>
                  <a:pt x="342861" y="211512"/>
                </a:cubicBezTo>
                <a:cubicBezTo>
                  <a:pt x="342900" y="211616"/>
                  <a:pt x="342938" y="211721"/>
                  <a:pt x="342976" y="211836"/>
                </a:cubicBezTo>
                <a:cubicBezTo>
                  <a:pt x="347310" y="224799"/>
                  <a:pt x="338699" y="239087"/>
                  <a:pt x="324288" y="239087"/>
                </a:cubicBezTo>
                <a:lnTo>
                  <a:pt x="300828" y="239087"/>
                </a:lnTo>
                <a:lnTo>
                  <a:pt x="300828" y="254869"/>
                </a:lnTo>
                <a:cubicBezTo>
                  <a:pt x="292960" y="254850"/>
                  <a:pt x="284807" y="254822"/>
                  <a:pt x="277710" y="253241"/>
                </a:cubicBezTo>
                <a:cubicBezTo>
                  <a:pt x="270576" y="251660"/>
                  <a:pt x="266528" y="248973"/>
                  <a:pt x="264671" y="245259"/>
                </a:cubicBezTo>
                <a:cubicBezTo>
                  <a:pt x="262385" y="240772"/>
                  <a:pt x="256908" y="238972"/>
                  <a:pt x="252402" y="241220"/>
                </a:cubicBezTo>
                <a:cubicBezTo>
                  <a:pt x="247897" y="243478"/>
                  <a:pt x="246049" y="248935"/>
                  <a:pt x="248269" y="253460"/>
                </a:cubicBezTo>
                <a:cubicBezTo>
                  <a:pt x="253755" y="264404"/>
                  <a:pt x="264375" y="269052"/>
                  <a:pt x="273729" y="271138"/>
                </a:cubicBezTo>
                <a:cubicBezTo>
                  <a:pt x="282968" y="273186"/>
                  <a:pt x="292979" y="273186"/>
                  <a:pt x="300104" y="273186"/>
                </a:cubicBezTo>
                <a:lnTo>
                  <a:pt x="300104" y="281625"/>
                </a:lnTo>
                <a:cubicBezTo>
                  <a:pt x="300828" y="313543"/>
                  <a:pt x="275539" y="338823"/>
                  <a:pt x="243620" y="338823"/>
                </a:cubicBezTo>
                <a:lnTo>
                  <a:pt x="149742" y="338823"/>
                </a:lnTo>
                <a:cubicBezTo>
                  <a:pt x="145694" y="338823"/>
                  <a:pt x="142408" y="335546"/>
                  <a:pt x="142408" y="331489"/>
                </a:cubicBezTo>
                <a:lnTo>
                  <a:pt x="142408" y="289693"/>
                </a:lnTo>
                <a:lnTo>
                  <a:pt x="112661" y="289693"/>
                </a:lnTo>
                <a:cubicBezTo>
                  <a:pt x="112099" y="289731"/>
                  <a:pt x="111528" y="289731"/>
                  <a:pt x="110966" y="289693"/>
                </a:cubicBezTo>
                <a:lnTo>
                  <a:pt x="84267" y="289693"/>
                </a:lnTo>
                <a:cubicBezTo>
                  <a:pt x="78905" y="304847"/>
                  <a:pt x="63417" y="313934"/>
                  <a:pt x="47567" y="311219"/>
                </a:cubicBezTo>
                <a:cubicBezTo>
                  <a:pt x="31727" y="308495"/>
                  <a:pt x="20145" y="294760"/>
                  <a:pt x="20145" y="278691"/>
                </a:cubicBezTo>
                <a:cubicBezTo>
                  <a:pt x="20145" y="262613"/>
                  <a:pt x="31727" y="248878"/>
                  <a:pt x="47567" y="246164"/>
                </a:cubicBezTo>
                <a:cubicBezTo>
                  <a:pt x="63417" y="243439"/>
                  <a:pt x="78905" y="252536"/>
                  <a:pt x="84267" y="267690"/>
                </a:cubicBezTo>
                <a:lnTo>
                  <a:pt x="100812" y="267690"/>
                </a:lnTo>
                <a:lnTo>
                  <a:pt x="100812" y="238353"/>
                </a:lnTo>
                <a:lnTo>
                  <a:pt x="82476" y="238353"/>
                </a:lnTo>
                <a:cubicBezTo>
                  <a:pt x="76400" y="238353"/>
                  <a:pt x="71475" y="233429"/>
                  <a:pt x="71475" y="227352"/>
                </a:cubicBezTo>
                <a:cubicBezTo>
                  <a:pt x="71475" y="221275"/>
                  <a:pt x="76400" y="216350"/>
                  <a:pt x="82476" y="216350"/>
                </a:cubicBezTo>
                <a:lnTo>
                  <a:pt x="111813" y="216350"/>
                </a:lnTo>
                <a:cubicBezTo>
                  <a:pt x="117890" y="216350"/>
                  <a:pt x="122815" y="221275"/>
                  <a:pt x="122815" y="227352"/>
                </a:cubicBezTo>
                <a:lnTo>
                  <a:pt x="122815" y="267690"/>
                </a:lnTo>
                <a:lnTo>
                  <a:pt x="142398" y="267690"/>
                </a:lnTo>
                <a:lnTo>
                  <a:pt x="142398" y="179679"/>
                </a:lnTo>
                <a:lnTo>
                  <a:pt x="64112" y="179679"/>
                </a:lnTo>
                <a:cubicBezTo>
                  <a:pt x="58759" y="194833"/>
                  <a:pt x="43262" y="203930"/>
                  <a:pt x="27412" y="201206"/>
                </a:cubicBezTo>
                <a:cubicBezTo>
                  <a:pt x="11572" y="198491"/>
                  <a:pt x="0" y="184756"/>
                  <a:pt x="0" y="168678"/>
                </a:cubicBezTo>
                <a:cubicBezTo>
                  <a:pt x="0" y="152609"/>
                  <a:pt x="11572" y="138874"/>
                  <a:pt x="27412" y="136150"/>
                </a:cubicBezTo>
                <a:cubicBezTo>
                  <a:pt x="43262" y="133435"/>
                  <a:pt x="58759" y="142522"/>
                  <a:pt x="64112" y="157676"/>
                </a:cubicBezTo>
                <a:lnTo>
                  <a:pt x="142398" y="157676"/>
                </a:lnTo>
                <a:lnTo>
                  <a:pt x="142398" y="128339"/>
                </a:lnTo>
                <a:lnTo>
                  <a:pt x="103574" y="128339"/>
                </a:lnTo>
                <a:cubicBezTo>
                  <a:pt x="97497" y="128339"/>
                  <a:pt x="92573" y="123415"/>
                  <a:pt x="92573" y="117338"/>
                </a:cubicBezTo>
                <a:cubicBezTo>
                  <a:pt x="92573" y="111271"/>
                  <a:pt x="97497" y="106337"/>
                  <a:pt x="103574" y="106337"/>
                </a:cubicBezTo>
                <a:lnTo>
                  <a:pt x="142408" y="106337"/>
                </a:lnTo>
                <a:lnTo>
                  <a:pt x="142408" y="69675"/>
                </a:lnTo>
                <a:lnTo>
                  <a:pt x="84286" y="69675"/>
                </a:lnTo>
                <a:cubicBezTo>
                  <a:pt x="78924" y="84829"/>
                  <a:pt x="63426" y="93916"/>
                  <a:pt x="47586" y="91201"/>
                </a:cubicBezTo>
                <a:cubicBezTo>
                  <a:pt x="31746" y="88477"/>
                  <a:pt x="20164" y="74742"/>
                  <a:pt x="20164" y="58674"/>
                </a:cubicBezTo>
                <a:cubicBezTo>
                  <a:pt x="20164" y="42595"/>
                  <a:pt x="31746" y="28860"/>
                  <a:pt x="47586" y="26146"/>
                </a:cubicBezTo>
                <a:cubicBezTo>
                  <a:pt x="63426" y="23421"/>
                  <a:pt x="78924" y="32518"/>
                  <a:pt x="84286" y="47672"/>
                </a:cubicBezTo>
                <a:lnTo>
                  <a:pt x="142408" y="47672"/>
                </a:lnTo>
                <a:lnTo>
                  <a:pt x="142408" y="7334"/>
                </a:lnTo>
                <a:moveTo>
                  <a:pt x="53159" y="47672"/>
                </a:moveTo>
                <a:cubicBezTo>
                  <a:pt x="47082" y="47672"/>
                  <a:pt x="42157" y="52597"/>
                  <a:pt x="42157" y="58674"/>
                </a:cubicBezTo>
                <a:cubicBezTo>
                  <a:pt x="42157" y="64750"/>
                  <a:pt x="47082" y="69675"/>
                  <a:pt x="53159" y="69675"/>
                </a:cubicBezTo>
                <a:cubicBezTo>
                  <a:pt x="59235" y="69675"/>
                  <a:pt x="64160" y="64750"/>
                  <a:pt x="64160" y="58674"/>
                </a:cubicBezTo>
                <a:cubicBezTo>
                  <a:pt x="64160" y="52597"/>
                  <a:pt x="59235" y="47672"/>
                  <a:pt x="53159" y="47672"/>
                </a:cubicBezTo>
                <a:moveTo>
                  <a:pt x="22012" y="168678"/>
                </a:moveTo>
                <a:cubicBezTo>
                  <a:pt x="22012" y="174602"/>
                  <a:pt x="26698" y="179460"/>
                  <a:pt x="32613" y="179679"/>
                </a:cubicBezTo>
                <a:cubicBezTo>
                  <a:pt x="38528" y="179898"/>
                  <a:pt x="43557" y="175393"/>
                  <a:pt x="43986" y="169487"/>
                </a:cubicBezTo>
                <a:cubicBezTo>
                  <a:pt x="43948" y="168954"/>
                  <a:pt x="43948" y="168411"/>
                  <a:pt x="43986" y="167878"/>
                </a:cubicBezTo>
                <a:cubicBezTo>
                  <a:pt x="43557" y="161972"/>
                  <a:pt x="38528" y="157467"/>
                  <a:pt x="32613" y="157686"/>
                </a:cubicBezTo>
                <a:cubicBezTo>
                  <a:pt x="26698" y="157895"/>
                  <a:pt x="22012" y="162763"/>
                  <a:pt x="22012" y="168678"/>
                </a:cubicBezTo>
                <a:moveTo>
                  <a:pt x="42167" y="278691"/>
                </a:moveTo>
                <a:cubicBezTo>
                  <a:pt x="42167" y="284768"/>
                  <a:pt x="47091" y="289693"/>
                  <a:pt x="53168" y="289693"/>
                </a:cubicBezTo>
                <a:cubicBezTo>
                  <a:pt x="59245" y="289693"/>
                  <a:pt x="64169" y="284768"/>
                  <a:pt x="64169" y="278691"/>
                </a:cubicBezTo>
                <a:cubicBezTo>
                  <a:pt x="64169" y="272615"/>
                  <a:pt x="59245" y="267690"/>
                  <a:pt x="53168" y="267690"/>
                </a:cubicBezTo>
                <a:cubicBezTo>
                  <a:pt x="47091" y="267690"/>
                  <a:pt x="42167" y="272615"/>
                  <a:pt x="42167" y="278691"/>
                </a:cubicBezTo>
                <a:moveTo>
                  <a:pt x="242163" y="141912"/>
                </a:moveTo>
                <a:cubicBezTo>
                  <a:pt x="235486" y="141912"/>
                  <a:pt x="230066" y="147332"/>
                  <a:pt x="230066" y="154009"/>
                </a:cubicBezTo>
                <a:cubicBezTo>
                  <a:pt x="230066" y="160696"/>
                  <a:pt x="235486" y="166115"/>
                  <a:pt x="242163" y="166115"/>
                </a:cubicBezTo>
                <a:moveTo>
                  <a:pt x="242163" y="166115"/>
                </a:moveTo>
                <a:cubicBezTo>
                  <a:pt x="248850" y="166115"/>
                  <a:pt x="254269" y="160696"/>
                  <a:pt x="254269" y="154009"/>
                </a:cubicBezTo>
                <a:cubicBezTo>
                  <a:pt x="254269" y="147332"/>
                  <a:pt x="248850" y="141912"/>
                  <a:pt x="242163" y="141912"/>
                </a:cubicBezTo>
              </a:path>
            </a:pathLst>
          </a:custGeom>
          <a:solidFill>
            <a:srgbClr val="375FA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339897" y="3663192"/>
            <a:ext cx="351901" cy="352024"/>
          </a:xfrm>
          <a:custGeom>
            <a:avLst/>
            <a:gdLst/>
            <a:ahLst/>
            <a:cxnLst/>
            <a:rect l="0" t="0" r="0" b="0"/>
            <a:pathLst>
              <a:path w="351901" h="352024">
                <a:moveTo>
                  <a:pt x="227647" y="308028"/>
                </a:moveTo>
                <a:cubicBezTo>
                  <a:pt x="227647" y="316125"/>
                  <a:pt x="221075" y="322697"/>
                  <a:pt x="212979" y="322697"/>
                </a:cubicBezTo>
                <a:lnTo>
                  <a:pt x="29336" y="322697"/>
                </a:lnTo>
                <a:cubicBezTo>
                  <a:pt x="13134" y="322697"/>
                  <a:pt x="0" y="309562"/>
                  <a:pt x="0" y="293360"/>
                </a:cubicBezTo>
                <a:lnTo>
                  <a:pt x="0" y="29336"/>
                </a:lnTo>
                <a:cubicBezTo>
                  <a:pt x="0" y="13134"/>
                  <a:pt x="13134" y="0"/>
                  <a:pt x="29336" y="0"/>
                </a:cubicBezTo>
                <a:lnTo>
                  <a:pt x="234686" y="0"/>
                </a:lnTo>
                <a:cubicBezTo>
                  <a:pt x="250888" y="0"/>
                  <a:pt x="264023" y="13134"/>
                  <a:pt x="264023" y="29336"/>
                </a:cubicBezTo>
                <a:lnTo>
                  <a:pt x="264023" y="90211"/>
                </a:lnTo>
                <a:cubicBezTo>
                  <a:pt x="264023" y="98307"/>
                  <a:pt x="257451" y="104879"/>
                  <a:pt x="249354" y="104879"/>
                </a:cubicBezTo>
                <a:cubicBezTo>
                  <a:pt x="241249" y="104879"/>
                  <a:pt x="234686" y="98307"/>
                  <a:pt x="234686" y="90211"/>
                </a:cubicBezTo>
                <a:lnTo>
                  <a:pt x="234686" y="44005"/>
                </a:lnTo>
                <a:cubicBezTo>
                  <a:pt x="234686" y="35899"/>
                  <a:pt x="228114" y="29336"/>
                  <a:pt x="220017" y="29336"/>
                </a:cubicBezTo>
                <a:lnTo>
                  <a:pt x="44005" y="29336"/>
                </a:lnTo>
                <a:cubicBezTo>
                  <a:pt x="35899" y="29336"/>
                  <a:pt x="29336" y="35899"/>
                  <a:pt x="29336" y="44005"/>
                </a:cubicBezTo>
                <a:lnTo>
                  <a:pt x="29336" y="278691"/>
                </a:lnTo>
                <a:cubicBezTo>
                  <a:pt x="29336" y="286788"/>
                  <a:pt x="35899" y="293360"/>
                  <a:pt x="44005" y="293360"/>
                </a:cubicBezTo>
                <a:lnTo>
                  <a:pt x="212683" y="293360"/>
                </a:lnTo>
                <a:cubicBezTo>
                  <a:pt x="216627" y="293274"/>
                  <a:pt x="220427" y="294789"/>
                  <a:pt x="223246" y="297551"/>
                </a:cubicBezTo>
                <a:cubicBezTo>
                  <a:pt x="226056" y="300304"/>
                  <a:pt x="227647" y="304085"/>
                  <a:pt x="227647" y="308028"/>
                </a:cubicBezTo>
                <a:moveTo>
                  <a:pt x="207845" y="73342"/>
                </a:moveTo>
                <a:cubicBezTo>
                  <a:pt x="207806" y="70332"/>
                  <a:pt x="206559" y="67465"/>
                  <a:pt x="204368" y="65389"/>
                </a:cubicBezTo>
                <a:cubicBezTo>
                  <a:pt x="202187" y="63322"/>
                  <a:pt x="199263" y="62217"/>
                  <a:pt x="196253" y="62341"/>
                </a:cubicBezTo>
                <a:lnTo>
                  <a:pt x="117338" y="62341"/>
                </a:lnTo>
                <a:cubicBezTo>
                  <a:pt x="111271" y="62341"/>
                  <a:pt x="106346" y="67265"/>
                  <a:pt x="106346" y="73342"/>
                </a:cubicBezTo>
                <a:cubicBezTo>
                  <a:pt x="106346" y="79419"/>
                  <a:pt x="111271" y="84343"/>
                  <a:pt x="117338" y="84343"/>
                </a:cubicBezTo>
                <a:lnTo>
                  <a:pt x="196843" y="84343"/>
                </a:lnTo>
                <a:cubicBezTo>
                  <a:pt x="202882" y="84258"/>
                  <a:pt x="207768" y="79381"/>
                  <a:pt x="207845" y="73342"/>
                </a:cubicBezTo>
                <a:moveTo>
                  <a:pt x="71427" y="88011"/>
                </a:moveTo>
                <a:cubicBezTo>
                  <a:pt x="79533" y="88011"/>
                  <a:pt x="86096" y="81438"/>
                  <a:pt x="86096" y="73342"/>
                </a:cubicBezTo>
                <a:cubicBezTo>
                  <a:pt x="86096" y="65236"/>
                  <a:pt x="79533" y="58674"/>
                  <a:pt x="71427" y="58674"/>
                </a:cubicBezTo>
                <a:cubicBezTo>
                  <a:pt x="63331" y="58674"/>
                  <a:pt x="56768" y="65236"/>
                  <a:pt x="56768" y="73342"/>
                </a:cubicBezTo>
                <a:cubicBezTo>
                  <a:pt x="56768" y="81438"/>
                  <a:pt x="63331" y="88011"/>
                  <a:pt x="71427" y="88011"/>
                </a:cubicBezTo>
                <a:moveTo>
                  <a:pt x="159734" y="124672"/>
                </a:moveTo>
                <a:cubicBezTo>
                  <a:pt x="159696" y="121672"/>
                  <a:pt x="158448" y="118805"/>
                  <a:pt x="156257" y="116728"/>
                </a:cubicBezTo>
                <a:cubicBezTo>
                  <a:pt x="154076" y="114661"/>
                  <a:pt x="151152" y="113557"/>
                  <a:pt x="148142" y="113671"/>
                </a:cubicBezTo>
                <a:lnTo>
                  <a:pt x="117338" y="113671"/>
                </a:lnTo>
                <a:cubicBezTo>
                  <a:pt x="111271" y="113671"/>
                  <a:pt x="106346" y="118605"/>
                  <a:pt x="106346" y="124672"/>
                </a:cubicBezTo>
                <a:cubicBezTo>
                  <a:pt x="106346" y="130749"/>
                  <a:pt x="111271" y="135674"/>
                  <a:pt x="117338" y="135674"/>
                </a:cubicBezTo>
                <a:lnTo>
                  <a:pt x="148732" y="135674"/>
                </a:lnTo>
                <a:cubicBezTo>
                  <a:pt x="154771" y="135597"/>
                  <a:pt x="159658" y="130721"/>
                  <a:pt x="159734" y="124672"/>
                </a:cubicBezTo>
                <a:moveTo>
                  <a:pt x="71427" y="139341"/>
                </a:moveTo>
                <a:cubicBezTo>
                  <a:pt x="79533" y="139341"/>
                  <a:pt x="86096" y="132778"/>
                  <a:pt x="86096" y="124672"/>
                </a:cubicBezTo>
                <a:cubicBezTo>
                  <a:pt x="86096" y="116576"/>
                  <a:pt x="79533" y="110013"/>
                  <a:pt x="71427" y="110013"/>
                </a:cubicBezTo>
                <a:cubicBezTo>
                  <a:pt x="63331" y="110013"/>
                  <a:pt x="56768" y="116576"/>
                  <a:pt x="56768" y="124672"/>
                </a:cubicBezTo>
                <a:cubicBezTo>
                  <a:pt x="56768" y="132778"/>
                  <a:pt x="63331" y="139341"/>
                  <a:pt x="71427" y="139341"/>
                </a:cubicBezTo>
                <a:moveTo>
                  <a:pt x="248183" y="139636"/>
                </a:moveTo>
                <a:cubicBezTo>
                  <a:pt x="249231" y="139026"/>
                  <a:pt x="249897" y="137922"/>
                  <a:pt x="249936" y="136702"/>
                </a:cubicBezTo>
                <a:cubicBezTo>
                  <a:pt x="249945" y="135512"/>
                  <a:pt x="249402" y="134378"/>
                  <a:pt x="248469" y="133626"/>
                </a:cubicBezTo>
                <a:cubicBezTo>
                  <a:pt x="238001" y="127387"/>
                  <a:pt x="225266" y="126253"/>
                  <a:pt x="213855" y="130540"/>
                </a:cubicBezTo>
                <a:cubicBezTo>
                  <a:pt x="188461" y="138426"/>
                  <a:pt x="168973" y="158915"/>
                  <a:pt x="162372" y="184670"/>
                </a:cubicBezTo>
                <a:cubicBezTo>
                  <a:pt x="161944" y="186137"/>
                  <a:pt x="162467" y="187709"/>
                  <a:pt x="163696" y="188633"/>
                </a:cubicBezTo>
                <a:cubicBezTo>
                  <a:pt x="164925" y="189509"/>
                  <a:pt x="166573" y="189509"/>
                  <a:pt x="167801" y="188633"/>
                </a:cubicBezTo>
                <a:lnTo>
                  <a:pt x="248183" y="139636"/>
                </a:lnTo>
                <a:moveTo>
                  <a:pt x="140960" y="229114"/>
                </a:moveTo>
                <a:cubicBezTo>
                  <a:pt x="140284" y="228066"/>
                  <a:pt x="139112" y="227456"/>
                  <a:pt x="137874" y="227495"/>
                </a:cubicBezTo>
                <a:cubicBezTo>
                  <a:pt x="136683" y="227476"/>
                  <a:pt x="135569" y="228095"/>
                  <a:pt x="134940" y="229114"/>
                </a:cubicBezTo>
                <a:lnTo>
                  <a:pt x="114119" y="262404"/>
                </a:lnTo>
                <a:cubicBezTo>
                  <a:pt x="112661" y="264795"/>
                  <a:pt x="112661" y="267795"/>
                  <a:pt x="114119" y="270186"/>
                </a:cubicBezTo>
                <a:cubicBezTo>
                  <a:pt x="115452" y="272376"/>
                  <a:pt x="117852" y="273719"/>
                  <a:pt x="120424" y="273700"/>
                </a:cubicBezTo>
                <a:lnTo>
                  <a:pt x="159438" y="270329"/>
                </a:lnTo>
                <a:cubicBezTo>
                  <a:pt x="160610" y="270157"/>
                  <a:pt x="161648" y="269452"/>
                  <a:pt x="162229" y="268424"/>
                </a:cubicBezTo>
                <a:cubicBezTo>
                  <a:pt x="162887" y="267338"/>
                  <a:pt x="162887" y="265985"/>
                  <a:pt x="162229" y="264899"/>
                </a:cubicBezTo>
                <a:lnTo>
                  <a:pt x="140960" y="229114"/>
                </a:lnTo>
                <a:moveTo>
                  <a:pt x="348072" y="352024"/>
                </a:moveTo>
                <a:cubicBezTo>
                  <a:pt x="349148" y="352015"/>
                  <a:pt x="350167" y="351539"/>
                  <a:pt x="350853" y="350710"/>
                </a:cubicBezTo>
                <a:cubicBezTo>
                  <a:pt x="351577" y="349919"/>
                  <a:pt x="351901" y="348834"/>
                  <a:pt x="351739" y="347776"/>
                </a:cubicBezTo>
                <a:cubicBezTo>
                  <a:pt x="348948" y="329145"/>
                  <a:pt x="337070" y="253460"/>
                  <a:pt x="312429" y="209892"/>
                </a:cubicBezTo>
                <a:cubicBezTo>
                  <a:pt x="311943" y="209054"/>
                  <a:pt x="311153" y="208426"/>
                  <a:pt x="310229" y="208140"/>
                </a:cubicBezTo>
                <a:cubicBezTo>
                  <a:pt x="309295" y="207711"/>
                  <a:pt x="308219" y="207711"/>
                  <a:pt x="307295" y="208140"/>
                </a:cubicBezTo>
                <a:lnTo>
                  <a:pt x="263290" y="235124"/>
                </a:lnTo>
                <a:cubicBezTo>
                  <a:pt x="262347" y="235486"/>
                  <a:pt x="261299" y="235486"/>
                  <a:pt x="260356" y="235124"/>
                </a:cubicBezTo>
                <a:lnTo>
                  <a:pt x="217379" y="223094"/>
                </a:lnTo>
                <a:cubicBezTo>
                  <a:pt x="211531" y="220913"/>
                  <a:pt x="204949" y="222170"/>
                  <a:pt x="200320" y="226361"/>
                </a:cubicBezTo>
                <a:cubicBezTo>
                  <a:pt x="195691" y="230543"/>
                  <a:pt x="193776" y="236962"/>
                  <a:pt x="195357" y="243001"/>
                </a:cubicBezTo>
                <a:cubicBezTo>
                  <a:pt x="196938" y="249040"/>
                  <a:pt x="201758" y="253698"/>
                  <a:pt x="207845" y="255069"/>
                </a:cubicBezTo>
                <a:lnTo>
                  <a:pt x="240992" y="265928"/>
                </a:lnTo>
                <a:cubicBezTo>
                  <a:pt x="242268" y="266328"/>
                  <a:pt x="243230" y="267404"/>
                  <a:pt x="243487" y="268719"/>
                </a:cubicBezTo>
                <a:cubicBezTo>
                  <a:pt x="247354" y="287569"/>
                  <a:pt x="262051" y="302323"/>
                  <a:pt x="280892" y="306266"/>
                </a:cubicBezTo>
                <a:cubicBezTo>
                  <a:pt x="281625" y="306419"/>
                  <a:pt x="282197" y="307000"/>
                  <a:pt x="282359" y="307733"/>
                </a:cubicBezTo>
                <a:lnTo>
                  <a:pt x="286169" y="347919"/>
                </a:lnTo>
                <a:cubicBezTo>
                  <a:pt x="286321" y="349834"/>
                  <a:pt x="287921" y="351301"/>
                  <a:pt x="289836" y="351291"/>
                </a:cubicBezTo>
                <a:lnTo>
                  <a:pt x="348072" y="352024"/>
                </a:lnTo>
                <a:moveTo>
                  <a:pt x="182318" y="230724"/>
                </a:moveTo>
                <a:cubicBezTo>
                  <a:pt x="186413" y="217531"/>
                  <a:pt x="198577" y="208511"/>
                  <a:pt x="212388" y="208426"/>
                </a:cubicBezTo>
                <a:cubicBezTo>
                  <a:pt x="215360" y="208445"/>
                  <a:pt x="218322" y="208835"/>
                  <a:pt x="221189" y="209607"/>
                </a:cubicBezTo>
                <a:lnTo>
                  <a:pt x="256251" y="219579"/>
                </a:lnTo>
                <a:cubicBezTo>
                  <a:pt x="257175" y="220008"/>
                  <a:pt x="258251" y="220008"/>
                  <a:pt x="259184" y="219579"/>
                </a:cubicBezTo>
                <a:lnTo>
                  <a:pt x="270471" y="212683"/>
                </a:lnTo>
                <a:lnTo>
                  <a:pt x="312572" y="186870"/>
                </a:lnTo>
                <a:cubicBezTo>
                  <a:pt x="326450" y="178555"/>
                  <a:pt x="330974" y="160572"/>
                  <a:pt x="322697" y="146675"/>
                </a:cubicBezTo>
                <a:cubicBezTo>
                  <a:pt x="318773" y="139969"/>
                  <a:pt x="312239" y="135188"/>
                  <a:pt x="304647" y="133473"/>
                </a:cubicBezTo>
                <a:cubicBezTo>
                  <a:pt x="297065" y="131587"/>
                  <a:pt x="289045" y="132797"/>
                  <a:pt x="282359" y="136855"/>
                </a:cubicBezTo>
                <a:lnTo>
                  <a:pt x="154009" y="214741"/>
                </a:lnTo>
                <a:cubicBezTo>
                  <a:pt x="152333" y="215807"/>
                  <a:pt x="151809" y="218017"/>
                  <a:pt x="152838" y="219722"/>
                </a:cubicBezTo>
                <a:lnTo>
                  <a:pt x="179536" y="263728"/>
                </a:lnTo>
                <a:cubicBezTo>
                  <a:pt x="180012" y="264575"/>
                  <a:pt x="180803" y="265204"/>
                  <a:pt x="181736" y="265490"/>
                </a:cubicBezTo>
                <a:cubicBezTo>
                  <a:pt x="182641" y="265795"/>
                  <a:pt x="183613" y="265795"/>
                  <a:pt x="184518" y="265490"/>
                </a:cubicBezTo>
                <a:lnTo>
                  <a:pt x="186575" y="264318"/>
                </a:lnTo>
                <a:cubicBezTo>
                  <a:pt x="187356" y="263671"/>
                  <a:pt x="187918" y="262794"/>
                  <a:pt x="188185" y="261823"/>
                </a:cubicBezTo>
                <a:cubicBezTo>
                  <a:pt x="188299" y="260832"/>
                  <a:pt x="188042" y="259841"/>
                  <a:pt x="187452" y="259032"/>
                </a:cubicBezTo>
                <a:cubicBezTo>
                  <a:pt x="181241" y="250993"/>
                  <a:pt x="179327" y="240439"/>
                  <a:pt x="182318" y="230724"/>
                </a:cubicBezTo>
              </a:path>
            </a:pathLst>
          </a:custGeom>
          <a:solidFill>
            <a:srgbClr val="D7862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51662" y="2639161"/>
            <a:ext cx="352434" cy="358225"/>
          </a:xfrm>
          <a:custGeom>
            <a:avLst/>
            <a:gdLst/>
            <a:ahLst/>
            <a:cxnLst/>
            <a:rect l="0" t="0" r="0" b="0"/>
            <a:pathLst>
              <a:path w="352434" h="358225">
                <a:moveTo>
                  <a:pt x="352434" y="179098"/>
                </a:moveTo>
                <a:cubicBezTo>
                  <a:pt x="352329" y="158086"/>
                  <a:pt x="339432" y="139265"/>
                  <a:pt x="319878" y="131578"/>
                </a:cubicBezTo>
                <a:cubicBezTo>
                  <a:pt x="318992" y="131130"/>
                  <a:pt x="318268" y="130406"/>
                  <a:pt x="317820" y="129520"/>
                </a:cubicBezTo>
                <a:cubicBezTo>
                  <a:pt x="317458" y="128635"/>
                  <a:pt x="317458" y="127625"/>
                  <a:pt x="317820" y="126739"/>
                </a:cubicBezTo>
                <a:cubicBezTo>
                  <a:pt x="325669" y="108613"/>
                  <a:pt x="324450" y="87839"/>
                  <a:pt x="314515" y="70761"/>
                </a:cubicBezTo>
                <a:cubicBezTo>
                  <a:pt x="304590" y="53682"/>
                  <a:pt x="287150" y="42338"/>
                  <a:pt x="267509" y="40195"/>
                </a:cubicBezTo>
                <a:cubicBezTo>
                  <a:pt x="265823" y="39814"/>
                  <a:pt x="264585" y="38395"/>
                  <a:pt x="264433" y="36671"/>
                </a:cubicBezTo>
                <a:cubicBezTo>
                  <a:pt x="263099" y="19926"/>
                  <a:pt x="250564" y="6229"/>
                  <a:pt x="234000" y="3419"/>
                </a:cubicBezTo>
                <a:cubicBezTo>
                  <a:pt x="217446" y="619"/>
                  <a:pt x="201091" y="9420"/>
                  <a:pt x="194319" y="24793"/>
                </a:cubicBezTo>
                <a:cubicBezTo>
                  <a:pt x="193700" y="26527"/>
                  <a:pt x="191804" y="27431"/>
                  <a:pt x="190061" y="26850"/>
                </a:cubicBezTo>
                <a:cubicBezTo>
                  <a:pt x="181222" y="24507"/>
                  <a:pt x="171916" y="24507"/>
                  <a:pt x="163077" y="26850"/>
                </a:cubicBezTo>
                <a:cubicBezTo>
                  <a:pt x="161334" y="27431"/>
                  <a:pt x="159448" y="26527"/>
                  <a:pt x="158819" y="24793"/>
                </a:cubicBezTo>
                <a:cubicBezTo>
                  <a:pt x="152228" y="9096"/>
                  <a:pt x="135702" y="0"/>
                  <a:pt x="118910" y="2838"/>
                </a:cubicBezTo>
                <a:cubicBezTo>
                  <a:pt x="102127" y="5667"/>
                  <a:pt x="89496" y="19688"/>
                  <a:pt x="88420" y="36671"/>
                </a:cubicBezTo>
                <a:cubicBezTo>
                  <a:pt x="88230" y="38481"/>
                  <a:pt x="86839" y="39938"/>
                  <a:pt x="85039" y="40195"/>
                </a:cubicBezTo>
                <a:cubicBezTo>
                  <a:pt x="65408" y="42338"/>
                  <a:pt x="47958" y="53682"/>
                  <a:pt x="38033" y="70761"/>
                </a:cubicBezTo>
                <a:cubicBezTo>
                  <a:pt x="28108" y="87839"/>
                  <a:pt x="26879" y="108613"/>
                  <a:pt x="34728" y="126739"/>
                </a:cubicBezTo>
                <a:cubicBezTo>
                  <a:pt x="35099" y="127625"/>
                  <a:pt x="35099" y="128635"/>
                  <a:pt x="34728" y="129520"/>
                </a:cubicBezTo>
                <a:cubicBezTo>
                  <a:pt x="34280" y="130406"/>
                  <a:pt x="33566" y="131130"/>
                  <a:pt x="32680" y="131578"/>
                </a:cubicBezTo>
                <a:cubicBezTo>
                  <a:pt x="12992" y="139122"/>
                  <a:pt x="0" y="158019"/>
                  <a:pt x="0" y="179098"/>
                </a:cubicBezTo>
                <a:cubicBezTo>
                  <a:pt x="0" y="200177"/>
                  <a:pt x="12992" y="219075"/>
                  <a:pt x="32680" y="226628"/>
                </a:cubicBezTo>
                <a:cubicBezTo>
                  <a:pt x="33566" y="227076"/>
                  <a:pt x="34280" y="227790"/>
                  <a:pt x="34728" y="228676"/>
                </a:cubicBezTo>
                <a:cubicBezTo>
                  <a:pt x="35099" y="229571"/>
                  <a:pt x="35099" y="230571"/>
                  <a:pt x="34728" y="231467"/>
                </a:cubicBezTo>
                <a:cubicBezTo>
                  <a:pt x="26879" y="249593"/>
                  <a:pt x="28108" y="270367"/>
                  <a:pt x="38033" y="287435"/>
                </a:cubicBezTo>
                <a:cubicBezTo>
                  <a:pt x="47958" y="304514"/>
                  <a:pt x="65408" y="315858"/>
                  <a:pt x="85039" y="318001"/>
                </a:cubicBezTo>
                <a:cubicBezTo>
                  <a:pt x="86839" y="318268"/>
                  <a:pt x="88230" y="319716"/>
                  <a:pt x="88420" y="321525"/>
                </a:cubicBezTo>
                <a:cubicBezTo>
                  <a:pt x="89744" y="336994"/>
                  <a:pt x="100669" y="349958"/>
                  <a:pt x="115690" y="353882"/>
                </a:cubicBezTo>
                <a:cubicBezTo>
                  <a:pt x="130721" y="357806"/>
                  <a:pt x="146589" y="351834"/>
                  <a:pt x="155305" y="338975"/>
                </a:cubicBezTo>
                <a:cubicBezTo>
                  <a:pt x="156257" y="337632"/>
                  <a:pt x="158000" y="337089"/>
                  <a:pt x="159553" y="337661"/>
                </a:cubicBezTo>
                <a:cubicBezTo>
                  <a:pt x="170402" y="341328"/>
                  <a:pt x="182156" y="341328"/>
                  <a:pt x="192995" y="337661"/>
                </a:cubicBezTo>
                <a:cubicBezTo>
                  <a:pt x="194548" y="337089"/>
                  <a:pt x="196291" y="337632"/>
                  <a:pt x="197253" y="338975"/>
                </a:cubicBezTo>
                <a:cubicBezTo>
                  <a:pt x="205892" y="352072"/>
                  <a:pt x="221903" y="358225"/>
                  <a:pt x="237086" y="354282"/>
                </a:cubicBezTo>
                <a:cubicBezTo>
                  <a:pt x="252269" y="350339"/>
                  <a:pt x="263261" y="337165"/>
                  <a:pt x="264433" y="321525"/>
                </a:cubicBezTo>
                <a:cubicBezTo>
                  <a:pt x="264556" y="319697"/>
                  <a:pt x="265976" y="318211"/>
                  <a:pt x="267804" y="318001"/>
                </a:cubicBezTo>
                <a:cubicBezTo>
                  <a:pt x="287435" y="315858"/>
                  <a:pt x="304885" y="304514"/>
                  <a:pt x="314810" y="287435"/>
                </a:cubicBezTo>
                <a:cubicBezTo>
                  <a:pt x="324735" y="270367"/>
                  <a:pt x="325964" y="249593"/>
                  <a:pt x="318115" y="231467"/>
                </a:cubicBezTo>
                <a:cubicBezTo>
                  <a:pt x="317744" y="230571"/>
                  <a:pt x="317744" y="229571"/>
                  <a:pt x="318115" y="228676"/>
                </a:cubicBezTo>
                <a:cubicBezTo>
                  <a:pt x="318563" y="227790"/>
                  <a:pt x="319287" y="227076"/>
                  <a:pt x="320173" y="226628"/>
                </a:cubicBezTo>
                <a:cubicBezTo>
                  <a:pt x="339613" y="218846"/>
                  <a:pt x="352377" y="200044"/>
                  <a:pt x="352434" y="179098"/>
                </a:cubicBezTo>
                <a:moveTo>
                  <a:pt x="264433" y="252441"/>
                </a:moveTo>
                <a:lnTo>
                  <a:pt x="220427" y="252441"/>
                </a:lnTo>
                <a:cubicBezTo>
                  <a:pt x="215007" y="263223"/>
                  <a:pt x="202539" y="268452"/>
                  <a:pt x="191042" y="264756"/>
                </a:cubicBezTo>
                <a:cubicBezTo>
                  <a:pt x="179555" y="261070"/>
                  <a:pt x="172469" y="249554"/>
                  <a:pt x="174345" y="237629"/>
                </a:cubicBezTo>
                <a:cubicBezTo>
                  <a:pt x="176222" y="225704"/>
                  <a:pt x="186499" y="216931"/>
                  <a:pt x="198577" y="216941"/>
                </a:cubicBezTo>
                <a:cubicBezTo>
                  <a:pt x="207816" y="216950"/>
                  <a:pt x="216274" y="222170"/>
                  <a:pt x="220427" y="230438"/>
                </a:cubicBezTo>
                <a:lnTo>
                  <a:pt x="264433" y="230438"/>
                </a:lnTo>
                <a:cubicBezTo>
                  <a:pt x="270509" y="230438"/>
                  <a:pt x="275434" y="235362"/>
                  <a:pt x="275434" y="241439"/>
                </a:cubicBezTo>
                <a:cubicBezTo>
                  <a:pt x="275434" y="247516"/>
                  <a:pt x="270509" y="252441"/>
                  <a:pt x="264433" y="252441"/>
                </a:cubicBezTo>
                <a:moveTo>
                  <a:pt x="150752" y="135093"/>
                </a:moveTo>
                <a:cubicBezTo>
                  <a:pt x="142236" y="135093"/>
                  <a:pt x="134340" y="130644"/>
                  <a:pt x="129930" y="123358"/>
                </a:cubicBezTo>
                <a:cubicBezTo>
                  <a:pt x="129235" y="122320"/>
                  <a:pt x="128092" y="121672"/>
                  <a:pt x="126844" y="121605"/>
                </a:cubicBezTo>
                <a:lnTo>
                  <a:pt x="84753" y="121605"/>
                </a:lnTo>
                <a:cubicBezTo>
                  <a:pt x="78676" y="121605"/>
                  <a:pt x="73752" y="116681"/>
                  <a:pt x="73752" y="110604"/>
                </a:cubicBezTo>
                <a:cubicBezTo>
                  <a:pt x="73752" y="104527"/>
                  <a:pt x="78676" y="99602"/>
                  <a:pt x="84753" y="99602"/>
                </a:cubicBezTo>
                <a:lnTo>
                  <a:pt x="126844" y="99602"/>
                </a:lnTo>
                <a:cubicBezTo>
                  <a:pt x="128073" y="99593"/>
                  <a:pt x="129216" y="98993"/>
                  <a:pt x="129930" y="97983"/>
                </a:cubicBezTo>
                <a:cubicBezTo>
                  <a:pt x="136036" y="87820"/>
                  <a:pt x="148542" y="83496"/>
                  <a:pt x="159619" y="87706"/>
                </a:cubicBezTo>
                <a:cubicBezTo>
                  <a:pt x="170707" y="91916"/>
                  <a:pt x="177184" y="103451"/>
                  <a:pt x="175002" y="115109"/>
                </a:cubicBezTo>
                <a:cubicBezTo>
                  <a:pt x="172821" y="126758"/>
                  <a:pt x="162610" y="135178"/>
                  <a:pt x="150752" y="135093"/>
                </a:cubicBezTo>
                <a:moveTo>
                  <a:pt x="132416" y="259775"/>
                </a:moveTo>
                <a:cubicBezTo>
                  <a:pt x="132416" y="265852"/>
                  <a:pt x="127492" y="270776"/>
                  <a:pt x="121415" y="270776"/>
                </a:cubicBezTo>
                <a:cubicBezTo>
                  <a:pt x="115347" y="270776"/>
                  <a:pt x="110423" y="265852"/>
                  <a:pt x="110423" y="259775"/>
                </a:cubicBezTo>
                <a:lnTo>
                  <a:pt x="110423" y="221341"/>
                </a:lnTo>
                <a:cubicBezTo>
                  <a:pt x="110347" y="220094"/>
                  <a:pt x="109699" y="218951"/>
                  <a:pt x="108661" y="218265"/>
                </a:cubicBezTo>
                <a:cubicBezTo>
                  <a:pt x="99288" y="212550"/>
                  <a:pt x="94869" y="201291"/>
                  <a:pt x="97840" y="190728"/>
                </a:cubicBezTo>
                <a:cubicBezTo>
                  <a:pt x="100803" y="180165"/>
                  <a:pt x="110442" y="172859"/>
                  <a:pt x="121415" y="172859"/>
                </a:cubicBezTo>
                <a:cubicBezTo>
                  <a:pt x="132397" y="172859"/>
                  <a:pt x="142027" y="180165"/>
                  <a:pt x="144999" y="190728"/>
                </a:cubicBezTo>
                <a:cubicBezTo>
                  <a:pt x="147970" y="201291"/>
                  <a:pt x="143551" y="212550"/>
                  <a:pt x="134178" y="218265"/>
                </a:cubicBezTo>
                <a:cubicBezTo>
                  <a:pt x="133140" y="218951"/>
                  <a:pt x="132492" y="220094"/>
                  <a:pt x="132416" y="221341"/>
                </a:cubicBezTo>
                <a:lnTo>
                  <a:pt x="132416" y="259775"/>
                </a:lnTo>
                <a:moveTo>
                  <a:pt x="255927" y="109432"/>
                </a:moveTo>
                <a:cubicBezTo>
                  <a:pt x="255927" y="117948"/>
                  <a:pt x="251479" y="125844"/>
                  <a:pt x="244192" y="130254"/>
                </a:cubicBezTo>
                <a:cubicBezTo>
                  <a:pt x="243154" y="130949"/>
                  <a:pt x="242496" y="132092"/>
                  <a:pt x="242430" y="133340"/>
                </a:cubicBezTo>
                <a:lnTo>
                  <a:pt x="242430" y="179098"/>
                </a:lnTo>
                <a:cubicBezTo>
                  <a:pt x="242430" y="185175"/>
                  <a:pt x="237505" y="190099"/>
                  <a:pt x="231428" y="190099"/>
                </a:cubicBezTo>
                <a:cubicBezTo>
                  <a:pt x="225351" y="190099"/>
                  <a:pt x="220427" y="185175"/>
                  <a:pt x="220427" y="179098"/>
                </a:cubicBezTo>
                <a:lnTo>
                  <a:pt x="220427" y="133340"/>
                </a:lnTo>
                <a:cubicBezTo>
                  <a:pt x="220360" y="132092"/>
                  <a:pt x="219703" y="130949"/>
                  <a:pt x="218665" y="130254"/>
                </a:cubicBezTo>
                <a:cubicBezTo>
                  <a:pt x="208578" y="124101"/>
                  <a:pt x="204320" y="111613"/>
                  <a:pt x="208559" y="100574"/>
                </a:cubicBezTo>
                <a:cubicBezTo>
                  <a:pt x="212798" y="89535"/>
                  <a:pt x="224313" y="83096"/>
                  <a:pt x="235934" y="85267"/>
                </a:cubicBezTo>
                <a:cubicBezTo>
                  <a:pt x="247554" y="87439"/>
                  <a:pt x="255965" y="97602"/>
                  <a:pt x="255927" y="109432"/>
                </a:cubicBezTo>
              </a:path>
            </a:pathLst>
          </a:custGeom>
          <a:solidFill>
            <a:srgbClr val="375FA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339459" y="2642238"/>
            <a:ext cx="352472" cy="352101"/>
          </a:xfrm>
          <a:custGeom>
            <a:avLst/>
            <a:gdLst/>
            <a:ahLst/>
            <a:cxnLst/>
            <a:rect l="0" t="0" r="0" b="0"/>
            <a:pathLst>
              <a:path w="352472" h="352101">
                <a:moveTo>
                  <a:pt x="293798" y="110023"/>
                </a:moveTo>
                <a:cubicBezTo>
                  <a:pt x="293798" y="118119"/>
                  <a:pt x="287226" y="124682"/>
                  <a:pt x="279130" y="124682"/>
                </a:cubicBezTo>
                <a:lnTo>
                  <a:pt x="176450" y="124682"/>
                </a:lnTo>
                <a:cubicBezTo>
                  <a:pt x="168354" y="124682"/>
                  <a:pt x="161782" y="118119"/>
                  <a:pt x="161782" y="110023"/>
                </a:cubicBezTo>
                <a:cubicBezTo>
                  <a:pt x="161782" y="101917"/>
                  <a:pt x="168354" y="95354"/>
                  <a:pt x="176450" y="95354"/>
                </a:cubicBezTo>
                <a:lnTo>
                  <a:pt x="279130" y="95354"/>
                </a:lnTo>
                <a:cubicBezTo>
                  <a:pt x="287226" y="95354"/>
                  <a:pt x="293798" y="101917"/>
                  <a:pt x="293798" y="110023"/>
                </a:cubicBezTo>
                <a:moveTo>
                  <a:pt x="343814" y="44015"/>
                </a:moveTo>
                <a:lnTo>
                  <a:pt x="308467" y="8667"/>
                </a:lnTo>
                <a:cubicBezTo>
                  <a:pt x="302952" y="3114"/>
                  <a:pt x="295455" y="0"/>
                  <a:pt x="287635" y="9"/>
                </a:cubicBezTo>
                <a:lnTo>
                  <a:pt x="117776" y="9"/>
                </a:lnTo>
                <a:cubicBezTo>
                  <a:pt x="101584" y="9"/>
                  <a:pt x="88449" y="13144"/>
                  <a:pt x="88449" y="29346"/>
                </a:cubicBezTo>
                <a:lnTo>
                  <a:pt x="88449" y="169859"/>
                </a:lnTo>
                <a:cubicBezTo>
                  <a:pt x="88468" y="171316"/>
                  <a:pt x="89334" y="172612"/>
                  <a:pt x="90668" y="173183"/>
                </a:cubicBezTo>
                <a:cubicBezTo>
                  <a:pt x="92001" y="173755"/>
                  <a:pt x="93545" y="173488"/>
                  <a:pt x="94602" y="172507"/>
                </a:cubicBezTo>
                <a:lnTo>
                  <a:pt x="115290" y="152704"/>
                </a:lnTo>
                <a:cubicBezTo>
                  <a:pt x="117071" y="151237"/>
                  <a:pt x="118005" y="148980"/>
                  <a:pt x="117776" y="146684"/>
                </a:cubicBezTo>
                <a:lnTo>
                  <a:pt x="117776" y="36680"/>
                </a:lnTo>
                <a:cubicBezTo>
                  <a:pt x="117776" y="32632"/>
                  <a:pt x="121062" y="29346"/>
                  <a:pt x="125110" y="29346"/>
                </a:cubicBezTo>
                <a:lnTo>
                  <a:pt x="284702" y="29346"/>
                </a:lnTo>
                <a:cubicBezTo>
                  <a:pt x="286645" y="29317"/>
                  <a:pt x="288512" y="30118"/>
                  <a:pt x="289836" y="31546"/>
                </a:cubicBezTo>
                <a:lnTo>
                  <a:pt x="320935" y="62645"/>
                </a:lnTo>
                <a:cubicBezTo>
                  <a:pt x="322354" y="63969"/>
                  <a:pt x="323154" y="65827"/>
                  <a:pt x="323135" y="67770"/>
                </a:cubicBezTo>
                <a:lnTo>
                  <a:pt x="323135" y="264032"/>
                </a:lnTo>
                <a:cubicBezTo>
                  <a:pt x="323135" y="268081"/>
                  <a:pt x="319849" y="271367"/>
                  <a:pt x="315801" y="271367"/>
                </a:cubicBezTo>
                <a:lnTo>
                  <a:pt x="169116" y="271367"/>
                </a:lnTo>
                <a:cubicBezTo>
                  <a:pt x="167173" y="271338"/>
                  <a:pt x="165306" y="272138"/>
                  <a:pt x="163982" y="273567"/>
                </a:cubicBezTo>
                <a:lnTo>
                  <a:pt x="143446" y="294389"/>
                </a:lnTo>
                <a:cubicBezTo>
                  <a:pt x="142493" y="295484"/>
                  <a:pt x="142246" y="297027"/>
                  <a:pt x="142808" y="298370"/>
                </a:cubicBezTo>
                <a:cubicBezTo>
                  <a:pt x="143370" y="299704"/>
                  <a:pt x="144646" y="300608"/>
                  <a:pt x="146094" y="300704"/>
                </a:cubicBezTo>
                <a:lnTo>
                  <a:pt x="323135" y="300704"/>
                </a:lnTo>
                <a:cubicBezTo>
                  <a:pt x="339337" y="300704"/>
                  <a:pt x="352463" y="287569"/>
                  <a:pt x="352463" y="271367"/>
                </a:cubicBezTo>
                <a:lnTo>
                  <a:pt x="352463" y="64846"/>
                </a:lnTo>
                <a:cubicBezTo>
                  <a:pt x="352472" y="57026"/>
                  <a:pt x="349357" y="49529"/>
                  <a:pt x="343814" y="44015"/>
                </a:cubicBezTo>
                <a:moveTo>
                  <a:pt x="205787" y="161353"/>
                </a:moveTo>
                <a:lnTo>
                  <a:pt x="242458" y="161353"/>
                </a:lnTo>
                <a:cubicBezTo>
                  <a:pt x="250555" y="161353"/>
                  <a:pt x="257127" y="167925"/>
                  <a:pt x="257127" y="176021"/>
                </a:cubicBezTo>
                <a:cubicBezTo>
                  <a:pt x="257127" y="184127"/>
                  <a:pt x="250555" y="190690"/>
                  <a:pt x="242458" y="190690"/>
                </a:cubicBezTo>
                <a:lnTo>
                  <a:pt x="214884" y="190690"/>
                </a:lnTo>
                <a:cubicBezTo>
                  <a:pt x="213169" y="190661"/>
                  <a:pt x="211702" y="189442"/>
                  <a:pt x="211359" y="187756"/>
                </a:cubicBezTo>
                <a:cubicBezTo>
                  <a:pt x="209854" y="180317"/>
                  <a:pt x="206911" y="173250"/>
                  <a:pt x="202711" y="166925"/>
                </a:cubicBezTo>
                <a:cubicBezTo>
                  <a:pt x="202025" y="165801"/>
                  <a:pt x="201996" y="164401"/>
                  <a:pt x="202634" y="163248"/>
                </a:cubicBezTo>
                <a:cubicBezTo>
                  <a:pt x="203263" y="162096"/>
                  <a:pt x="204473" y="161372"/>
                  <a:pt x="205787" y="161353"/>
                </a:cubicBezTo>
                <a:moveTo>
                  <a:pt x="15982" y="295275"/>
                </a:moveTo>
                <a:cubicBezTo>
                  <a:pt x="15020" y="294332"/>
                  <a:pt x="13620" y="293998"/>
                  <a:pt x="12334" y="294389"/>
                </a:cubicBezTo>
                <a:cubicBezTo>
                  <a:pt x="11048" y="294789"/>
                  <a:pt x="10086" y="295856"/>
                  <a:pt x="9829" y="297179"/>
                </a:cubicBezTo>
                <a:lnTo>
                  <a:pt x="438" y="343233"/>
                </a:lnTo>
                <a:cubicBezTo>
                  <a:pt x="0" y="345643"/>
                  <a:pt x="771" y="348100"/>
                  <a:pt x="2495" y="349834"/>
                </a:cubicBezTo>
                <a:cubicBezTo>
                  <a:pt x="3848" y="351301"/>
                  <a:pt x="5772" y="352101"/>
                  <a:pt x="7772" y="352034"/>
                </a:cubicBezTo>
                <a:lnTo>
                  <a:pt x="9239" y="352034"/>
                </a:lnTo>
                <a:lnTo>
                  <a:pt x="55292" y="342795"/>
                </a:lnTo>
                <a:cubicBezTo>
                  <a:pt x="56616" y="342538"/>
                  <a:pt x="57683" y="341566"/>
                  <a:pt x="58083" y="340280"/>
                </a:cubicBezTo>
                <a:cubicBezTo>
                  <a:pt x="58483" y="339004"/>
                  <a:pt x="58140" y="337604"/>
                  <a:pt x="57207" y="336632"/>
                </a:cubicBezTo>
                <a:lnTo>
                  <a:pt x="15982" y="295275"/>
                </a:lnTo>
                <a:moveTo>
                  <a:pt x="176450" y="170011"/>
                </a:moveTo>
                <a:cubicBezTo>
                  <a:pt x="160381" y="157772"/>
                  <a:pt x="137712" y="159477"/>
                  <a:pt x="123644" y="173974"/>
                </a:cubicBezTo>
                <a:lnTo>
                  <a:pt x="27574" y="270481"/>
                </a:lnTo>
                <a:cubicBezTo>
                  <a:pt x="26860" y="271176"/>
                  <a:pt x="26450" y="272129"/>
                  <a:pt x="26450" y="273129"/>
                </a:cubicBezTo>
                <a:cubicBezTo>
                  <a:pt x="26450" y="274119"/>
                  <a:pt x="26860" y="275072"/>
                  <a:pt x="27574" y="275767"/>
                </a:cubicBezTo>
                <a:lnTo>
                  <a:pt x="76714" y="324907"/>
                </a:lnTo>
                <a:cubicBezTo>
                  <a:pt x="77400" y="325621"/>
                  <a:pt x="78352" y="326021"/>
                  <a:pt x="79352" y="326021"/>
                </a:cubicBezTo>
                <a:cubicBezTo>
                  <a:pt x="80343" y="326021"/>
                  <a:pt x="81295" y="325621"/>
                  <a:pt x="81991" y="324907"/>
                </a:cubicBezTo>
                <a:lnTo>
                  <a:pt x="179974" y="226923"/>
                </a:lnTo>
                <a:cubicBezTo>
                  <a:pt x="187528" y="219132"/>
                  <a:pt x="191452" y="208521"/>
                  <a:pt x="190776" y="197691"/>
                </a:cubicBezTo>
                <a:cubicBezTo>
                  <a:pt x="190109" y="186861"/>
                  <a:pt x="184908" y="176812"/>
                  <a:pt x="176450" y="170011"/>
                </a:cubicBezTo>
              </a:path>
            </a:pathLst>
          </a:custGeom>
          <a:solidFill>
            <a:srgbClr val="D7862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6" name="Group 15"/>
          <p:cNvGrpSpPr/>
          <p:nvPr/>
        </p:nvGrpSpPr>
        <p:grpSpPr>
          <a:xfrm>
            <a:off x="5471122" y="1814956"/>
            <a:ext cx="1442561" cy="475267"/>
            <a:chOff x="5471122" y="1814956"/>
            <a:chExt cx="1442561" cy="475267"/>
          </a:xfrm>
        </p:grpSpPr>
        <p:sp>
          <p:nvSpPr>
            <p:cNvPr id="14" name="TextBox 13"/>
            <p:cNvSpPr txBox="1"/>
            <p:nvPr/>
          </p:nvSpPr>
          <p:spPr>
            <a:xfrm>
              <a:off x="5471122" y="1814956"/>
              <a:ext cx="1658945" cy="2376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18181E"/>
                  </a:solidFill>
                  <a:latin typeface="Montserrat"/>
                </a:rPr>
                <a:t>AI-Integrated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71122" y="2052604"/>
              <a:ext cx="1658945" cy="2376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18181E"/>
                  </a:solidFill>
                  <a:latin typeface="Montserrat"/>
                </a:rPr>
                <a:t>Assessment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1270288" y="2642252"/>
            <a:ext cx="1786537" cy="316886"/>
            <a:chOff x="1270288" y="2642252"/>
            <a:chExt cx="1786537" cy="316886"/>
          </a:xfrm>
        </p:grpSpPr>
        <p:sp>
          <p:nvSpPr>
            <p:cNvPr id="17" name="TextBox 16"/>
            <p:cNvSpPr txBox="1"/>
            <p:nvPr/>
          </p:nvSpPr>
          <p:spPr>
            <a:xfrm>
              <a:off x="1002308" y="2642252"/>
              <a:ext cx="2054517" cy="158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18181E"/>
                  </a:solidFill>
                  <a:latin typeface="Montserrat"/>
                </a:rPr>
                <a:t>Relies on the final written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02308" y="2800652"/>
              <a:ext cx="2054517" cy="1584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18181E"/>
                  </a:solidFill>
                  <a:latin typeface="Montserrat"/>
                </a:rPr>
                <a:t>product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999874" y="2730253"/>
            <a:ext cx="1144250" cy="1584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18181E"/>
                </a:solidFill>
                <a:latin typeface="Montserrat"/>
              </a:rPr>
              <a:t>Primary Focus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6087172" y="2642252"/>
            <a:ext cx="1966912" cy="316886"/>
            <a:chOff x="6087172" y="2642252"/>
            <a:chExt cx="1966912" cy="316886"/>
          </a:xfrm>
        </p:grpSpPr>
        <p:sp>
          <p:nvSpPr>
            <p:cNvPr id="21" name="TextBox 20"/>
            <p:cNvSpPr txBox="1"/>
            <p:nvPr/>
          </p:nvSpPr>
          <p:spPr>
            <a:xfrm>
              <a:off x="6087172" y="2642252"/>
              <a:ext cx="2261948" cy="158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18181E"/>
                  </a:solidFill>
                  <a:latin typeface="Montserrat"/>
                </a:rPr>
                <a:t>Prioritizes the development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087172" y="2800652"/>
              <a:ext cx="2261948" cy="1584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18181E"/>
                  </a:solidFill>
                  <a:latin typeface="Montserrat"/>
                </a:rPr>
                <a:t>of knowledge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1159768" y="3047137"/>
            <a:ext cx="1897057" cy="1188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>
                <a:solidFill>
                  <a:srgbClr val="18181E"/>
                </a:solidFill>
                <a:latin typeface="Montserrat"/>
              </a:rPr>
              <a:t>Emphasizes the completed essay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6087172" y="3060337"/>
            <a:ext cx="1961559" cy="237628"/>
            <a:chOff x="6087172" y="3060337"/>
            <a:chExt cx="1961559" cy="237628"/>
          </a:xfrm>
        </p:grpSpPr>
        <p:sp>
          <p:nvSpPr>
            <p:cNvPr id="25" name="TextBox 24"/>
            <p:cNvSpPr txBox="1"/>
            <p:nvPr/>
          </p:nvSpPr>
          <p:spPr>
            <a:xfrm>
              <a:off x="6087172" y="3060337"/>
              <a:ext cx="2255792" cy="1187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8181E"/>
                  </a:solidFill>
                  <a:latin typeface="Montserrat"/>
                </a:rPr>
                <a:t>Focuses on process-based grading and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087172" y="3179113"/>
              <a:ext cx="2255792" cy="118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8181E"/>
                  </a:solidFill>
                  <a:latin typeface="Montserrat"/>
                </a:rPr>
                <a:t>critical reflection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888434" y="1933781"/>
            <a:ext cx="2784443" cy="237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500" b="1">
                <a:solidFill>
                  <a:srgbClr val="18181E"/>
                </a:solidFill>
                <a:latin typeface="Montserrat"/>
              </a:rPr>
              <a:t>Traditional Assessment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882072" y="371475"/>
            <a:ext cx="7379855" cy="720090"/>
            <a:chOff x="882072" y="371475"/>
            <a:chExt cx="7379855" cy="720090"/>
          </a:xfrm>
        </p:grpSpPr>
        <p:sp>
          <p:nvSpPr>
            <p:cNvPr id="29" name="TextBox 28"/>
            <p:cNvSpPr txBox="1"/>
            <p:nvPr/>
          </p:nvSpPr>
          <p:spPr>
            <a:xfrm>
              <a:off x="328583" y="371475"/>
              <a:ext cx="8486833" cy="360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2700" b="1">
                  <a:solidFill>
                    <a:srgbClr val="18181E"/>
                  </a:solidFill>
                  <a:latin typeface="Montserrat"/>
                </a:rPr>
                <a:t>How should educators evolve their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28583" y="731520"/>
              <a:ext cx="8486833" cy="360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2700" b="1">
                  <a:solidFill>
                    <a:srgbClr val="18181E"/>
                  </a:solidFill>
                  <a:latin typeface="Montserrat"/>
                </a:rPr>
                <a:t>assessment strategies in the age of AI?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097886" y="3663195"/>
            <a:ext cx="1958940" cy="316886"/>
            <a:chOff x="1097886" y="3663195"/>
            <a:chExt cx="1958940" cy="316886"/>
          </a:xfrm>
        </p:grpSpPr>
        <p:sp>
          <p:nvSpPr>
            <p:cNvPr id="32" name="TextBox 31"/>
            <p:cNvSpPr txBox="1"/>
            <p:nvPr/>
          </p:nvSpPr>
          <p:spPr>
            <a:xfrm>
              <a:off x="804045" y="3663195"/>
              <a:ext cx="2252781" cy="158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18181E"/>
                  </a:solidFill>
                  <a:latin typeface="Montserrat"/>
                </a:rPr>
                <a:t>Utilizes standard take-home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04045" y="3821595"/>
              <a:ext cx="2252781" cy="1584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18181E"/>
                  </a:solidFill>
                  <a:latin typeface="Montserrat"/>
                </a:rPr>
                <a:t>writing tasks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268504" y="3751203"/>
            <a:ext cx="606990" cy="316886"/>
            <a:chOff x="4268504" y="3751203"/>
            <a:chExt cx="606990" cy="316886"/>
          </a:xfrm>
        </p:grpSpPr>
        <p:sp>
          <p:nvSpPr>
            <p:cNvPr id="35" name="TextBox 34"/>
            <p:cNvSpPr txBox="1"/>
            <p:nvPr/>
          </p:nvSpPr>
          <p:spPr>
            <a:xfrm>
              <a:off x="4222980" y="3751203"/>
              <a:ext cx="698038" cy="158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18181E"/>
                  </a:solidFill>
                  <a:latin typeface="Montserrat"/>
                </a:rPr>
                <a:t>Delivery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222980" y="3909603"/>
              <a:ext cx="698038" cy="1584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18181E"/>
                  </a:solidFill>
                  <a:latin typeface="Montserrat"/>
                </a:rPr>
                <a:t>Method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6087172" y="3663195"/>
            <a:ext cx="1990725" cy="316886"/>
            <a:chOff x="6087172" y="3663195"/>
            <a:chExt cx="1990725" cy="316886"/>
          </a:xfrm>
        </p:grpSpPr>
        <p:sp>
          <p:nvSpPr>
            <p:cNvPr id="38" name="TextBox 37"/>
            <p:cNvSpPr txBox="1"/>
            <p:nvPr/>
          </p:nvSpPr>
          <p:spPr>
            <a:xfrm>
              <a:off x="6087172" y="3663195"/>
              <a:ext cx="2289333" cy="158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18181E"/>
                  </a:solidFill>
                  <a:latin typeface="Montserrat"/>
                </a:rPr>
                <a:t>Incorporates oral exams and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087172" y="3821595"/>
              <a:ext cx="2289333" cy="1584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18181E"/>
                  </a:solidFill>
                  <a:latin typeface="Montserrat"/>
                </a:rPr>
                <a:t>in-class assignments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950277" y="4068082"/>
            <a:ext cx="2106548" cy="1188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>
                <a:solidFill>
                  <a:srgbClr val="18181E"/>
                </a:solidFill>
                <a:latin typeface="Montserrat"/>
              </a:rPr>
              <a:t>Standardized essay-based evaluation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6087172" y="4081279"/>
            <a:ext cx="1290275" cy="237628"/>
            <a:chOff x="6087172" y="4081279"/>
            <a:chExt cx="1290275" cy="237628"/>
          </a:xfrm>
        </p:grpSpPr>
        <p:sp>
          <p:nvSpPr>
            <p:cNvPr id="42" name="TextBox 41"/>
            <p:cNvSpPr txBox="1"/>
            <p:nvPr/>
          </p:nvSpPr>
          <p:spPr>
            <a:xfrm>
              <a:off x="6087172" y="4081279"/>
              <a:ext cx="1483816" cy="1187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8181E"/>
                  </a:solidFill>
                  <a:latin typeface="Montserrat"/>
                </a:rPr>
                <a:t>Interactive and real-time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087172" y="4200055"/>
              <a:ext cx="1483816" cy="118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8181E"/>
                  </a:solidFill>
                  <a:latin typeface="Montserrat"/>
                </a:rPr>
                <a:t>demonstration of mastery</a:t>
              </a:r>
            </a:p>
          </p:txBody>
        </p:sp>
      </p:grpSp>
      <p:sp>
        <p:nvSpPr>
          <p:cNvPr id="45" name="Rounded Rectangle 44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896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16390" y="2633299"/>
            <a:ext cx="508387" cy="502700"/>
          </a:xfrm>
          <a:custGeom>
            <a:avLst/>
            <a:gdLst/>
            <a:ahLst/>
            <a:cxnLst/>
            <a:rect l="0" t="0" r="0" b="0"/>
            <a:pathLst>
              <a:path w="508387" h="502700">
                <a:moveTo>
                  <a:pt x="254184" y="0"/>
                </a:moveTo>
                <a:cubicBezTo>
                  <a:pt x="394573" y="0"/>
                  <a:pt x="508387" y="112537"/>
                  <a:pt x="508387" y="251345"/>
                </a:cubicBezTo>
                <a:cubicBezTo>
                  <a:pt x="508387" y="390163"/>
                  <a:pt x="394573" y="502700"/>
                  <a:pt x="254184" y="502700"/>
                </a:cubicBezTo>
                <a:cubicBezTo>
                  <a:pt x="113804" y="502700"/>
                  <a:pt x="0" y="390163"/>
                  <a:pt x="0" y="251345"/>
                </a:cubicBezTo>
                <a:cubicBezTo>
                  <a:pt x="0" y="112537"/>
                  <a:pt x="113804" y="0"/>
                  <a:pt x="254184" y="0"/>
                </a:cubicBezTo>
              </a:path>
            </a:pathLst>
          </a:custGeom>
          <a:solidFill>
            <a:srgbClr val="569C6E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16390" y="2633299"/>
            <a:ext cx="508380" cy="502699"/>
          </a:xfrm>
          <a:custGeom>
            <a:avLst/>
            <a:gdLst/>
            <a:ahLst/>
            <a:cxnLst/>
            <a:rect l="0" t="0" r="0" b="0"/>
            <a:pathLst>
              <a:path w="508380" h="502699">
                <a:moveTo>
                  <a:pt x="508380" y="251349"/>
                </a:moveTo>
                <a:cubicBezTo>
                  <a:pt x="508380" y="390166"/>
                  <a:pt x="394574" y="502699"/>
                  <a:pt x="254189" y="502699"/>
                </a:cubicBezTo>
                <a:cubicBezTo>
                  <a:pt x="113804" y="502699"/>
                  <a:pt x="0" y="390166"/>
                  <a:pt x="0" y="251349"/>
                </a:cubicBezTo>
                <a:cubicBezTo>
                  <a:pt x="0" y="112533"/>
                  <a:pt x="113804" y="0"/>
                  <a:pt x="254189" y="0"/>
                </a:cubicBezTo>
                <a:cubicBezTo>
                  <a:pt x="394574" y="0"/>
                  <a:pt x="508380" y="112533"/>
                  <a:pt x="508380" y="251349"/>
                </a:cubicBezTo>
                <a:close/>
                <a:moveTo>
                  <a:pt x="502189" y="195967"/>
                </a:moveTo>
                <a:cubicBezTo>
                  <a:pt x="505523" y="212210"/>
                  <a:pt x="508380" y="234134"/>
                  <a:pt x="508380" y="251349"/>
                </a:cubicBezTo>
                <a:cubicBezTo>
                  <a:pt x="508380" y="268565"/>
                  <a:pt x="507304" y="281969"/>
                  <a:pt x="503970" y="298211"/>
                </a:cubicBezTo>
              </a:path>
            </a:pathLst>
          </a:custGeom>
          <a:noFill/>
          <a:ln w="25560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884973" y="3349000"/>
            <a:ext cx="1525143" cy="511225"/>
          </a:xfrm>
          <a:custGeom>
            <a:avLst/>
            <a:gdLst/>
            <a:ahLst/>
            <a:cxnLst/>
            <a:rect l="0" t="0" r="0" b="0"/>
            <a:pathLst>
              <a:path w="1525143" h="511225">
                <a:moveTo>
                  <a:pt x="255612" y="0"/>
                </a:moveTo>
                <a:cubicBezTo>
                  <a:pt x="396782" y="0"/>
                  <a:pt x="511216" y="114442"/>
                  <a:pt x="511216" y="255612"/>
                </a:cubicBezTo>
                <a:cubicBezTo>
                  <a:pt x="511216" y="396782"/>
                  <a:pt x="396782" y="511225"/>
                  <a:pt x="255612" y="511225"/>
                </a:cubicBezTo>
                <a:cubicBezTo>
                  <a:pt x="114442" y="511225"/>
                  <a:pt x="0" y="396782"/>
                  <a:pt x="0" y="255612"/>
                </a:cubicBezTo>
                <a:cubicBezTo>
                  <a:pt x="0" y="114442"/>
                  <a:pt x="114442" y="0"/>
                  <a:pt x="255612" y="0"/>
                </a:cubicBezTo>
                <a:moveTo>
                  <a:pt x="507787" y="247097"/>
                </a:moveTo>
                <a:cubicBezTo>
                  <a:pt x="507787" y="264604"/>
                  <a:pt x="506034" y="281701"/>
                  <a:pt x="502700" y="298218"/>
                </a:cubicBezTo>
                <a:lnTo>
                  <a:pt x="1219933" y="298218"/>
                </a:lnTo>
                <a:cubicBezTo>
                  <a:pt x="1332309" y="298218"/>
                  <a:pt x="1423406" y="389772"/>
                  <a:pt x="1423406" y="502700"/>
                </a:cubicBezTo>
                <a:lnTo>
                  <a:pt x="1525143" y="502700"/>
                </a:lnTo>
                <a:cubicBezTo>
                  <a:pt x="1525143" y="333298"/>
                  <a:pt x="1388497" y="195976"/>
                  <a:pt x="1219933" y="195976"/>
                </a:cubicBezTo>
                <a:lnTo>
                  <a:pt x="502700" y="195976"/>
                </a:lnTo>
                <a:cubicBezTo>
                  <a:pt x="506034" y="212493"/>
                  <a:pt x="507787" y="229590"/>
                  <a:pt x="507787" y="247097"/>
                </a:cubicBezTo>
              </a:path>
            </a:pathLst>
          </a:custGeom>
          <a:solidFill>
            <a:srgbClr val="375FA7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84973" y="3349004"/>
            <a:ext cx="1525139" cy="502699"/>
          </a:xfrm>
          <a:custGeom>
            <a:avLst/>
            <a:gdLst/>
            <a:ahLst/>
            <a:cxnLst/>
            <a:rect l="0" t="0" r="0" b="0"/>
            <a:pathLst>
              <a:path w="1525139" h="502699">
                <a:moveTo>
                  <a:pt x="508380" y="251349"/>
                </a:moveTo>
                <a:cubicBezTo>
                  <a:pt x="508380" y="390166"/>
                  <a:pt x="394574" y="502699"/>
                  <a:pt x="254189" y="502699"/>
                </a:cubicBezTo>
                <a:cubicBezTo>
                  <a:pt x="113804" y="502699"/>
                  <a:pt x="0" y="390166"/>
                  <a:pt x="0" y="251349"/>
                </a:cubicBezTo>
                <a:cubicBezTo>
                  <a:pt x="0" y="112533"/>
                  <a:pt x="113804" y="0"/>
                  <a:pt x="254189" y="0"/>
                </a:cubicBezTo>
                <a:cubicBezTo>
                  <a:pt x="394574" y="0"/>
                  <a:pt x="508380" y="112533"/>
                  <a:pt x="508380" y="251349"/>
                </a:cubicBezTo>
                <a:close/>
                <a:moveTo>
                  <a:pt x="1422895" y="502699"/>
                </a:moveTo>
                <a:cubicBezTo>
                  <a:pt x="1422895" y="391646"/>
                  <a:pt x="1330716" y="298211"/>
                  <a:pt x="1218407" y="298211"/>
                </a:cubicBezTo>
                <a:lnTo>
                  <a:pt x="503970" y="298211"/>
                </a:lnTo>
                <a:cubicBezTo>
                  <a:pt x="507304" y="281969"/>
                  <a:pt x="508380" y="268565"/>
                  <a:pt x="508380" y="251349"/>
                </a:cubicBezTo>
                <a:cubicBezTo>
                  <a:pt x="508380" y="234134"/>
                  <a:pt x="505523" y="212210"/>
                  <a:pt x="502189" y="195967"/>
                </a:cubicBezTo>
                <a:lnTo>
                  <a:pt x="1218407" y="195967"/>
                </a:lnTo>
                <a:cubicBezTo>
                  <a:pt x="1386870" y="195967"/>
                  <a:pt x="1525139" y="336119"/>
                  <a:pt x="1525139" y="502699"/>
                </a:cubicBezTo>
              </a:path>
            </a:pathLst>
          </a:custGeom>
          <a:noFill/>
          <a:ln w="25560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07870" y="3851704"/>
            <a:ext cx="102241" cy="422605"/>
          </a:xfrm>
          <a:custGeom>
            <a:avLst/>
            <a:gdLst/>
            <a:ahLst/>
            <a:cxnLst/>
            <a:rect l="0" t="0" r="0" b="0"/>
            <a:pathLst>
              <a:path w="102241" h="422605">
                <a:moveTo>
                  <a:pt x="0" y="0"/>
                </a:moveTo>
                <a:lnTo>
                  <a:pt x="102241" y="0"/>
                </a:lnTo>
                <a:lnTo>
                  <a:pt x="102241" y="422605"/>
                </a:lnTo>
                <a:lnTo>
                  <a:pt x="0" y="422605"/>
                </a:lnTo>
                <a:lnTo>
                  <a:pt x="0" y="0"/>
                </a:lnTo>
              </a:path>
            </a:pathLst>
          </a:custGeom>
          <a:solidFill>
            <a:srgbClr val="375FA7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07869" y="3851704"/>
            <a:ext cx="102244" cy="422608"/>
          </a:xfrm>
          <a:custGeom>
            <a:avLst/>
            <a:gdLst/>
            <a:ahLst/>
            <a:cxnLst/>
            <a:rect l="0" t="0" r="0" b="0"/>
            <a:pathLst>
              <a:path w="102244" h="422608">
                <a:moveTo>
                  <a:pt x="0" y="0"/>
                </a:moveTo>
                <a:lnTo>
                  <a:pt x="0" y="422608"/>
                </a:lnTo>
                <a:cubicBezTo>
                  <a:pt x="39928" y="422608"/>
                  <a:pt x="62315" y="422608"/>
                  <a:pt x="102244" y="422608"/>
                </a:cubicBezTo>
                <a:lnTo>
                  <a:pt x="102244" y="0"/>
                </a:lnTo>
              </a:path>
            </a:pathLst>
          </a:custGeom>
          <a:noFill/>
          <a:ln w="25560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733886" y="3493851"/>
            <a:ext cx="1525143" cy="511216"/>
          </a:xfrm>
          <a:custGeom>
            <a:avLst/>
            <a:gdLst/>
            <a:ahLst/>
            <a:cxnLst/>
            <a:rect l="0" t="0" r="0" b="0"/>
            <a:pathLst>
              <a:path w="1525143" h="511216">
                <a:moveTo>
                  <a:pt x="1269530" y="0"/>
                </a:moveTo>
                <a:cubicBezTo>
                  <a:pt x="1410700" y="0"/>
                  <a:pt x="1525143" y="114442"/>
                  <a:pt x="1525143" y="255612"/>
                </a:cubicBezTo>
                <a:cubicBezTo>
                  <a:pt x="1525143" y="396782"/>
                  <a:pt x="1410700" y="511216"/>
                  <a:pt x="1269530" y="511216"/>
                </a:cubicBezTo>
                <a:cubicBezTo>
                  <a:pt x="1128360" y="511216"/>
                  <a:pt x="1013917" y="396782"/>
                  <a:pt x="1013917" y="255612"/>
                </a:cubicBezTo>
                <a:cubicBezTo>
                  <a:pt x="1013917" y="114442"/>
                  <a:pt x="1128360" y="0"/>
                  <a:pt x="1269530" y="0"/>
                </a:cubicBezTo>
                <a:moveTo>
                  <a:pt x="1017355" y="247088"/>
                </a:moveTo>
                <a:cubicBezTo>
                  <a:pt x="1017355" y="264594"/>
                  <a:pt x="1019098" y="281692"/>
                  <a:pt x="1022442" y="298208"/>
                </a:cubicBezTo>
                <a:lnTo>
                  <a:pt x="305209" y="298208"/>
                </a:lnTo>
                <a:cubicBezTo>
                  <a:pt x="192833" y="298208"/>
                  <a:pt x="101736" y="398287"/>
                  <a:pt x="101736" y="511216"/>
                </a:cubicBezTo>
                <a:lnTo>
                  <a:pt x="0" y="511216"/>
                </a:lnTo>
                <a:cubicBezTo>
                  <a:pt x="0" y="341814"/>
                  <a:pt x="136645" y="195967"/>
                  <a:pt x="305209" y="195967"/>
                </a:cubicBezTo>
                <a:lnTo>
                  <a:pt x="1022442" y="195967"/>
                </a:lnTo>
                <a:cubicBezTo>
                  <a:pt x="1019098" y="212483"/>
                  <a:pt x="1017355" y="229581"/>
                  <a:pt x="1017355" y="247088"/>
                </a:cubicBezTo>
              </a:path>
            </a:pathLst>
          </a:custGeom>
          <a:solidFill>
            <a:srgbClr val="E49B0F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733886" y="3493851"/>
            <a:ext cx="1525139" cy="511220"/>
          </a:xfrm>
          <a:custGeom>
            <a:avLst/>
            <a:gdLst/>
            <a:ahLst/>
            <a:cxnLst/>
            <a:rect l="0" t="0" r="0" b="0"/>
            <a:pathLst>
              <a:path w="1525139" h="511220">
                <a:moveTo>
                  <a:pt x="1016759" y="251349"/>
                </a:moveTo>
                <a:cubicBezTo>
                  <a:pt x="1016759" y="390166"/>
                  <a:pt x="1130564" y="502699"/>
                  <a:pt x="1270950" y="502699"/>
                </a:cubicBezTo>
                <a:cubicBezTo>
                  <a:pt x="1411335" y="502699"/>
                  <a:pt x="1525139" y="390166"/>
                  <a:pt x="1525139" y="251349"/>
                </a:cubicBezTo>
                <a:cubicBezTo>
                  <a:pt x="1525139" y="112533"/>
                  <a:pt x="1411335" y="0"/>
                  <a:pt x="1270950" y="0"/>
                </a:cubicBezTo>
                <a:cubicBezTo>
                  <a:pt x="1130564" y="0"/>
                  <a:pt x="1016759" y="112533"/>
                  <a:pt x="1016759" y="251349"/>
                </a:cubicBezTo>
                <a:close/>
                <a:moveTo>
                  <a:pt x="0" y="511220"/>
                </a:moveTo>
                <a:lnTo>
                  <a:pt x="0" y="502699"/>
                </a:lnTo>
                <a:cubicBezTo>
                  <a:pt x="0" y="336119"/>
                  <a:pt x="138269" y="195967"/>
                  <a:pt x="306732" y="195967"/>
                </a:cubicBezTo>
                <a:lnTo>
                  <a:pt x="1022950" y="195967"/>
                </a:lnTo>
                <a:cubicBezTo>
                  <a:pt x="1019616" y="212210"/>
                  <a:pt x="1016759" y="234134"/>
                  <a:pt x="1016759" y="251349"/>
                </a:cubicBezTo>
                <a:cubicBezTo>
                  <a:pt x="1016759" y="268565"/>
                  <a:pt x="1017835" y="281969"/>
                  <a:pt x="1021169" y="298211"/>
                </a:cubicBezTo>
                <a:lnTo>
                  <a:pt x="306732" y="298211"/>
                </a:lnTo>
                <a:cubicBezTo>
                  <a:pt x="194423" y="298211"/>
                  <a:pt x="102244" y="391646"/>
                  <a:pt x="102244" y="502699"/>
                </a:cubicBezTo>
                <a:lnTo>
                  <a:pt x="102244" y="511220"/>
                </a:lnTo>
              </a:path>
            </a:pathLst>
          </a:custGeom>
          <a:noFill/>
          <a:ln w="25560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33886" y="4005071"/>
            <a:ext cx="102241" cy="269243"/>
          </a:xfrm>
          <a:custGeom>
            <a:avLst/>
            <a:gdLst/>
            <a:ahLst/>
            <a:cxnLst/>
            <a:rect l="0" t="0" r="0" b="0"/>
            <a:pathLst>
              <a:path w="102241" h="269243">
                <a:moveTo>
                  <a:pt x="0" y="0"/>
                </a:moveTo>
                <a:lnTo>
                  <a:pt x="102241" y="0"/>
                </a:lnTo>
                <a:lnTo>
                  <a:pt x="102241" y="269243"/>
                </a:lnTo>
                <a:lnTo>
                  <a:pt x="0" y="269243"/>
                </a:lnTo>
                <a:lnTo>
                  <a:pt x="0" y="0"/>
                </a:lnTo>
              </a:path>
            </a:pathLst>
          </a:custGeom>
          <a:solidFill>
            <a:srgbClr val="E49B0F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33886" y="4005071"/>
            <a:ext cx="102244" cy="269242"/>
          </a:xfrm>
          <a:custGeom>
            <a:avLst/>
            <a:gdLst/>
            <a:ahLst/>
            <a:cxnLst/>
            <a:rect l="0" t="0" r="0" b="0"/>
            <a:pathLst>
              <a:path w="102244" h="269242">
                <a:moveTo>
                  <a:pt x="0" y="0"/>
                </a:moveTo>
                <a:lnTo>
                  <a:pt x="0" y="269242"/>
                </a:lnTo>
                <a:lnTo>
                  <a:pt x="102244" y="269242"/>
                </a:lnTo>
                <a:lnTo>
                  <a:pt x="102244" y="0"/>
                </a:lnTo>
              </a:path>
            </a:pathLst>
          </a:custGeom>
          <a:noFill/>
          <a:ln w="25560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20878" y="3135999"/>
            <a:ext cx="102241" cy="1138313"/>
          </a:xfrm>
          <a:custGeom>
            <a:avLst/>
            <a:gdLst/>
            <a:ahLst/>
            <a:cxnLst/>
            <a:rect l="0" t="0" r="0" b="0"/>
            <a:pathLst>
              <a:path w="102241" h="1138313">
                <a:moveTo>
                  <a:pt x="0" y="0"/>
                </a:moveTo>
                <a:lnTo>
                  <a:pt x="102241" y="0"/>
                </a:lnTo>
                <a:lnTo>
                  <a:pt x="102241" y="1138313"/>
                </a:lnTo>
                <a:lnTo>
                  <a:pt x="0" y="1138313"/>
                </a:lnTo>
                <a:lnTo>
                  <a:pt x="0" y="0"/>
                </a:lnTo>
              </a:path>
            </a:pathLst>
          </a:custGeom>
          <a:solidFill>
            <a:srgbClr val="569C6E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20877" y="3135999"/>
            <a:ext cx="102244" cy="1138317"/>
          </a:xfrm>
          <a:custGeom>
            <a:avLst/>
            <a:gdLst/>
            <a:ahLst/>
            <a:cxnLst/>
            <a:rect l="0" t="0" r="0" b="0"/>
            <a:pathLst>
              <a:path w="102244" h="1138317">
                <a:moveTo>
                  <a:pt x="0" y="0"/>
                </a:moveTo>
                <a:lnTo>
                  <a:pt x="102244" y="0"/>
                </a:lnTo>
                <a:lnTo>
                  <a:pt x="102244" y="1138317"/>
                </a:lnTo>
                <a:lnTo>
                  <a:pt x="0" y="1138317"/>
                </a:lnTo>
                <a:close/>
              </a:path>
            </a:pathLst>
          </a:custGeom>
          <a:noFill/>
          <a:ln w="25560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20977" y="2755737"/>
            <a:ext cx="303685" cy="266347"/>
          </a:xfrm>
          <a:custGeom>
            <a:avLst/>
            <a:gdLst/>
            <a:ahLst/>
            <a:cxnLst/>
            <a:rect l="0" t="0" r="0" b="0"/>
            <a:pathLst>
              <a:path w="303685" h="266347">
                <a:moveTo>
                  <a:pt x="12773" y="0"/>
                </a:moveTo>
                <a:cubicBezTo>
                  <a:pt x="5715" y="0"/>
                  <a:pt x="0" y="5724"/>
                  <a:pt x="0" y="12782"/>
                </a:cubicBezTo>
                <a:lnTo>
                  <a:pt x="0" y="253565"/>
                </a:lnTo>
                <a:cubicBezTo>
                  <a:pt x="0" y="260623"/>
                  <a:pt x="5715" y="266347"/>
                  <a:pt x="12773" y="266347"/>
                </a:cubicBezTo>
                <a:lnTo>
                  <a:pt x="87696" y="266347"/>
                </a:lnTo>
                <a:cubicBezTo>
                  <a:pt x="94754" y="266347"/>
                  <a:pt x="100479" y="260623"/>
                  <a:pt x="100479" y="253565"/>
                </a:cubicBezTo>
                <a:lnTo>
                  <a:pt x="100479" y="12782"/>
                </a:lnTo>
                <a:cubicBezTo>
                  <a:pt x="100479" y="5724"/>
                  <a:pt x="94754" y="0"/>
                  <a:pt x="87696" y="0"/>
                </a:cubicBezTo>
                <a:lnTo>
                  <a:pt x="12773" y="0"/>
                </a:lnTo>
                <a:moveTo>
                  <a:pt x="25555" y="240782"/>
                </a:moveTo>
                <a:lnTo>
                  <a:pt x="25555" y="186080"/>
                </a:lnTo>
                <a:lnTo>
                  <a:pt x="74914" y="186080"/>
                </a:lnTo>
                <a:lnTo>
                  <a:pt x="74914" y="240782"/>
                </a:lnTo>
                <a:lnTo>
                  <a:pt x="25555" y="240782"/>
                </a:lnTo>
                <a:moveTo>
                  <a:pt x="25555" y="160524"/>
                </a:moveTo>
                <a:lnTo>
                  <a:pt x="25555" y="105822"/>
                </a:lnTo>
                <a:lnTo>
                  <a:pt x="74914" y="105822"/>
                </a:lnTo>
                <a:lnTo>
                  <a:pt x="74914" y="160524"/>
                </a:lnTo>
                <a:lnTo>
                  <a:pt x="25555" y="160524"/>
                </a:lnTo>
                <a:moveTo>
                  <a:pt x="74914" y="80257"/>
                </a:moveTo>
                <a:lnTo>
                  <a:pt x="25555" y="80257"/>
                </a:lnTo>
                <a:lnTo>
                  <a:pt x="25555" y="25565"/>
                </a:lnTo>
                <a:lnTo>
                  <a:pt x="74914" y="25565"/>
                </a:lnTo>
                <a:lnTo>
                  <a:pt x="74914" y="80257"/>
                </a:lnTo>
                <a:moveTo>
                  <a:pt x="130416" y="120395"/>
                </a:moveTo>
                <a:cubicBezTo>
                  <a:pt x="123358" y="120395"/>
                  <a:pt x="117643" y="126111"/>
                  <a:pt x="117643" y="133169"/>
                </a:cubicBezTo>
                <a:cubicBezTo>
                  <a:pt x="117643" y="140227"/>
                  <a:pt x="123358" y="145951"/>
                  <a:pt x="130416" y="145951"/>
                </a:cubicBezTo>
                <a:lnTo>
                  <a:pt x="154247" y="145951"/>
                </a:lnTo>
                <a:lnTo>
                  <a:pt x="154247" y="160467"/>
                </a:lnTo>
                <a:cubicBezTo>
                  <a:pt x="154238" y="165639"/>
                  <a:pt x="157353" y="170306"/>
                  <a:pt x="162125" y="172288"/>
                </a:cubicBezTo>
                <a:cubicBezTo>
                  <a:pt x="166906" y="174269"/>
                  <a:pt x="172402" y="173174"/>
                  <a:pt x="176060" y="169516"/>
                </a:cubicBezTo>
                <a:lnTo>
                  <a:pt x="203358" y="142208"/>
                </a:lnTo>
                <a:cubicBezTo>
                  <a:pt x="206854" y="138741"/>
                  <a:pt x="208026" y="133559"/>
                  <a:pt x="206378" y="128920"/>
                </a:cubicBezTo>
                <a:cubicBezTo>
                  <a:pt x="205740" y="127120"/>
                  <a:pt x="204711" y="125482"/>
                  <a:pt x="203358" y="124139"/>
                </a:cubicBezTo>
                <a:lnTo>
                  <a:pt x="176069" y="96821"/>
                </a:lnTo>
                <a:cubicBezTo>
                  <a:pt x="172412" y="93173"/>
                  <a:pt x="166916" y="92078"/>
                  <a:pt x="162144" y="94059"/>
                </a:cubicBezTo>
                <a:cubicBezTo>
                  <a:pt x="157362" y="96040"/>
                  <a:pt x="154247" y="100707"/>
                  <a:pt x="154257" y="105870"/>
                </a:cubicBezTo>
                <a:lnTo>
                  <a:pt x="154257" y="120395"/>
                </a:lnTo>
                <a:lnTo>
                  <a:pt x="130435" y="120395"/>
                </a:lnTo>
                <a:moveTo>
                  <a:pt x="290903" y="93097"/>
                </a:moveTo>
                <a:cubicBezTo>
                  <a:pt x="297961" y="93097"/>
                  <a:pt x="303685" y="87372"/>
                  <a:pt x="303685" y="80314"/>
                </a:cubicBezTo>
                <a:cubicBezTo>
                  <a:pt x="303685" y="73256"/>
                  <a:pt x="297961" y="67532"/>
                  <a:pt x="290903" y="67532"/>
                </a:cubicBezTo>
                <a:lnTo>
                  <a:pt x="220418" y="67532"/>
                </a:lnTo>
                <a:cubicBezTo>
                  <a:pt x="213360" y="67532"/>
                  <a:pt x="207645" y="73256"/>
                  <a:pt x="207645" y="80314"/>
                </a:cubicBezTo>
                <a:cubicBezTo>
                  <a:pt x="207645" y="87372"/>
                  <a:pt x="213360" y="93097"/>
                  <a:pt x="220418" y="93097"/>
                </a:cubicBezTo>
                <a:lnTo>
                  <a:pt x="242887" y="93097"/>
                </a:lnTo>
                <a:lnTo>
                  <a:pt x="242887" y="186032"/>
                </a:lnTo>
                <a:cubicBezTo>
                  <a:pt x="242887" y="193090"/>
                  <a:pt x="248612" y="198815"/>
                  <a:pt x="255670" y="198815"/>
                </a:cubicBezTo>
                <a:cubicBezTo>
                  <a:pt x="262728" y="198815"/>
                  <a:pt x="268452" y="193090"/>
                  <a:pt x="268452" y="186032"/>
                </a:cubicBezTo>
                <a:lnTo>
                  <a:pt x="268452" y="93097"/>
                </a:lnTo>
                <a:lnTo>
                  <a:pt x="290922" y="93097"/>
                </a:lnTo>
              </a:path>
            </a:pathLst>
          </a:custGeom>
          <a:solidFill>
            <a:srgbClr val="569C6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78697" y="3443415"/>
            <a:ext cx="306733" cy="307009"/>
          </a:xfrm>
          <a:custGeom>
            <a:avLst/>
            <a:gdLst/>
            <a:ahLst/>
            <a:cxnLst/>
            <a:rect l="0" t="0" r="0" b="0"/>
            <a:pathLst>
              <a:path w="306733" h="307009">
                <a:moveTo>
                  <a:pt x="289474" y="220799"/>
                </a:moveTo>
                <a:cubicBezTo>
                  <a:pt x="255612" y="201882"/>
                  <a:pt x="209854" y="192300"/>
                  <a:pt x="153362" y="192300"/>
                </a:cubicBezTo>
                <a:cubicBezTo>
                  <a:pt x="96878" y="192300"/>
                  <a:pt x="51120" y="201882"/>
                  <a:pt x="17249" y="220799"/>
                </a:cubicBezTo>
                <a:cubicBezTo>
                  <a:pt x="6972" y="225856"/>
                  <a:pt x="333" y="236191"/>
                  <a:pt x="0" y="247640"/>
                </a:cubicBezTo>
                <a:lnTo>
                  <a:pt x="0" y="297351"/>
                </a:lnTo>
                <a:cubicBezTo>
                  <a:pt x="66" y="302618"/>
                  <a:pt x="4324" y="306876"/>
                  <a:pt x="9582" y="306943"/>
                </a:cubicBezTo>
                <a:cubicBezTo>
                  <a:pt x="10182" y="307000"/>
                  <a:pt x="10782" y="307000"/>
                  <a:pt x="11372" y="306943"/>
                </a:cubicBezTo>
                <a:cubicBezTo>
                  <a:pt x="11925" y="307009"/>
                  <a:pt x="12487" y="307009"/>
                  <a:pt x="13039" y="306943"/>
                </a:cubicBezTo>
                <a:lnTo>
                  <a:pt x="47034" y="306943"/>
                </a:lnTo>
                <a:cubicBezTo>
                  <a:pt x="52330" y="306943"/>
                  <a:pt x="56616" y="302647"/>
                  <a:pt x="56616" y="297351"/>
                </a:cubicBezTo>
                <a:cubicBezTo>
                  <a:pt x="56654" y="294798"/>
                  <a:pt x="55654" y="292341"/>
                  <a:pt x="53844" y="290541"/>
                </a:cubicBezTo>
                <a:cubicBezTo>
                  <a:pt x="52044" y="288731"/>
                  <a:pt x="49587" y="287731"/>
                  <a:pt x="47034" y="287769"/>
                </a:cubicBezTo>
                <a:lnTo>
                  <a:pt x="19173" y="287769"/>
                </a:lnTo>
                <a:lnTo>
                  <a:pt x="19173" y="274091"/>
                </a:lnTo>
                <a:lnTo>
                  <a:pt x="71694" y="274091"/>
                </a:lnTo>
                <a:cubicBezTo>
                  <a:pt x="76990" y="274091"/>
                  <a:pt x="81286" y="269805"/>
                  <a:pt x="81286" y="264509"/>
                </a:cubicBezTo>
                <a:cubicBezTo>
                  <a:pt x="81286" y="259213"/>
                  <a:pt x="76990" y="254927"/>
                  <a:pt x="71694" y="254927"/>
                </a:cubicBezTo>
                <a:lnTo>
                  <a:pt x="19173" y="254927"/>
                </a:lnTo>
                <a:lnTo>
                  <a:pt x="19173" y="247259"/>
                </a:lnTo>
                <a:cubicBezTo>
                  <a:pt x="19707" y="242830"/>
                  <a:pt x="22517" y="239001"/>
                  <a:pt x="26584" y="237162"/>
                </a:cubicBezTo>
                <a:cubicBezTo>
                  <a:pt x="46558" y="226618"/>
                  <a:pt x="68160" y="219494"/>
                  <a:pt x="90487" y="216074"/>
                </a:cubicBezTo>
                <a:lnTo>
                  <a:pt x="143398" y="296970"/>
                </a:lnTo>
                <a:lnTo>
                  <a:pt x="146332" y="301447"/>
                </a:lnTo>
                <a:lnTo>
                  <a:pt x="163591" y="301447"/>
                </a:lnTo>
                <a:lnTo>
                  <a:pt x="166525" y="296970"/>
                </a:lnTo>
                <a:lnTo>
                  <a:pt x="219055" y="216579"/>
                </a:lnTo>
                <a:cubicBezTo>
                  <a:pt x="240411" y="220065"/>
                  <a:pt x="261042" y="227018"/>
                  <a:pt x="280149" y="237162"/>
                </a:cubicBezTo>
                <a:cubicBezTo>
                  <a:pt x="284216" y="239001"/>
                  <a:pt x="287026" y="242830"/>
                  <a:pt x="287559" y="247259"/>
                </a:cubicBezTo>
                <a:lnTo>
                  <a:pt x="287559" y="254927"/>
                </a:lnTo>
                <a:lnTo>
                  <a:pt x="238353" y="254927"/>
                </a:lnTo>
                <a:cubicBezTo>
                  <a:pt x="233067" y="254927"/>
                  <a:pt x="228771" y="259213"/>
                  <a:pt x="228771" y="264509"/>
                </a:cubicBezTo>
                <a:cubicBezTo>
                  <a:pt x="228771" y="269805"/>
                  <a:pt x="233067" y="274091"/>
                  <a:pt x="238353" y="274091"/>
                </a:cubicBezTo>
                <a:lnTo>
                  <a:pt x="287559" y="274091"/>
                </a:lnTo>
                <a:lnTo>
                  <a:pt x="287559" y="287645"/>
                </a:lnTo>
                <a:lnTo>
                  <a:pt x="259822" y="287645"/>
                </a:lnTo>
                <a:cubicBezTo>
                  <a:pt x="257270" y="287607"/>
                  <a:pt x="254812" y="288607"/>
                  <a:pt x="253012" y="290407"/>
                </a:cubicBezTo>
                <a:cubicBezTo>
                  <a:pt x="251202" y="292217"/>
                  <a:pt x="250212" y="294674"/>
                  <a:pt x="250240" y="297227"/>
                </a:cubicBezTo>
                <a:cubicBezTo>
                  <a:pt x="250240" y="302523"/>
                  <a:pt x="254536" y="306809"/>
                  <a:pt x="259822" y="306809"/>
                </a:cubicBezTo>
                <a:lnTo>
                  <a:pt x="297141" y="306809"/>
                </a:lnTo>
                <a:cubicBezTo>
                  <a:pt x="302409" y="306743"/>
                  <a:pt x="306666" y="302494"/>
                  <a:pt x="306733" y="297227"/>
                </a:cubicBezTo>
                <a:lnTo>
                  <a:pt x="306733" y="247640"/>
                </a:lnTo>
                <a:cubicBezTo>
                  <a:pt x="306390" y="236191"/>
                  <a:pt x="299751" y="225856"/>
                  <a:pt x="289474" y="220799"/>
                </a:cubicBezTo>
                <a:moveTo>
                  <a:pt x="155028" y="244192"/>
                </a:moveTo>
                <a:lnTo>
                  <a:pt x="132026" y="211978"/>
                </a:lnTo>
                <a:lnTo>
                  <a:pt x="153362" y="211978"/>
                </a:lnTo>
                <a:cubicBezTo>
                  <a:pt x="160648" y="211978"/>
                  <a:pt x="169983" y="211978"/>
                  <a:pt x="177907" y="212750"/>
                </a:cubicBezTo>
                <a:lnTo>
                  <a:pt x="155028" y="244192"/>
                </a:lnTo>
                <a:moveTo>
                  <a:pt x="95850" y="95935"/>
                </a:moveTo>
                <a:cubicBezTo>
                  <a:pt x="95850" y="90639"/>
                  <a:pt x="91563" y="86353"/>
                  <a:pt x="86267" y="86353"/>
                </a:cubicBezTo>
                <a:cubicBezTo>
                  <a:pt x="80972" y="86353"/>
                  <a:pt x="76685" y="90639"/>
                  <a:pt x="76685" y="95935"/>
                </a:cubicBezTo>
                <a:cubicBezTo>
                  <a:pt x="76685" y="138283"/>
                  <a:pt x="111013" y="172621"/>
                  <a:pt x="153362" y="172621"/>
                </a:cubicBezTo>
                <a:cubicBezTo>
                  <a:pt x="195719" y="172621"/>
                  <a:pt x="230047" y="138283"/>
                  <a:pt x="230047" y="95935"/>
                </a:cubicBezTo>
                <a:cubicBezTo>
                  <a:pt x="230047" y="90639"/>
                  <a:pt x="225761" y="86353"/>
                  <a:pt x="220465" y="86353"/>
                </a:cubicBezTo>
                <a:cubicBezTo>
                  <a:pt x="215169" y="86353"/>
                  <a:pt x="210873" y="90639"/>
                  <a:pt x="210873" y="95935"/>
                </a:cubicBezTo>
                <a:cubicBezTo>
                  <a:pt x="210873" y="127701"/>
                  <a:pt x="185127" y="153447"/>
                  <a:pt x="153362" y="153447"/>
                </a:cubicBezTo>
                <a:cubicBezTo>
                  <a:pt x="121605" y="153447"/>
                  <a:pt x="95850" y="127701"/>
                  <a:pt x="95850" y="95935"/>
                </a:cubicBezTo>
                <a:moveTo>
                  <a:pt x="76685" y="58616"/>
                </a:moveTo>
                <a:cubicBezTo>
                  <a:pt x="75618" y="60302"/>
                  <a:pt x="75047" y="62245"/>
                  <a:pt x="75018" y="64236"/>
                </a:cubicBezTo>
                <a:cubicBezTo>
                  <a:pt x="75018" y="70446"/>
                  <a:pt x="80057" y="75485"/>
                  <a:pt x="86267" y="75485"/>
                </a:cubicBezTo>
                <a:cubicBezTo>
                  <a:pt x="92478" y="75485"/>
                  <a:pt x="97516" y="70446"/>
                  <a:pt x="97516" y="64236"/>
                </a:cubicBezTo>
                <a:cubicBezTo>
                  <a:pt x="97526" y="62436"/>
                  <a:pt x="97040" y="60674"/>
                  <a:pt x="96107" y="59131"/>
                </a:cubicBezTo>
                <a:lnTo>
                  <a:pt x="121672" y="59131"/>
                </a:lnTo>
                <a:cubicBezTo>
                  <a:pt x="120738" y="60674"/>
                  <a:pt x="120253" y="62436"/>
                  <a:pt x="120262" y="64236"/>
                </a:cubicBezTo>
                <a:cubicBezTo>
                  <a:pt x="120262" y="70446"/>
                  <a:pt x="125301" y="75485"/>
                  <a:pt x="131511" y="75485"/>
                </a:cubicBezTo>
                <a:cubicBezTo>
                  <a:pt x="137721" y="75485"/>
                  <a:pt x="142760" y="70446"/>
                  <a:pt x="142760" y="64236"/>
                </a:cubicBezTo>
                <a:cubicBezTo>
                  <a:pt x="142770" y="62436"/>
                  <a:pt x="142284" y="60674"/>
                  <a:pt x="141350" y="59131"/>
                </a:cubicBezTo>
                <a:lnTo>
                  <a:pt x="166916" y="59131"/>
                </a:lnTo>
                <a:cubicBezTo>
                  <a:pt x="164620" y="63274"/>
                  <a:pt x="165182" y="68418"/>
                  <a:pt x="168306" y="71980"/>
                </a:cubicBezTo>
                <a:cubicBezTo>
                  <a:pt x="171430" y="75542"/>
                  <a:pt x="176460" y="76761"/>
                  <a:pt x="180870" y="75028"/>
                </a:cubicBezTo>
                <a:cubicBezTo>
                  <a:pt x="185289" y="73294"/>
                  <a:pt x="188137" y="68980"/>
                  <a:pt x="188004" y="64236"/>
                </a:cubicBezTo>
                <a:cubicBezTo>
                  <a:pt x="188004" y="62436"/>
                  <a:pt x="187518" y="60674"/>
                  <a:pt x="186594" y="59131"/>
                </a:cubicBezTo>
                <a:lnTo>
                  <a:pt x="212159" y="59131"/>
                </a:lnTo>
                <a:cubicBezTo>
                  <a:pt x="209864" y="63274"/>
                  <a:pt x="210426" y="68418"/>
                  <a:pt x="213550" y="71980"/>
                </a:cubicBezTo>
                <a:cubicBezTo>
                  <a:pt x="216674" y="75542"/>
                  <a:pt x="221703" y="76761"/>
                  <a:pt x="226113" y="75028"/>
                </a:cubicBezTo>
                <a:cubicBezTo>
                  <a:pt x="230533" y="73294"/>
                  <a:pt x="233381" y="68980"/>
                  <a:pt x="233248" y="64236"/>
                </a:cubicBezTo>
                <a:cubicBezTo>
                  <a:pt x="233191" y="61979"/>
                  <a:pt x="232429" y="59788"/>
                  <a:pt x="231066" y="57978"/>
                </a:cubicBezTo>
                <a:cubicBezTo>
                  <a:pt x="234343" y="56445"/>
                  <a:pt x="236439" y="53159"/>
                  <a:pt x="236439" y="49539"/>
                </a:cubicBezTo>
                <a:cubicBezTo>
                  <a:pt x="236477" y="46986"/>
                  <a:pt x="235477" y="44529"/>
                  <a:pt x="233667" y="42729"/>
                </a:cubicBezTo>
                <a:cubicBezTo>
                  <a:pt x="231867" y="40919"/>
                  <a:pt x="229409" y="39919"/>
                  <a:pt x="226856" y="39957"/>
                </a:cubicBezTo>
                <a:lnTo>
                  <a:pt x="219436" y="39957"/>
                </a:lnTo>
                <a:cubicBezTo>
                  <a:pt x="219494" y="39319"/>
                  <a:pt x="219494" y="38681"/>
                  <a:pt x="219436" y="38042"/>
                </a:cubicBezTo>
                <a:cubicBezTo>
                  <a:pt x="205730" y="14592"/>
                  <a:pt x="180632" y="161"/>
                  <a:pt x="153476" y="76"/>
                </a:cubicBezTo>
                <a:cubicBezTo>
                  <a:pt x="126320" y="0"/>
                  <a:pt x="101145" y="14297"/>
                  <a:pt x="87287" y="37652"/>
                </a:cubicBezTo>
                <a:cubicBezTo>
                  <a:pt x="87239" y="38290"/>
                  <a:pt x="87239" y="38938"/>
                  <a:pt x="87287" y="39576"/>
                </a:cubicBezTo>
                <a:lnTo>
                  <a:pt x="79238" y="39576"/>
                </a:lnTo>
                <a:cubicBezTo>
                  <a:pt x="73980" y="38871"/>
                  <a:pt x="69151" y="42557"/>
                  <a:pt x="68437" y="47815"/>
                </a:cubicBezTo>
                <a:cubicBezTo>
                  <a:pt x="67732" y="53073"/>
                  <a:pt x="71427" y="57911"/>
                  <a:pt x="76685" y="58616"/>
                </a:cubicBezTo>
                <a:moveTo>
                  <a:pt x="153362" y="19507"/>
                </a:moveTo>
                <a:cubicBezTo>
                  <a:pt x="170268" y="19564"/>
                  <a:pt x="186299" y="27041"/>
                  <a:pt x="197205" y="39957"/>
                </a:cubicBezTo>
                <a:lnTo>
                  <a:pt x="109527" y="39957"/>
                </a:lnTo>
                <a:cubicBezTo>
                  <a:pt x="120434" y="27041"/>
                  <a:pt x="136464" y="19564"/>
                  <a:pt x="153362" y="19507"/>
                </a:cubicBezTo>
                <a:moveTo>
                  <a:pt x="175860" y="107565"/>
                </a:moveTo>
                <a:cubicBezTo>
                  <a:pt x="180479" y="107613"/>
                  <a:pt x="184680" y="104860"/>
                  <a:pt x="186470" y="100603"/>
                </a:cubicBezTo>
                <a:cubicBezTo>
                  <a:pt x="188261" y="96345"/>
                  <a:pt x="187299" y="91420"/>
                  <a:pt x="184032" y="88144"/>
                </a:cubicBezTo>
                <a:cubicBezTo>
                  <a:pt x="180755" y="84877"/>
                  <a:pt x="175841" y="83915"/>
                  <a:pt x="171573" y="85705"/>
                </a:cubicBezTo>
                <a:cubicBezTo>
                  <a:pt x="167316" y="87496"/>
                  <a:pt x="164563" y="91697"/>
                  <a:pt x="164611" y="96316"/>
                </a:cubicBezTo>
                <a:cubicBezTo>
                  <a:pt x="164611" y="102527"/>
                  <a:pt x="169649" y="107565"/>
                  <a:pt x="175860" y="107565"/>
                </a:cubicBezTo>
                <a:moveTo>
                  <a:pt x="119624" y="96316"/>
                </a:moveTo>
                <a:cubicBezTo>
                  <a:pt x="119624" y="102527"/>
                  <a:pt x="124663" y="107565"/>
                  <a:pt x="130873" y="107565"/>
                </a:cubicBezTo>
                <a:cubicBezTo>
                  <a:pt x="137083" y="107565"/>
                  <a:pt x="142122" y="102527"/>
                  <a:pt x="142122" y="96316"/>
                </a:cubicBezTo>
                <a:cubicBezTo>
                  <a:pt x="142122" y="90106"/>
                  <a:pt x="137083" y="85067"/>
                  <a:pt x="130873" y="85067"/>
                </a:cubicBezTo>
                <a:cubicBezTo>
                  <a:pt x="124663" y="85067"/>
                  <a:pt x="119624" y="90106"/>
                  <a:pt x="119624" y="96316"/>
                </a:cubicBezTo>
                <a:moveTo>
                  <a:pt x="135988" y="125453"/>
                </a:moveTo>
                <a:cubicBezTo>
                  <a:pt x="136807" y="122262"/>
                  <a:pt x="139712" y="120043"/>
                  <a:pt x="143017" y="120091"/>
                </a:cubicBezTo>
                <a:lnTo>
                  <a:pt x="166144" y="120091"/>
                </a:lnTo>
                <a:cubicBezTo>
                  <a:pt x="169297" y="120357"/>
                  <a:pt x="171897" y="122662"/>
                  <a:pt x="172545" y="125749"/>
                </a:cubicBezTo>
                <a:cubicBezTo>
                  <a:pt x="173193" y="128844"/>
                  <a:pt x="171735" y="131997"/>
                  <a:pt x="168954" y="133511"/>
                </a:cubicBezTo>
                <a:cubicBezTo>
                  <a:pt x="167392" y="134397"/>
                  <a:pt x="165715" y="135083"/>
                  <a:pt x="163972" y="135550"/>
                </a:cubicBezTo>
                <a:cubicBezTo>
                  <a:pt x="157600" y="137474"/>
                  <a:pt x="150799" y="137474"/>
                  <a:pt x="144418" y="135550"/>
                </a:cubicBezTo>
                <a:cubicBezTo>
                  <a:pt x="142732" y="135064"/>
                  <a:pt x="141093" y="134378"/>
                  <a:pt x="139560" y="133511"/>
                </a:cubicBezTo>
                <a:cubicBezTo>
                  <a:pt x="136664" y="131968"/>
                  <a:pt x="135188" y="128644"/>
                  <a:pt x="135988" y="125453"/>
                </a:cubicBezTo>
              </a:path>
            </a:pathLst>
          </a:custGeom>
          <a:solidFill>
            <a:srgbClr val="375FA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858017" y="3589715"/>
            <a:ext cx="312801" cy="313667"/>
          </a:xfrm>
          <a:custGeom>
            <a:avLst/>
            <a:gdLst/>
            <a:ahLst/>
            <a:cxnLst/>
            <a:rect l="0" t="0" r="0" b="0"/>
            <a:pathLst>
              <a:path w="312801" h="313667">
                <a:moveTo>
                  <a:pt x="211216" y="23107"/>
                </a:moveTo>
                <a:cubicBezTo>
                  <a:pt x="232629" y="1628"/>
                  <a:pt x="268052" y="0"/>
                  <a:pt x="291093" y="23107"/>
                </a:cubicBezTo>
                <a:cubicBezTo>
                  <a:pt x="312801" y="44872"/>
                  <a:pt x="312486" y="80171"/>
                  <a:pt x="291322" y="102898"/>
                </a:cubicBezTo>
                <a:cubicBezTo>
                  <a:pt x="291236" y="102993"/>
                  <a:pt x="291141" y="103089"/>
                  <a:pt x="291055" y="103184"/>
                </a:cubicBezTo>
                <a:lnTo>
                  <a:pt x="279758" y="114347"/>
                </a:lnTo>
                <a:lnTo>
                  <a:pt x="199872" y="34470"/>
                </a:lnTo>
                <a:lnTo>
                  <a:pt x="211216" y="23098"/>
                </a:lnTo>
                <a:moveTo>
                  <a:pt x="181822" y="52568"/>
                </a:moveTo>
                <a:lnTo>
                  <a:pt x="26317" y="208530"/>
                </a:lnTo>
                <a:cubicBezTo>
                  <a:pt x="25117" y="209730"/>
                  <a:pt x="24260" y="211235"/>
                  <a:pt x="23822" y="212874"/>
                </a:cubicBezTo>
                <a:lnTo>
                  <a:pt x="857" y="301113"/>
                </a:lnTo>
                <a:cubicBezTo>
                  <a:pt x="0" y="304409"/>
                  <a:pt x="952" y="307914"/>
                  <a:pt x="3362" y="310314"/>
                </a:cubicBezTo>
                <a:cubicBezTo>
                  <a:pt x="5772" y="312724"/>
                  <a:pt x="9277" y="313667"/>
                  <a:pt x="12563" y="312810"/>
                </a:cubicBezTo>
                <a:lnTo>
                  <a:pt x="100555" y="289788"/>
                </a:lnTo>
                <a:cubicBezTo>
                  <a:pt x="102184" y="289359"/>
                  <a:pt x="103670" y="288512"/>
                  <a:pt x="104870" y="287321"/>
                </a:cubicBezTo>
                <a:lnTo>
                  <a:pt x="121967" y="270424"/>
                </a:lnTo>
                <a:lnTo>
                  <a:pt x="121967" y="245687"/>
                </a:lnTo>
                <a:cubicBezTo>
                  <a:pt x="121967" y="235419"/>
                  <a:pt x="126796" y="226294"/>
                  <a:pt x="134312" y="220456"/>
                </a:cubicBezTo>
                <a:cubicBezTo>
                  <a:pt x="128911" y="212378"/>
                  <a:pt x="127482" y="202272"/>
                  <a:pt x="130444" y="193014"/>
                </a:cubicBezTo>
                <a:cubicBezTo>
                  <a:pt x="142808" y="154152"/>
                  <a:pt x="179555" y="126606"/>
                  <a:pt x="222456" y="126606"/>
                </a:cubicBezTo>
                <a:cubicBezTo>
                  <a:pt x="235619" y="126606"/>
                  <a:pt x="248288" y="129244"/>
                  <a:pt x="259870" y="134045"/>
                </a:cubicBezTo>
                <a:lnTo>
                  <a:pt x="261585" y="132349"/>
                </a:lnTo>
                <a:lnTo>
                  <a:pt x="181832" y="52597"/>
                </a:lnTo>
                <a:moveTo>
                  <a:pt x="153914" y="232886"/>
                </a:moveTo>
                <a:lnTo>
                  <a:pt x="198062" y="232886"/>
                </a:lnTo>
                <a:cubicBezTo>
                  <a:pt x="203234" y="232895"/>
                  <a:pt x="207892" y="236000"/>
                  <a:pt x="209864" y="240782"/>
                </a:cubicBezTo>
                <a:cubicBezTo>
                  <a:pt x="211845" y="245554"/>
                  <a:pt x="210750" y="251050"/>
                  <a:pt x="207102" y="254708"/>
                </a:cubicBezTo>
                <a:lnTo>
                  <a:pt x="189233" y="272576"/>
                </a:lnTo>
                <a:cubicBezTo>
                  <a:pt x="198939" y="281444"/>
                  <a:pt x="211626" y="286350"/>
                  <a:pt x="224770" y="286321"/>
                </a:cubicBezTo>
                <a:cubicBezTo>
                  <a:pt x="248278" y="286321"/>
                  <a:pt x="267728" y="271319"/>
                  <a:pt x="274167" y="251088"/>
                </a:cubicBezTo>
                <a:cubicBezTo>
                  <a:pt x="276310" y="244363"/>
                  <a:pt x="283502" y="240649"/>
                  <a:pt x="290226" y="242792"/>
                </a:cubicBezTo>
                <a:cubicBezTo>
                  <a:pt x="296951" y="244935"/>
                  <a:pt x="300675" y="252117"/>
                  <a:pt x="298532" y="258851"/>
                </a:cubicBezTo>
                <a:cubicBezTo>
                  <a:pt x="288693" y="289721"/>
                  <a:pt x="259365" y="311886"/>
                  <a:pt x="224790" y="311886"/>
                </a:cubicBezTo>
                <a:cubicBezTo>
                  <a:pt x="204854" y="311924"/>
                  <a:pt x="185661" y="304333"/>
                  <a:pt x="171145" y="290674"/>
                </a:cubicBezTo>
                <a:lnTo>
                  <a:pt x="162963" y="298846"/>
                </a:lnTo>
                <a:cubicBezTo>
                  <a:pt x="159315" y="302514"/>
                  <a:pt x="153809" y="303609"/>
                  <a:pt x="149028" y="301637"/>
                </a:cubicBezTo>
                <a:cubicBezTo>
                  <a:pt x="144246" y="299656"/>
                  <a:pt x="141131" y="294989"/>
                  <a:pt x="141141" y="289817"/>
                </a:cubicBezTo>
                <a:lnTo>
                  <a:pt x="141141" y="245668"/>
                </a:lnTo>
                <a:cubicBezTo>
                  <a:pt x="141141" y="238610"/>
                  <a:pt x="146856" y="232886"/>
                  <a:pt x="153914" y="232886"/>
                </a:cubicBezTo>
                <a:moveTo>
                  <a:pt x="298208" y="156029"/>
                </a:moveTo>
                <a:cubicBezTo>
                  <a:pt x="302980" y="158010"/>
                  <a:pt x="306095" y="162667"/>
                  <a:pt x="306095" y="167840"/>
                </a:cubicBezTo>
                <a:lnTo>
                  <a:pt x="306095" y="210816"/>
                </a:lnTo>
                <a:cubicBezTo>
                  <a:pt x="306095" y="217874"/>
                  <a:pt x="300370" y="223599"/>
                  <a:pt x="293312" y="223599"/>
                </a:cubicBezTo>
                <a:lnTo>
                  <a:pt x="250336" y="223599"/>
                </a:lnTo>
                <a:cubicBezTo>
                  <a:pt x="245163" y="223599"/>
                  <a:pt x="240506" y="220484"/>
                  <a:pt x="238525" y="215712"/>
                </a:cubicBezTo>
                <a:cubicBezTo>
                  <a:pt x="236553" y="210931"/>
                  <a:pt x="237648" y="205435"/>
                  <a:pt x="241296" y="201787"/>
                </a:cubicBezTo>
                <a:lnTo>
                  <a:pt x="258003" y="185080"/>
                </a:lnTo>
                <a:cubicBezTo>
                  <a:pt x="248297" y="176202"/>
                  <a:pt x="235610" y="171297"/>
                  <a:pt x="222456" y="171326"/>
                </a:cubicBezTo>
                <a:cubicBezTo>
                  <a:pt x="198958" y="171326"/>
                  <a:pt x="179508" y="186328"/>
                  <a:pt x="173059" y="206559"/>
                </a:cubicBezTo>
                <a:cubicBezTo>
                  <a:pt x="170926" y="213293"/>
                  <a:pt x="163734" y="217008"/>
                  <a:pt x="157010" y="214864"/>
                </a:cubicBezTo>
                <a:cubicBezTo>
                  <a:pt x="150285" y="212731"/>
                  <a:pt x="146561" y="205539"/>
                  <a:pt x="148704" y="198815"/>
                </a:cubicBezTo>
                <a:cubicBezTo>
                  <a:pt x="158543" y="167944"/>
                  <a:pt x="187861" y="145770"/>
                  <a:pt x="222446" y="145770"/>
                </a:cubicBezTo>
                <a:cubicBezTo>
                  <a:pt x="242382" y="145732"/>
                  <a:pt x="261566" y="153323"/>
                  <a:pt x="276091" y="166982"/>
                </a:cubicBezTo>
                <a:lnTo>
                  <a:pt x="284283" y="158800"/>
                </a:lnTo>
                <a:cubicBezTo>
                  <a:pt x="287931" y="155143"/>
                  <a:pt x="293436" y="154047"/>
                  <a:pt x="298208" y="156029"/>
                </a:cubicBezTo>
              </a:path>
            </a:pathLst>
          </a:custGeom>
          <a:solidFill>
            <a:srgbClr val="E49B0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181" y="371474"/>
            <a:ext cx="7861636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700" b="1">
                <a:solidFill>
                  <a:srgbClr val="18181E"/>
                </a:solidFill>
                <a:latin typeface="Montserrat"/>
              </a:rPr>
              <a:t>How to get the best results from AI?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9855" y="1788152"/>
            <a:ext cx="1924299" cy="1840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18181E"/>
                </a:solidFill>
                <a:latin typeface="Montserrat"/>
              </a:rPr>
              <a:t>Few-Shot Prompting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3663372" y="2074435"/>
            <a:ext cx="1817255" cy="414012"/>
            <a:chOff x="3663372" y="2074435"/>
            <a:chExt cx="1817255" cy="414012"/>
          </a:xfrm>
        </p:grpSpPr>
        <p:sp>
          <p:nvSpPr>
            <p:cNvPr id="19" name="TextBox 18"/>
            <p:cNvSpPr txBox="1"/>
            <p:nvPr/>
          </p:nvSpPr>
          <p:spPr>
            <a:xfrm>
              <a:off x="3527078" y="2074435"/>
              <a:ext cx="2089843" cy="1379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8181E"/>
                  </a:solidFill>
                  <a:latin typeface="Montserrat"/>
                </a:rPr>
                <a:t>Gives specific examples to help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527078" y="2212357"/>
              <a:ext cx="2089843" cy="1380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8181E"/>
                  </a:solidFill>
                  <a:latin typeface="Montserrat"/>
                </a:rPr>
                <a:t>the AI understand the desired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527078" y="2350374"/>
              <a:ext cx="2089843" cy="138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8181E"/>
                  </a:solidFill>
                  <a:latin typeface="Montserrat"/>
                </a:rPr>
                <a:t>output.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746689" y="3340485"/>
            <a:ext cx="1906226" cy="1840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200" b="1">
                <a:solidFill>
                  <a:srgbClr val="18181E"/>
                </a:solidFill>
                <a:latin typeface="Montserrat"/>
              </a:rPr>
              <a:t>Contextual Personas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1084" y="3493853"/>
            <a:ext cx="1906357" cy="1840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18181E"/>
                </a:solidFill>
                <a:latin typeface="Montserrat"/>
              </a:rPr>
              <a:t>Iterative Refinement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722436" y="3649813"/>
            <a:ext cx="1930479" cy="414012"/>
            <a:chOff x="722436" y="3649813"/>
            <a:chExt cx="1930479" cy="414012"/>
          </a:xfrm>
        </p:grpSpPr>
        <p:sp>
          <p:nvSpPr>
            <p:cNvPr id="25" name="TextBox 24"/>
            <p:cNvSpPr txBox="1"/>
            <p:nvPr/>
          </p:nvSpPr>
          <p:spPr>
            <a:xfrm>
              <a:off x="432865" y="3649813"/>
              <a:ext cx="2220050" cy="1379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18181E"/>
                  </a:solidFill>
                  <a:latin typeface="Montserrat"/>
                </a:rPr>
                <a:t>Provides clear roles and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32865" y="3787734"/>
              <a:ext cx="2220050" cy="1380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18181E"/>
                  </a:solidFill>
                  <a:latin typeface="Montserrat"/>
                </a:rPr>
                <a:t>background information to guide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32865" y="3925752"/>
              <a:ext cx="2220050" cy="138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18181E"/>
                  </a:solidFill>
                  <a:latin typeface="Montserrat"/>
                </a:rPr>
                <a:t>AI output.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6491084" y="3795491"/>
            <a:ext cx="1835943" cy="276023"/>
            <a:chOff x="6491084" y="3795491"/>
            <a:chExt cx="1835943" cy="276023"/>
          </a:xfrm>
        </p:grpSpPr>
        <p:sp>
          <p:nvSpPr>
            <p:cNvPr id="29" name="TextBox 28"/>
            <p:cNvSpPr txBox="1"/>
            <p:nvPr/>
          </p:nvSpPr>
          <p:spPr>
            <a:xfrm>
              <a:off x="6491084" y="3795491"/>
              <a:ext cx="2111334" cy="1380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Treats AI output as a draft to be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91084" y="3933508"/>
              <a:ext cx="2111334" cy="1380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improved through revisions.</a:t>
              </a:r>
            </a:p>
          </p:txBody>
        </p:sp>
      </p:grpSp>
      <p:sp>
        <p:nvSpPr>
          <p:cNvPr id="32" name="Rounded Rectangle 31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896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0512" y="1735475"/>
            <a:ext cx="1684200" cy="1585131"/>
          </a:xfrm>
          <a:custGeom>
            <a:avLst/>
            <a:gdLst/>
            <a:ahLst/>
            <a:cxnLst/>
            <a:rect l="0" t="0" r="0" b="0"/>
            <a:pathLst>
              <a:path w="1684200" h="1585131">
                <a:moveTo>
                  <a:pt x="0" y="0"/>
                </a:moveTo>
                <a:lnTo>
                  <a:pt x="1684200" y="0"/>
                </a:lnTo>
                <a:lnTo>
                  <a:pt x="1684200" y="1585131"/>
                </a:lnTo>
                <a:lnTo>
                  <a:pt x="0" y="1585131"/>
                </a:lnTo>
                <a:lnTo>
                  <a:pt x="0" y="0"/>
                </a:lnTo>
              </a:path>
            </a:pathLst>
          </a:custGeom>
          <a:solidFill>
            <a:srgbClr val="375FA7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17839" y="3312350"/>
            <a:ext cx="1469548" cy="9525"/>
          </a:xfrm>
          <a:custGeom>
            <a:avLst/>
            <a:gdLst/>
            <a:ahLst/>
            <a:cxnLst/>
            <a:rect l="0" t="0" r="0" b="0"/>
            <a:pathLst>
              <a:path w="1469548" h="9525">
                <a:moveTo>
                  <a:pt x="0" y="0"/>
                </a:moveTo>
                <a:lnTo>
                  <a:pt x="1469548" y="0"/>
                </a:lnTo>
              </a:path>
            </a:pathLst>
          </a:custGeom>
          <a:noFill/>
          <a:ln w="24767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92855" y="1735475"/>
            <a:ext cx="1684200" cy="1585131"/>
          </a:xfrm>
          <a:custGeom>
            <a:avLst/>
            <a:gdLst/>
            <a:ahLst/>
            <a:cxnLst/>
            <a:rect l="0" t="0" r="0" b="0"/>
            <a:pathLst>
              <a:path w="1684200" h="1585131">
                <a:moveTo>
                  <a:pt x="0" y="0"/>
                </a:moveTo>
                <a:lnTo>
                  <a:pt x="1684200" y="0"/>
                </a:lnTo>
                <a:lnTo>
                  <a:pt x="1684200" y="1585131"/>
                </a:lnTo>
                <a:lnTo>
                  <a:pt x="0" y="1585131"/>
                </a:lnTo>
                <a:lnTo>
                  <a:pt x="0" y="0"/>
                </a:lnTo>
              </a:path>
            </a:pathLst>
          </a:custGeom>
          <a:solidFill>
            <a:srgbClr val="32928C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900182" y="3312350"/>
            <a:ext cx="1469548" cy="9525"/>
          </a:xfrm>
          <a:custGeom>
            <a:avLst/>
            <a:gdLst/>
            <a:ahLst/>
            <a:cxnLst/>
            <a:rect l="0" t="0" r="0" b="0"/>
            <a:pathLst>
              <a:path w="1469548" h="9525">
                <a:moveTo>
                  <a:pt x="0" y="0"/>
                </a:moveTo>
                <a:lnTo>
                  <a:pt x="1469548" y="0"/>
                </a:lnTo>
              </a:path>
            </a:pathLst>
          </a:custGeom>
          <a:noFill/>
          <a:ln w="24767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75198" y="1735475"/>
            <a:ext cx="1684200" cy="1585131"/>
          </a:xfrm>
          <a:custGeom>
            <a:avLst/>
            <a:gdLst/>
            <a:ahLst/>
            <a:cxnLst/>
            <a:rect l="0" t="0" r="0" b="0"/>
            <a:pathLst>
              <a:path w="1684200" h="1585131">
                <a:moveTo>
                  <a:pt x="0" y="0"/>
                </a:moveTo>
                <a:lnTo>
                  <a:pt x="1684200" y="0"/>
                </a:lnTo>
                <a:lnTo>
                  <a:pt x="1684200" y="1585131"/>
                </a:lnTo>
                <a:lnTo>
                  <a:pt x="0" y="1585131"/>
                </a:lnTo>
                <a:lnTo>
                  <a:pt x="0" y="0"/>
                </a:lnTo>
              </a:path>
            </a:pathLst>
          </a:custGeom>
          <a:solidFill>
            <a:srgbClr val="569C6E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782524" y="3312350"/>
            <a:ext cx="1469548" cy="9525"/>
          </a:xfrm>
          <a:custGeom>
            <a:avLst/>
            <a:gdLst/>
            <a:ahLst/>
            <a:cxnLst/>
            <a:rect l="0" t="0" r="0" b="0"/>
            <a:pathLst>
              <a:path w="1469548" h="9525">
                <a:moveTo>
                  <a:pt x="0" y="0"/>
                </a:moveTo>
                <a:lnTo>
                  <a:pt x="1469548" y="0"/>
                </a:lnTo>
              </a:path>
            </a:pathLst>
          </a:custGeom>
          <a:noFill/>
          <a:ln w="24767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57541" y="1735475"/>
            <a:ext cx="1684200" cy="1585131"/>
          </a:xfrm>
          <a:custGeom>
            <a:avLst/>
            <a:gdLst/>
            <a:ahLst/>
            <a:cxnLst/>
            <a:rect l="0" t="0" r="0" b="0"/>
            <a:pathLst>
              <a:path w="1684200" h="1585131">
                <a:moveTo>
                  <a:pt x="0" y="0"/>
                </a:moveTo>
                <a:lnTo>
                  <a:pt x="1684200" y="0"/>
                </a:lnTo>
                <a:lnTo>
                  <a:pt x="1684200" y="1585131"/>
                </a:lnTo>
                <a:lnTo>
                  <a:pt x="0" y="1585131"/>
                </a:lnTo>
                <a:lnTo>
                  <a:pt x="0" y="0"/>
                </a:lnTo>
              </a:path>
            </a:pathLst>
          </a:custGeom>
          <a:solidFill>
            <a:srgbClr val="90A243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64868" y="3312350"/>
            <a:ext cx="1469548" cy="9525"/>
          </a:xfrm>
          <a:custGeom>
            <a:avLst/>
            <a:gdLst/>
            <a:ahLst/>
            <a:cxnLst/>
            <a:rect l="0" t="0" r="0" b="0"/>
            <a:pathLst>
              <a:path w="1469548" h="9525">
                <a:moveTo>
                  <a:pt x="0" y="0"/>
                </a:moveTo>
                <a:lnTo>
                  <a:pt x="1469548" y="0"/>
                </a:lnTo>
              </a:path>
            </a:pathLst>
          </a:custGeom>
          <a:noFill/>
          <a:ln w="24767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0512" y="3320606"/>
            <a:ext cx="1684200" cy="1451419"/>
          </a:xfrm>
          <a:custGeom>
            <a:avLst/>
            <a:gdLst/>
            <a:ahLst/>
            <a:cxnLst/>
            <a:rect l="0" t="0" r="0" b="0"/>
            <a:pathLst>
              <a:path w="1684200" h="1451419">
                <a:moveTo>
                  <a:pt x="1684200" y="1451419"/>
                </a:moveTo>
                <a:lnTo>
                  <a:pt x="0" y="1451419"/>
                </a:lnTo>
                <a:lnTo>
                  <a:pt x="0" y="0"/>
                </a:lnTo>
                <a:lnTo>
                  <a:pt x="1684200" y="0"/>
                </a:lnTo>
                <a:lnTo>
                  <a:pt x="1684200" y="1451419"/>
                </a:lnTo>
              </a:path>
            </a:pathLst>
          </a:custGeom>
          <a:solidFill>
            <a:srgbClr val="375FA7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792855" y="3320606"/>
            <a:ext cx="1684200" cy="1451419"/>
          </a:xfrm>
          <a:custGeom>
            <a:avLst/>
            <a:gdLst/>
            <a:ahLst/>
            <a:cxnLst/>
            <a:rect l="0" t="0" r="0" b="0"/>
            <a:pathLst>
              <a:path w="1684200" h="1451419">
                <a:moveTo>
                  <a:pt x="1684200" y="1451419"/>
                </a:moveTo>
                <a:lnTo>
                  <a:pt x="0" y="1451419"/>
                </a:lnTo>
                <a:lnTo>
                  <a:pt x="0" y="0"/>
                </a:lnTo>
                <a:lnTo>
                  <a:pt x="1684200" y="0"/>
                </a:lnTo>
                <a:lnTo>
                  <a:pt x="1684200" y="1451419"/>
                </a:lnTo>
              </a:path>
            </a:pathLst>
          </a:custGeom>
          <a:solidFill>
            <a:srgbClr val="32928C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75198" y="3320606"/>
            <a:ext cx="1684200" cy="1451419"/>
          </a:xfrm>
          <a:custGeom>
            <a:avLst/>
            <a:gdLst/>
            <a:ahLst/>
            <a:cxnLst/>
            <a:rect l="0" t="0" r="0" b="0"/>
            <a:pathLst>
              <a:path w="1684200" h="1451419">
                <a:moveTo>
                  <a:pt x="1684200" y="1451419"/>
                </a:moveTo>
                <a:lnTo>
                  <a:pt x="0" y="1451419"/>
                </a:lnTo>
                <a:lnTo>
                  <a:pt x="0" y="0"/>
                </a:lnTo>
                <a:lnTo>
                  <a:pt x="1684200" y="0"/>
                </a:lnTo>
                <a:lnTo>
                  <a:pt x="1684200" y="1451419"/>
                </a:lnTo>
              </a:path>
            </a:pathLst>
          </a:custGeom>
          <a:solidFill>
            <a:srgbClr val="569C6E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57541" y="3320606"/>
            <a:ext cx="1684200" cy="1451419"/>
          </a:xfrm>
          <a:custGeom>
            <a:avLst/>
            <a:gdLst/>
            <a:ahLst/>
            <a:cxnLst/>
            <a:rect l="0" t="0" r="0" b="0"/>
            <a:pathLst>
              <a:path w="1684200" h="1451419">
                <a:moveTo>
                  <a:pt x="1684200" y="1451419"/>
                </a:moveTo>
                <a:lnTo>
                  <a:pt x="0" y="1451419"/>
                </a:lnTo>
                <a:lnTo>
                  <a:pt x="0" y="0"/>
                </a:lnTo>
                <a:lnTo>
                  <a:pt x="1684200" y="0"/>
                </a:lnTo>
                <a:lnTo>
                  <a:pt x="1684200" y="1451419"/>
                </a:lnTo>
              </a:path>
            </a:pathLst>
          </a:custGeom>
          <a:solidFill>
            <a:srgbClr val="90A243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298541" y="2032689"/>
            <a:ext cx="908142" cy="990704"/>
          </a:xfrm>
          <a:custGeom>
            <a:avLst/>
            <a:gdLst/>
            <a:ahLst/>
            <a:cxnLst/>
            <a:rect l="0" t="0" r="0" b="0"/>
            <a:pathLst>
              <a:path w="908142" h="990704">
                <a:moveTo>
                  <a:pt x="846229" y="454075"/>
                </a:moveTo>
                <a:lnTo>
                  <a:pt x="61922" y="454075"/>
                </a:lnTo>
                <a:cubicBezTo>
                  <a:pt x="27717" y="454075"/>
                  <a:pt x="0" y="481793"/>
                  <a:pt x="0" y="515997"/>
                </a:cubicBezTo>
                <a:lnTo>
                  <a:pt x="0" y="970064"/>
                </a:lnTo>
                <a:cubicBezTo>
                  <a:pt x="0" y="981465"/>
                  <a:pt x="9239" y="990704"/>
                  <a:pt x="20640" y="990704"/>
                </a:cubicBezTo>
                <a:lnTo>
                  <a:pt x="887510" y="990704"/>
                </a:lnTo>
                <a:cubicBezTo>
                  <a:pt x="898902" y="990704"/>
                  <a:pt x="908142" y="981465"/>
                  <a:pt x="908142" y="970064"/>
                </a:cubicBezTo>
                <a:lnTo>
                  <a:pt x="908142" y="515997"/>
                </a:lnTo>
                <a:cubicBezTo>
                  <a:pt x="908142" y="481793"/>
                  <a:pt x="880424" y="454075"/>
                  <a:pt x="846229" y="454075"/>
                </a:cubicBezTo>
                <a:moveTo>
                  <a:pt x="126311" y="726519"/>
                </a:moveTo>
                <a:cubicBezTo>
                  <a:pt x="125168" y="720413"/>
                  <a:pt x="126663" y="714108"/>
                  <a:pt x="130444" y="709183"/>
                </a:cubicBezTo>
                <a:cubicBezTo>
                  <a:pt x="134521" y="704545"/>
                  <a:pt x="140369" y="701840"/>
                  <a:pt x="146542" y="701754"/>
                </a:cubicBezTo>
                <a:lnTo>
                  <a:pt x="348805" y="701754"/>
                </a:lnTo>
                <a:cubicBezTo>
                  <a:pt x="354987" y="701840"/>
                  <a:pt x="360835" y="704545"/>
                  <a:pt x="364912" y="709183"/>
                </a:cubicBezTo>
                <a:cubicBezTo>
                  <a:pt x="368684" y="714108"/>
                  <a:pt x="370179" y="720413"/>
                  <a:pt x="369036" y="726519"/>
                </a:cubicBezTo>
                <a:cubicBezTo>
                  <a:pt x="357320" y="784231"/>
                  <a:pt x="306571" y="825712"/>
                  <a:pt x="247678" y="825712"/>
                </a:cubicBezTo>
                <a:cubicBezTo>
                  <a:pt x="188775" y="825712"/>
                  <a:pt x="138036" y="784231"/>
                  <a:pt x="126311" y="726519"/>
                </a:cubicBezTo>
                <a:moveTo>
                  <a:pt x="557269" y="939107"/>
                </a:moveTo>
                <a:lnTo>
                  <a:pt x="350872" y="939107"/>
                </a:lnTo>
                <a:cubicBezTo>
                  <a:pt x="333775" y="939107"/>
                  <a:pt x="319916" y="925248"/>
                  <a:pt x="319916" y="908151"/>
                </a:cubicBezTo>
                <a:cubicBezTo>
                  <a:pt x="319916" y="891044"/>
                  <a:pt x="333775" y="877185"/>
                  <a:pt x="350872" y="877185"/>
                </a:cubicBezTo>
                <a:lnTo>
                  <a:pt x="412794" y="877185"/>
                </a:lnTo>
                <a:cubicBezTo>
                  <a:pt x="418490" y="877185"/>
                  <a:pt x="423110" y="872566"/>
                  <a:pt x="423110" y="866870"/>
                </a:cubicBezTo>
                <a:lnTo>
                  <a:pt x="423110" y="598551"/>
                </a:lnTo>
                <a:cubicBezTo>
                  <a:pt x="423110" y="592855"/>
                  <a:pt x="418490" y="588235"/>
                  <a:pt x="412794" y="588235"/>
                </a:cubicBezTo>
                <a:lnTo>
                  <a:pt x="288950" y="588235"/>
                </a:lnTo>
                <a:cubicBezTo>
                  <a:pt x="283254" y="588235"/>
                  <a:pt x="278634" y="592855"/>
                  <a:pt x="278634" y="598551"/>
                </a:cubicBezTo>
                <a:lnTo>
                  <a:pt x="278634" y="619191"/>
                </a:lnTo>
                <a:cubicBezTo>
                  <a:pt x="278634" y="636289"/>
                  <a:pt x="264775" y="650147"/>
                  <a:pt x="247678" y="650147"/>
                </a:cubicBezTo>
                <a:cubicBezTo>
                  <a:pt x="230571" y="650147"/>
                  <a:pt x="216712" y="636289"/>
                  <a:pt x="216712" y="619191"/>
                </a:cubicBezTo>
                <a:lnTo>
                  <a:pt x="216712" y="557269"/>
                </a:lnTo>
                <a:cubicBezTo>
                  <a:pt x="216941" y="540267"/>
                  <a:pt x="230666" y="526532"/>
                  <a:pt x="247678" y="526313"/>
                </a:cubicBezTo>
                <a:lnTo>
                  <a:pt x="660473" y="526313"/>
                </a:lnTo>
                <a:cubicBezTo>
                  <a:pt x="677475" y="526532"/>
                  <a:pt x="691210" y="540267"/>
                  <a:pt x="691429" y="557269"/>
                </a:cubicBezTo>
                <a:lnTo>
                  <a:pt x="691429" y="619191"/>
                </a:lnTo>
                <a:cubicBezTo>
                  <a:pt x="691429" y="636289"/>
                  <a:pt x="677570" y="650147"/>
                  <a:pt x="660473" y="650147"/>
                </a:cubicBezTo>
                <a:cubicBezTo>
                  <a:pt x="643366" y="650147"/>
                  <a:pt x="629507" y="636289"/>
                  <a:pt x="629507" y="619191"/>
                </a:cubicBezTo>
                <a:lnTo>
                  <a:pt x="629507" y="598551"/>
                </a:lnTo>
                <a:cubicBezTo>
                  <a:pt x="629507" y="592855"/>
                  <a:pt x="624887" y="588235"/>
                  <a:pt x="619191" y="588235"/>
                </a:cubicBezTo>
                <a:lnTo>
                  <a:pt x="495347" y="588235"/>
                </a:lnTo>
                <a:cubicBezTo>
                  <a:pt x="489651" y="588235"/>
                  <a:pt x="485032" y="592855"/>
                  <a:pt x="485032" y="598551"/>
                </a:cubicBezTo>
                <a:lnTo>
                  <a:pt x="485032" y="866870"/>
                </a:lnTo>
                <a:cubicBezTo>
                  <a:pt x="485032" y="872566"/>
                  <a:pt x="489651" y="877185"/>
                  <a:pt x="495347" y="877185"/>
                </a:cubicBezTo>
                <a:lnTo>
                  <a:pt x="557269" y="877185"/>
                </a:lnTo>
                <a:cubicBezTo>
                  <a:pt x="574367" y="877185"/>
                  <a:pt x="588225" y="891044"/>
                  <a:pt x="588225" y="908151"/>
                </a:cubicBezTo>
                <a:cubicBezTo>
                  <a:pt x="588225" y="925248"/>
                  <a:pt x="574367" y="939107"/>
                  <a:pt x="557269" y="939107"/>
                </a:cubicBezTo>
                <a:moveTo>
                  <a:pt x="660473" y="825588"/>
                </a:moveTo>
                <a:cubicBezTo>
                  <a:pt x="601608" y="825598"/>
                  <a:pt x="550878" y="784183"/>
                  <a:pt x="539105" y="726519"/>
                </a:cubicBezTo>
                <a:cubicBezTo>
                  <a:pt x="537962" y="720413"/>
                  <a:pt x="539457" y="714108"/>
                  <a:pt x="543239" y="709183"/>
                </a:cubicBezTo>
                <a:cubicBezTo>
                  <a:pt x="547316" y="704545"/>
                  <a:pt x="553164" y="701840"/>
                  <a:pt x="559336" y="701754"/>
                </a:cubicBezTo>
                <a:lnTo>
                  <a:pt x="761599" y="701754"/>
                </a:lnTo>
                <a:cubicBezTo>
                  <a:pt x="767781" y="701840"/>
                  <a:pt x="773630" y="704545"/>
                  <a:pt x="777706" y="709183"/>
                </a:cubicBezTo>
                <a:cubicBezTo>
                  <a:pt x="781478" y="714108"/>
                  <a:pt x="782974" y="720413"/>
                  <a:pt x="781831" y="726519"/>
                </a:cubicBezTo>
                <a:cubicBezTo>
                  <a:pt x="770058" y="784183"/>
                  <a:pt x="719327" y="825598"/>
                  <a:pt x="660473" y="825588"/>
                </a:cubicBezTo>
                <a:moveTo>
                  <a:pt x="465629" y="247678"/>
                </a:moveTo>
                <a:cubicBezTo>
                  <a:pt x="534028" y="247678"/>
                  <a:pt x="589464" y="192233"/>
                  <a:pt x="589464" y="123834"/>
                </a:cubicBezTo>
                <a:cubicBezTo>
                  <a:pt x="589464" y="55445"/>
                  <a:pt x="534028" y="0"/>
                  <a:pt x="465629" y="0"/>
                </a:cubicBezTo>
                <a:cubicBezTo>
                  <a:pt x="397240" y="0"/>
                  <a:pt x="341795" y="55445"/>
                  <a:pt x="341795" y="123834"/>
                </a:cubicBezTo>
                <a:cubicBezTo>
                  <a:pt x="341795" y="192233"/>
                  <a:pt x="397240" y="247678"/>
                  <a:pt x="465629" y="247678"/>
                </a:cubicBezTo>
                <a:moveTo>
                  <a:pt x="321154" y="412794"/>
                </a:moveTo>
                <a:lnTo>
                  <a:pt x="607628" y="412794"/>
                </a:lnTo>
                <a:cubicBezTo>
                  <a:pt x="614962" y="412746"/>
                  <a:pt x="621715" y="408822"/>
                  <a:pt x="625382" y="402478"/>
                </a:cubicBezTo>
                <a:cubicBezTo>
                  <a:pt x="629069" y="396087"/>
                  <a:pt x="629069" y="388219"/>
                  <a:pt x="625382" y="381838"/>
                </a:cubicBezTo>
                <a:cubicBezTo>
                  <a:pt x="592778" y="324335"/>
                  <a:pt x="531733" y="288845"/>
                  <a:pt x="465629" y="288959"/>
                </a:cubicBezTo>
                <a:cubicBezTo>
                  <a:pt x="399002" y="288893"/>
                  <a:pt x="337299" y="324059"/>
                  <a:pt x="303399" y="381419"/>
                </a:cubicBezTo>
                <a:cubicBezTo>
                  <a:pt x="299780" y="387848"/>
                  <a:pt x="299789" y="395697"/>
                  <a:pt x="303428" y="402116"/>
                </a:cubicBezTo>
                <a:cubicBezTo>
                  <a:pt x="307057" y="408536"/>
                  <a:pt x="313782" y="412584"/>
                  <a:pt x="321154" y="412794"/>
                </a:cubicBezTo>
              </a:path>
            </a:pathLst>
          </a:custGeom>
          <a:solidFill>
            <a:srgbClr val="375FA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147032" y="2032689"/>
            <a:ext cx="975845" cy="989466"/>
          </a:xfrm>
          <a:custGeom>
            <a:avLst/>
            <a:gdLst/>
            <a:ahLst/>
            <a:cxnLst/>
            <a:rect l="0" t="0" r="0" b="0"/>
            <a:pathLst>
              <a:path w="975845" h="989466">
                <a:moveTo>
                  <a:pt x="487927" y="199377"/>
                </a:moveTo>
                <a:cubicBezTo>
                  <a:pt x="343357" y="202025"/>
                  <a:pt x="226790" y="318582"/>
                  <a:pt x="224151" y="463153"/>
                </a:cubicBezTo>
                <a:cubicBezTo>
                  <a:pt x="222456" y="569442"/>
                  <a:pt x="286245" y="665854"/>
                  <a:pt x="384724" y="705878"/>
                </a:cubicBezTo>
                <a:lnTo>
                  <a:pt x="446646" y="705878"/>
                </a:lnTo>
                <a:cubicBezTo>
                  <a:pt x="452342" y="705878"/>
                  <a:pt x="456961" y="701259"/>
                  <a:pt x="456961" y="695563"/>
                </a:cubicBezTo>
                <a:lnTo>
                  <a:pt x="456961" y="560984"/>
                </a:lnTo>
                <a:cubicBezTo>
                  <a:pt x="457076" y="558336"/>
                  <a:pt x="456018" y="555774"/>
                  <a:pt x="454075" y="553973"/>
                </a:cubicBezTo>
                <a:lnTo>
                  <a:pt x="385133" y="484622"/>
                </a:lnTo>
                <a:cubicBezTo>
                  <a:pt x="378875" y="472773"/>
                  <a:pt x="381066" y="458228"/>
                  <a:pt x="390544" y="448751"/>
                </a:cubicBezTo>
                <a:cubicBezTo>
                  <a:pt x="400021" y="439273"/>
                  <a:pt x="414566" y="437083"/>
                  <a:pt x="426415" y="443341"/>
                </a:cubicBezTo>
                <a:lnTo>
                  <a:pt x="480498" y="495357"/>
                </a:lnTo>
                <a:cubicBezTo>
                  <a:pt x="482374" y="497481"/>
                  <a:pt x="485079" y="498709"/>
                  <a:pt x="487927" y="498709"/>
                </a:cubicBezTo>
                <a:cubicBezTo>
                  <a:pt x="490766" y="498709"/>
                  <a:pt x="493471" y="497481"/>
                  <a:pt x="495357" y="495357"/>
                </a:cubicBezTo>
                <a:lnTo>
                  <a:pt x="547782" y="443341"/>
                </a:lnTo>
                <a:cubicBezTo>
                  <a:pt x="559631" y="437083"/>
                  <a:pt x="574176" y="439273"/>
                  <a:pt x="583653" y="448751"/>
                </a:cubicBezTo>
                <a:cubicBezTo>
                  <a:pt x="593131" y="458228"/>
                  <a:pt x="595322" y="472773"/>
                  <a:pt x="589054" y="484622"/>
                </a:cubicBezTo>
                <a:lnTo>
                  <a:pt x="519712" y="553973"/>
                </a:lnTo>
                <a:cubicBezTo>
                  <a:pt x="517769" y="555774"/>
                  <a:pt x="516712" y="558336"/>
                  <a:pt x="516816" y="560984"/>
                </a:cubicBezTo>
                <a:lnTo>
                  <a:pt x="516816" y="696382"/>
                </a:lnTo>
                <a:cubicBezTo>
                  <a:pt x="516816" y="702087"/>
                  <a:pt x="521436" y="706707"/>
                  <a:pt x="527142" y="706707"/>
                </a:cubicBezTo>
                <a:lnTo>
                  <a:pt x="589473" y="706707"/>
                </a:lnTo>
                <a:cubicBezTo>
                  <a:pt x="688028" y="666778"/>
                  <a:pt x="751855" y="570309"/>
                  <a:pt x="750046" y="463981"/>
                </a:cubicBezTo>
                <a:cubicBezTo>
                  <a:pt x="747874" y="319716"/>
                  <a:pt x="632164" y="202911"/>
                  <a:pt x="487927" y="199377"/>
                </a:cubicBezTo>
                <a:moveTo>
                  <a:pt x="446646" y="41281"/>
                </a:moveTo>
                <a:lnTo>
                  <a:pt x="446646" y="118062"/>
                </a:lnTo>
                <a:cubicBezTo>
                  <a:pt x="446646" y="140855"/>
                  <a:pt x="465124" y="159334"/>
                  <a:pt x="487927" y="159334"/>
                </a:cubicBezTo>
                <a:cubicBezTo>
                  <a:pt x="510720" y="159334"/>
                  <a:pt x="529199" y="140855"/>
                  <a:pt x="529199" y="118062"/>
                </a:cubicBezTo>
                <a:lnTo>
                  <a:pt x="529199" y="41281"/>
                </a:lnTo>
                <a:cubicBezTo>
                  <a:pt x="529199" y="18478"/>
                  <a:pt x="510720" y="0"/>
                  <a:pt x="487927" y="0"/>
                </a:cubicBezTo>
                <a:cubicBezTo>
                  <a:pt x="465124" y="0"/>
                  <a:pt x="446646" y="18478"/>
                  <a:pt x="446646" y="41281"/>
                </a:cubicBezTo>
                <a:moveTo>
                  <a:pt x="134569" y="402059"/>
                </a:moveTo>
                <a:lnTo>
                  <a:pt x="41281" y="402059"/>
                </a:lnTo>
                <a:cubicBezTo>
                  <a:pt x="18478" y="402059"/>
                  <a:pt x="0" y="420547"/>
                  <a:pt x="0" y="443341"/>
                </a:cubicBezTo>
                <a:cubicBezTo>
                  <a:pt x="0" y="466143"/>
                  <a:pt x="18478" y="484622"/>
                  <a:pt x="41281" y="484622"/>
                </a:cubicBezTo>
                <a:lnTo>
                  <a:pt x="134569" y="484622"/>
                </a:lnTo>
                <a:cubicBezTo>
                  <a:pt x="157372" y="484622"/>
                  <a:pt x="175850" y="466143"/>
                  <a:pt x="175850" y="443341"/>
                </a:cubicBezTo>
                <a:cubicBezTo>
                  <a:pt x="175850" y="420547"/>
                  <a:pt x="157372" y="402059"/>
                  <a:pt x="134569" y="402059"/>
                </a:cubicBezTo>
                <a:moveTo>
                  <a:pt x="252631" y="190709"/>
                </a:moveTo>
                <a:lnTo>
                  <a:pt x="175440" y="113518"/>
                </a:lnTo>
                <a:cubicBezTo>
                  <a:pt x="159267" y="99231"/>
                  <a:pt x="134807" y="99812"/>
                  <a:pt x="119329" y="114852"/>
                </a:cubicBezTo>
                <a:cubicBezTo>
                  <a:pt x="103860" y="129892"/>
                  <a:pt x="102584" y="154324"/>
                  <a:pt x="116405" y="170897"/>
                </a:cubicBezTo>
                <a:lnTo>
                  <a:pt x="195252" y="247678"/>
                </a:lnTo>
                <a:cubicBezTo>
                  <a:pt x="202939" y="255298"/>
                  <a:pt x="213321" y="259603"/>
                  <a:pt x="224151" y="259651"/>
                </a:cubicBezTo>
                <a:cubicBezTo>
                  <a:pt x="234886" y="259775"/>
                  <a:pt x="245202" y="255441"/>
                  <a:pt x="252631" y="247678"/>
                </a:cubicBezTo>
                <a:cubicBezTo>
                  <a:pt x="267833" y="231733"/>
                  <a:pt x="267833" y="206654"/>
                  <a:pt x="252631" y="190709"/>
                </a:cubicBezTo>
                <a:moveTo>
                  <a:pt x="934564" y="402059"/>
                </a:moveTo>
                <a:lnTo>
                  <a:pt x="841276" y="402059"/>
                </a:lnTo>
                <a:cubicBezTo>
                  <a:pt x="818473" y="402059"/>
                  <a:pt x="799995" y="420547"/>
                  <a:pt x="799995" y="443341"/>
                </a:cubicBezTo>
                <a:cubicBezTo>
                  <a:pt x="799995" y="466143"/>
                  <a:pt x="818473" y="484622"/>
                  <a:pt x="841276" y="484622"/>
                </a:cubicBezTo>
                <a:lnTo>
                  <a:pt x="934564" y="484622"/>
                </a:lnTo>
                <a:cubicBezTo>
                  <a:pt x="957367" y="484622"/>
                  <a:pt x="975845" y="466143"/>
                  <a:pt x="975845" y="443341"/>
                </a:cubicBezTo>
                <a:cubicBezTo>
                  <a:pt x="975845" y="420547"/>
                  <a:pt x="957367" y="402059"/>
                  <a:pt x="934564" y="402059"/>
                </a:cubicBezTo>
                <a:moveTo>
                  <a:pt x="859440" y="113518"/>
                </a:moveTo>
                <a:cubicBezTo>
                  <a:pt x="843438" y="98050"/>
                  <a:pt x="818064" y="98050"/>
                  <a:pt x="802062" y="113518"/>
                </a:cubicBezTo>
                <a:lnTo>
                  <a:pt x="723214" y="190709"/>
                </a:lnTo>
                <a:cubicBezTo>
                  <a:pt x="708012" y="206654"/>
                  <a:pt x="708012" y="231733"/>
                  <a:pt x="723214" y="247678"/>
                </a:cubicBezTo>
                <a:cubicBezTo>
                  <a:pt x="730643" y="255441"/>
                  <a:pt x="740959" y="259775"/>
                  <a:pt x="751703" y="259651"/>
                </a:cubicBezTo>
                <a:cubicBezTo>
                  <a:pt x="762533" y="259603"/>
                  <a:pt x="772906" y="255298"/>
                  <a:pt x="780592" y="247678"/>
                </a:cubicBezTo>
                <a:lnTo>
                  <a:pt x="859440" y="170897"/>
                </a:lnTo>
                <a:cubicBezTo>
                  <a:pt x="874909" y="154895"/>
                  <a:pt x="874909" y="129520"/>
                  <a:pt x="859440" y="113518"/>
                </a:cubicBezTo>
                <a:moveTo>
                  <a:pt x="589473" y="757066"/>
                </a:moveTo>
                <a:lnTo>
                  <a:pt x="386372" y="757066"/>
                </a:lnTo>
                <a:cubicBezTo>
                  <a:pt x="363578" y="757066"/>
                  <a:pt x="345100" y="775544"/>
                  <a:pt x="345100" y="798347"/>
                </a:cubicBezTo>
                <a:cubicBezTo>
                  <a:pt x="345100" y="821140"/>
                  <a:pt x="363578" y="839619"/>
                  <a:pt x="386372" y="839619"/>
                </a:cubicBezTo>
                <a:lnTo>
                  <a:pt x="589473" y="839619"/>
                </a:lnTo>
                <a:cubicBezTo>
                  <a:pt x="612267" y="839619"/>
                  <a:pt x="630755" y="821140"/>
                  <a:pt x="630755" y="798347"/>
                </a:cubicBezTo>
                <a:cubicBezTo>
                  <a:pt x="630755" y="775544"/>
                  <a:pt x="612267" y="757066"/>
                  <a:pt x="589473" y="757066"/>
                </a:cubicBezTo>
                <a:moveTo>
                  <a:pt x="589473" y="868927"/>
                </a:moveTo>
                <a:lnTo>
                  <a:pt x="386372" y="868927"/>
                </a:lnTo>
                <a:cubicBezTo>
                  <a:pt x="363578" y="868927"/>
                  <a:pt x="345100" y="887415"/>
                  <a:pt x="345100" y="910209"/>
                </a:cubicBezTo>
                <a:cubicBezTo>
                  <a:pt x="345100" y="933011"/>
                  <a:pt x="363578" y="951490"/>
                  <a:pt x="386372" y="951490"/>
                </a:cubicBezTo>
                <a:lnTo>
                  <a:pt x="437978" y="951490"/>
                </a:lnTo>
                <a:cubicBezTo>
                  <a:pt x="442902" y="951547"/>
                  <a:pt x="447160" y="954947"/>
                  <a:pt x="448294" y="959748"/>
                </a:cubicBezTo>
                <a:cubicBezTo>
                  <a:pt x="453437" y="977360"/>
                  <a:pt x="469572" y="989466"/>
                  <a:pt x="487927" y="989466"/>
                </a:cubicBezTo>
                <a:cubicBezTo>
                  <a:pt x="506272" y="989466"/>
                  <a:pt x="522417" y="977360"/>
                  <a:pt x="527551" y="959748"/>
                </a:cubicBezTo>
                <a:cubicBezTo>
                  <a:pt x="528685" y="954947"/>
                  <a:pt x="532942" y="951547"/>
                  <a:pt x="537876" y="951490"/>
                </a:cubicBezTo>
                <a:lnTo>
                  <a:pt x="589473" y="951490"/>
                </a:lnTo>
                <a:cubicBezTo>
                  <a:pt x="612267" y="951490"/>
                  <a:pt x="630755" y="933011"/>
                  <a:pt x="630755" y="910209"/>
                </a:cubicBezTo>
                <a:cubicBezTo>
                  <a:pt x="630755" y="887415"/>
                  <a:pt x="612267" y="868927"/>
                  <a:pt x="589473" y="868927"/>
                </a:cubicBezTo>
              </a:path>
            </a:pathLst>
          </a:custGeom>
          <a:solidFill>
            <a:srgbClr val="32928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4831" y="2041195"/>
            <a:ext cx="987142" cy="981875"/>
          </a:xfrm>
          <a:custGeom>
            <a:avLst/>
            <a:gdLst/>
            <a:ahLst/>
            <a:cxnLst/>
            <a:rect l="0" t="0" r="0" b="0"/>
            <a:pathLst>
              <a:path w="987142" h="981875">
                <a:moveTo>
                  <a:pt x="241896" y="373951"/>
                </a:moveTo>
                <a:cubicBezTo>
                  <a:pt x="241858" y="212988"/>
                  <a:pt x="372332" y="82476"/>
                  <a:pt x="533295" y="82476"/>
                </a:cubicBezTo>
                <a:cubicBezTo>
                  <a:pt x="694258" y="82476"/>
                  <a:pt x="824731" y="212988"/>
                  <a:pt x="824684" y="373951"/>
                </a:cubicBezTo>
                <a:cubicBezTo>
                  <a:pt x="824636" y="534847"/>
                  <a:pt x="694191" y="665254"/>
                  <a:pt x="533295" y="665254"/>
                </a:cubicBezTo>
                <a:cubicBezTo>
                  <a:pt x="372398" y="665254"/>
                  <a:pt x="241944" y="534847"/>
                  <a:pt x="241896" y="373951"/>
                </a:cubicBezTo>
                <a:moveTo>
                  <a:pt x="533333" y="38"/>
                </a:moveTo>
                <a:cubicBezTo>
                  <a:pt x="369531" y="28"/>
                  <a:pt x="224780" y="106632"/>
                  <a:pt x="176193" y="263070"/>
                </a:cubicBezTo>
                <a:cubicBezTo>
                  <a:pt x="127606" y="419509"/>
                  <a:pt x="186489" y="589349"/>
                  <a:pt x="321478" y="682151"/>
                </a:cubicBezTo>
                <a:cubicBezTo>
                  <a:pt x="456466" y="774944"/>
                  <a:pt x="636136" y="769086"/>
                  <a:pt x="764790" y="667692"/>
                </a:cubicBezTo>
                <a:lnTo>
                  <a:pt x="913637" y="813825"/>
                </a:lnTo>
                <a:cubicBezTo>
                  <a:pt x="924048" y="824693"/>
                  <a:pt x="939545" y="829036"/>
                  <a:pt x="954090" y="825160"/>
                </a:cubicBezTo>
                <a:cubicBezTo>
                  <a:pt x="968625" y="821283"/>
                  <a:pt x="979903" y="809805"/>
                  <a:pt x="983522" y="795194"/>
                </a:cubicBezTo>
                <a:cubicBezTo>
                  <a:pt x="987142" y="780592"/>
                  <a:pt x="982522" y="765171"/>
                  <a:pt x="971473" y="754961"/>
                </a:cubicBezTo>
                <a:lnTo>
                  <a:pt x="823607" y="609695"/>
                </a:lnTo>
                <a:cubicBezTo>
                  <a:pt x="914542" y="497728"/>
                  <a:pt x="932973" y="343433"/>
                  <a:pt x="870965" y="213198"/>
                </a:cubicBezTo>
                <a:cubicBezTo>
                  <a:pt x="808958" y="82962"/>
                  <a:pt x="677579" y="0"/>
                  <a:pt x="533333" y="0"/>
                </a:cubicBezTo>
                <a:moveTo>
                  <a:pt x="0" y="218198"/>
                </a:moveTo>
                <a:cubicBezTo>
                  <a:pt x="0" y="150009"/>
                  <a:pt x="55645" y="94364"/>
                  <a:pt x="123844" y="94364"/>
                </a:cubicBezTo>
                <a:cubicBezTo>
                  <a:pt x="146637" y="94364"/>
                  <a:pt x="165125" y="112842"/>
                  <a:pt x="165125" y="135645"/>
                </a:cubicBezTo>
                <a:cubicBezTo>
                  <a:pt x="165125" y="158438"/>
                  <a:pt x="146637" y="176917"/>
                  <a:pt x="123844" y="176917"/>
                </a:cubicBezTo>
                <a:cubicBezTo>
                  <a:pt x="101222" y="176917"/>
                  <a:pt x="82562" y="195576"/>
                  <a:pt x="82562" y="218198"/>
                </a:cubicBezTo>
                <a:lnTo>
                  <a:pt x="82562" y="858031"/>
                </a:lnTo>
                <a:cubicBezTo>
                  <a:pt x="82562" y="880652"/>
                  <a:pt x="101222" y="899312"/>
                  <a:pt x="123844" y="899312"/>
                </a:cubicBezTo>
                <a:lnTo>
                  <a:pt x="536638" y="899312"/>
                </a:lnTo>
                <a:cubicBezTo>
                  <a:pt x="559260" y="899312"/>
                  <a:pt x="577919" y="880652"/>
                  <a:pt x="577919" y="858031"/>
                </a:cubicBezTo>
                <a:lnTo>
                  <a:pt x="577919" y="853487"/>
                </a:lnTo>
                <a:cubicBezTo>
                  <a:pt x="577919" y="830694"/>
                  <a:pt x="596398" y="812215"/>
                  <a:pt x="619191" y="812215"/>
                </a:cubicBezTo>
                <a:cubicBezTo>
                  <a:pt x="641994" y="812215"/>
                  <a:pt x="660473" y="830694"/>
                  <a:pt x="660473" y="853487"/>
                </a:cubicBezTo>
                <a:lnTo>
                  <a:pt x="660473" y="858031"/>
                </a:lnTo>
                <a:cubicBezTo>
                  <a:pt x="660473" y="926230"/>
                  <a:pt x="604827" y="981875"/>
                  <a:pt x="536638" y="981875"/>
                </a:cubicBezTo>
                <a:lnTo>
                  <a:pt x="123844" y="981875"/>
                </a:lnTo>
                <a:cubicBezTo>
                  <a:pt x="55645" y="981875"/>
                  <a:pt x="0" y="926230"/>
                  <a:pt x="0" y="858031"/>
                </a:cubicBezTo>
                <a:lnTo>
                  <a:pt x="0" y="218198"/>
                </a:lnTo>
                <a:moveTo>
                  <a:pt x="502453" y="144389"/>
                </a:moveTo>
                <a:cubicBezTo>
                  <a:pt x="479659" y="144389"/>
                  <a:pt x="461181" y="162877"/>
                  <a:pt x="461181" y="185670"/>
                </a:cubicBezTo>
                <a:cubicBezTo>
                  <a:pt x="461181" y="208473"/>
                  <a:pt x="479659" y="226952"/>
                  <a:pt x="502453" y="226952"/>
                </a:cubicBezTo>
                <a:lnTo>
                  <a:pt x="575195" y="226952"/>
                </a:lnTo>
                <a:cubicBezTo>
                  <a:pt x="600046" y="227114"/>
                  <a:pt x="620153" y="247221"/>
                  <a:pt x="620306" y="272072"/>
                </a:cubicBezTo>
                <a:lnTo>
                  <a:pt x="620306" y="523589"/>
                </a:lnTo>
                <a:cubicBezTo>
                  <a:pt x="620306" y="546382"/>
                  <a:pt x="638794" y="564861"/>
                  <a:pt x="661587" y="564861"/>
                </a:cubicBezTo>
                <a:cubicBezTo>
                  <a:pt x="684390" y="564861"/>
                  <a:pt x="702868" y="546382"/>
                  <a:pt x="702868" y="523589"/>
                </a:cubicBezTo>
                <a:lnTo>
                  <a:pt x="702868" y="272072"/>
                </a:lnTo>
                <a:cubicBezTo>
                  <a:pt x="702706" y="201625"/>
                  <a:pt x="645642" y="144551"/>
                  <a:pt x="575195" y="144389"/>
                </a:cubicBezTo>
                <a:lnTo>
                  <a:pt x="502453" y="144389"/>
                </a:lnTo>
                <a:moveTo>
                  <a:pt x="375361" y="486851"/>
                </a:moveTo>
                <a:cubicBezTo>
                  <a:pt x="375361" y="509644"/>
                  <a:pt x="393839" y="528123"/>
                  <a:pt x="416633" y="528123"/>
                </a:cubicBezTo>
                <a:lnTo>
                  <a:pt x="503072" y="528123"/>
                </a:lnTo>
                <a:cubicBezTo>
                  <a:pt x="525875" y="528123"/>
                  <a:pt x="544353" y="509644"/>
                  <a:pt x="544353" y="486851"/>
                </a:cubicBezTo>
                <a:cubicBezTo>
                  <a:pt x="544353" y="464048"/>
                  <a:pt x="525875" y="445569"/>
                  <a:pt x="503072" y="445569"/>
                </a:cubicBezTo>
                <a:lnTo>
                  <a:pt x="416633" y="445569"/>
                </a:lnTo>
                <a:cubicBezTo>
                  <a:pt x="393839" y="445569"/>
                  <a:pt x="375361" y="464048"/>
                  <a:pt x="375361" y="486851"/>
                </a:cubicBezTo>
                <a:moveTo>
                  <a:pt x="373456" y="296132"/>
                </a:moveTo>
                <a:cubicBezTo>
                  <a:pt x="350662" y="296132"/>
                  <a:pt x="332174" y="314620"/>
                  <a:pt x="332174" y="337413"/>
                </a:cubicBezTo>
                <a:cubicBezTo>
                  <a:pt x="332174" y="360216"/>
                  <a:pt x="350662" y="378694"/>
                  <a:pt x="373456" y="378694"/>
                </a:cubicBezTo>
                <a:lnTo>
                  <a:pt x="503072" y="378694"/>
                </a:lnTo>
                <a:cubicBezTo>
                  <a:pt x="525875" y="378694"/>
                  <a:pt x="544353" y="360216"/>
                  <a:pt x="544353" y="337413"/>
                </a:cubicBezTo>
                <a:cubicBezTo>
                  <a:pt x="544353" y="314620"/>
                  <a:pt x="525875" y="296132"/>
                  <a:pt x="503072" y="296132"/>
                </a:cubicBezTo>
                <a:lnTo>
                  <a:pt x="373456" y="296132"/>
                </a:lnTo>
              </a:path>
            </a:pathLst>
          </a:custGeom>
          <a:solidFill>
            <a:srgbClr val="569C6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952961" y="2043129"/>
            <a:ext cx="896064" cy="969825"/>
          </a:xfrm>
          <a:custGeom>
            <a:avLst/>
            <a:gdLst/>
            <a:ahLst/>
            <a:cxnLst/>
            <a:rect l="0" t="0" r="0" b="0"/>
            <a:pathLst>
              <a:path w="896064" h="969825">
                <a:moveTo>
                  <a:pt x="361521" y="678637"/>
                </a:moveTo>
                <a:lnTo>
                  <a:pt x="361521" y="969825"/>
                </a:lnTo>
                <a:lnTo>
                  <a:pt x="144189" y="969825"/>
                </a:lnTo>
                <a:cubicBezTo>
                  <a:pt x="132788" y="969825"/>
                  <a:pt x="123548" y="960586"/>
                  <a:pt x="123548" y="949185"/>
                </a:cubicBezTo>
                <a:lnTo>
                  <a:pt x="123548" y="699439"/>
                </a:lnTo>
                <a:cubicBezTo>
                  <a:pt x="55778" y="633803"/>
                  <a:pt x="12915" y="546668"/>
                  <a:pt x="2266" y="452923"/>
                </a:cubicBezTo>
                <a:lnTo>
                  <a:pt x="102736" y="452923"/>
                </a:lnTo>
                <a:cubicBezTo>
                  <a:pt x="102612" y="454942"/>
                  <a:pt x="102536" y="456961"/>
                  <a:pt x="102536" y="458990"/>
                </a:cubicBezTo>
                <a:cubicBezTo>
                  <a:pt x="102536" y="518931"/>
                  <a:pt x="154752" y="562927"/>
                  <a:pt x="213283" y="562927"/>
                </a:cubicBezTo>
                <a:cubicBezTo>
                  <a:pt x="271776" y="562927"/>
                  <a:pt x="324040" y="518931"/>
                  <a:pt x="324040" y="458990"/>
                </a:cubicBezTo>
                <a:cubicBezTo>
                  <a:pt x="324040" y="456923"/>
                  <a:pt x="323954" y="454866"/>
                  <a:pt x="323830" y="452799"/>
                </a:cubicBezTo>
                <a:lnTo>
                  <a:pt x="361645" y="452799"/>
                </a:lnTo>
                <a:lnTo>
                  <a:pt x="361645" y="541058"/>
                </a:lnTo>
                <a:cubicBezTo>
                  <a:pt x="361511" y="552383"/>
                  <a:pt x="367703" y="562813"/>
                  <a:pt x="377647" y="568242"/>
                </a:cubicBezTo>
                <a:cubicBezTo>
                  <a:pt x="387591" y="573671"/>
                  <a:pt x="399716" y="573233"/>
                  <a:pt x="409241" y="567099"/>
                </a:cubicBezTo>
                <a:cubicBezTo>
                  <a:pt x="415261" y="563156"/>
                  <a:pt x="422309" y="561051"/>
                  <a:pt x="429510" y="561032"/>
                </a:cubicBezTo>
                <a:cubicBezTo>
                  <a:pt x="450189" y="561032"/>
                  <a:pt x="471535" y="580224"/>
                  <a:pt x="471535" y="609866"/>
                </a:cubicBezTo>
                <a:cubicBezTo>
                  <a:pt x="471535" y="639460"/>
                  <a:pt x="450189" y="658701"/>
                  <a:pt x="429510" y="658701"/>
                </a:cubicBezTo>
                <a:cubicBezTo>
                  <a:pt x="422319" y="658672"/>
                  <a:pt x="415290" y="656548"/>
                  <a:pt x="409279" y="652595"/>
                </a:cubicBezTo>
                <a:cubicBezTo>
                  <a:pt x="399754" y="646442"/>
                  <a:pt x="387629" y="645985"/>
                  <a:pt x="377675" y="651405"/>
                </a:cubicBezTo>
                <a:cubicBezTo>
                  <a:pt x="367722" y="656824"/>
                  <a:pt x="361521" y="667254"/>
                  <a:pt x="361521" y="678599"/>
                </a:cubicBezTo>
                <a:moveTo>
                  <a:pt x="423567" y="452551"/>
                </a:moveTo>
                <a:lnTo>
                  <a:pt x="423567" y="499281"/>
                </a:lnTo>
                <a:cubicBezTo>
                  <a:pt x="425491" y="499167"/>
                  <a:pt x="427501" y="499109"/>
                  <a:pt x="429510" y="499109"/>
                </a:cubicBezTo>
                <a:cubicBezTo>
                  <a:pt x="489442" y="499109"/>
                  <a:pt x="533447" y="551335"/>
                  <a:pt x="533447" y="609866"/>
                </a:cubicBezTo>
                <a:cubicBezTo>
                  <a:pt x="533447" y="668359"/>
                  <a:pt x="489442" y="720623"/>
                  <a:pt x="429510" y="720623"/>
                </a:cubicBezTo>
                <a:cubicBezTo>
                  <a:pt x="427443" y="720623"/>
                  <a:pt x="425462" y="720537"/>
                  <a:pt x="423443" y="720413"/>
                </a:cubicBezTo>
                <a:lnTo>
                  <a:pt x="423443" y="969825"/>
                </a:lnTo>
                <a:lnTo>
                  <a:pt x="577615" y="969825"/>
                </a:lnTo>
                <a:cubicBezTo>
                  <a:pt x="589016" y="969825"/>
                  <a:pt x="598255" y="960586"/>
                  <a:pt x="598255" y="949185"/>
                </a:cubicBezTo>
                <a:lnTo>
                  <a:pt x="598255" y="845981"/>
                </a:lnTo>
                <a:lnTo>
                  <a:pt x="639537" y="845981"/>
                </a:lnTo>
                <a:cubicBezTo>
                  <a:pt x="719327" y="845981"/>
                  <a:pt x="784012" y="781297"/>
                  <a:pt x="784012" y="701506"/>
                </a:cubicBezTo>
                <a:lnTo>
                  <a:pt x="784012" y="598312"/>
                </a:lnTo>
                <a:lnTo>
                  <a:pt x="841809" y="598312"/>
                </a:lnTo>
                <a:cubicBezTo>
                  <a:pt x="858812" y="598303"/>
                  <a:pt x="874728" y="589921"/>
                  <a:pt x="884348" y="575891"/>
                </a:cubicBezTo>
                <a:cubicBezTo>
                  <a:pt x="893968" y="561870"/>
                  <a:pt x="896064" y="544001"/>
                  <a:pt x="889939" y="528132"/>
                </a:cubicBezTo>
                <a:cubicBezTo>
                  <a:pt x="881224" y="505406"/>
                  <a:pt x="872594" y="482650"/>
                  <a:pt x="864060" y="459857"/>
                </a:cubicBezTo>
                <a:lnTo>
                  <a:pt x="861250" y="452342"/>
                </a:lnTo>
                <a:lnTo>
                  <a:pt x="654519" y="452342"/>
                </a:lnTo>
                <a:cubicBezTo>
                  <a:pt x="643185" y="452342"/>
                  <a:pt x="632755" y="446150"/>
                  <a:pt x="627335" y="436187"/>
                </a:cubicBezTo>
                <a:cubicBezTo>
                  <a:pt x="621906" y="426234"/>
                  <a:pt x="622363" y="414108"/>
                  <a:pt x="628516" y="404583"/>
                </a:cubicBezTo>
                <a:cubicBezTo>
                  <a:pt x="632459" y="398573"/>
                  <a:pt x="634565" y="391544"/>
                  <a:pt x="634584" y="384352"/>
                </a:cubicBezTo>
                <a:cubicBezTo>
                  <a:pt x="634584" y="363674"/>
                  <a:pt x="615391" y="342290"/>
                  <a:pt x="585749" y="342290"/>
                </a:cubicBezTo>
                <a:cubicBezTo>
                  <a:pt x="556155" y="342290"/>
                  <a:pt x="536914" y="363674"/>
                  <a:pt x="536914" y="384352"/>
                </a:cubicBezTo>
                <a:cubicBezTo>
                  <a:pt x="536943" y="391544"/>
                  <a:pt x="539048" y="398573"/>
                  <a:pt x="542982" y="404583"/>
                </a:cubicBezTo>
                <a:cubicBezTo>
                  <a:pt x="549125" y="414099"/>
                  <a:pt x="549592" y="426205"/>
                  <a:pt x="544191" y="436149"/>
                </a:cubicBezTo>
                <a:cubicBezTo>
                  <a:pt x="538791" y="446103"/>
                  <a:pt x="528389" y="452313"/>
                  <a:pt x="517064" y="452342"/>
                </a:cubicBezTo>
                <a:lnTo>
                  <a:pt x="423567" y="452342"/>
                </a:lnTo>
                <a:moveTo>
                  <a:pt x="837723" y="390429"/>
                </a:moveTo>
                <a:lnTo>
                  <a:pt x="696296" y="390429"/>
                </a:lnTo>
                <a:cubicBezTo>
                  <a:pt x="696420" y="388400"/>
                  <a:pt x="696506" y="386381"/>
                  <a:pt x="696506" y="384352"/>
                </a:cubicBezTo>
                <a:cubicBezTo>
                  <a:pt x="696506" y="324373"/>
                  <a:pt x="644290" y="280377"/>
                  <a:pt x="585749" y="280377"/>
                </a:cubicBezTo>
                <a:cubicBezTo>
                  <a:pt x="527256" y="280377"/>
                  <a:pt x="475002" y="324373"/>
                  <a:pt x="475002" y="384352"/>
                </a:cubicBezTo>
                <a:cubicBezTo>
                  <a:pt x="475002" y="386419"/>
                  <a:pt x="475078" y="388486"/>
                  <a:pt x="475202" y="390553"/>
                </a:cubicBezTo>
                <a:lnTo>
                  <a:pt x="423605" y="390553"/>
                </a:lnTo>
                <a:lnTo>
                  <a:pt x="423605" y="298284"/>
                </a:lnTo>
                <a:cubicBezTo>
                  <a:pt x="423748" y="286950"/>
                  <a:pt x="417566" y="276510"/>
                  <a:pt x="407622" y="271062"/>
                </a:cubicBezTo>
                <a:cubicBezTo>
                  <a:pt x="397668" y="265623"/>
                  <a:pt x="385543" y="266061"/>
                  <a:pt x="376008" y="272205"/>
                </a:cubicBezTo>
                <a:cubicBezTo>
                  <a:pt x="369998" y="276139"/>
                  <a:pt x="362969" y="278253"/>
                  <a:pt x="355787" y="278272"/>
                </a:cubicBezTo>
                <a:cubicBezTo>
                  <a:pt x="335060" y="278272"/>
                  <a:pt x="313715" y="259070"/>
                  <a:pt x="313715" y="229476"/>
                </a:cubicBezTo>
                <a:cubicBezTo>
                  <a:pt x="313715" y="199834"/>
                  <a:pt x="335060" y="180641"/>
                  <a:pt x="355739" y="180641"/>
                </a:cubicBezTo>
                <a:cubicBezTo>
                  <a:pt x="363007" y="180641"/>
                  <a:pt x="369903" y="182746"/>
                  <a:pt x="376008" y="186709"/>
                </a:cubicBezTo>
                <a:cubicBezTo>
                  <a:pt x="385533" y="192843"/>
                  <a:pt x="397640" y="193281"/>
                  <a:pt x="407584" y="187861"/>
                </a:cubicBezTo>
                <a:cubicBezTo>
                  <a:pt x="417528" y="182441"/>
                  <a:pt x="423719" y="172031"/>
                  <a:pt x="423729" y="160705"/>
                </a:cubicBezTo>
                <a:lnTo>
                  <a:pt x="423729" y="0"/>
                </a:lnTo>
                <a:cubicBezTo>
                  <a:pt x="492956" y="2105"/>
                  <a:pt x="550497" y="17668"/>
                  <a:pt x="599246" y="44500"/>
                </a:cubicBezTo>
                <a:cubicBezTo>
                  <a:pt x="651671" y="73399"/>
                  <a:pt x="692791" y="114680"/>
                  <a:pt x="727052" y="164010"/>
                </a:cubicBezTo>
                <a:cubicBezTo>
                  <a:pt x="771305" y="227580"/>
                  <a:pt x="805148" y="306133"/>
                  <a:pt x="837723" y="390429"/>
                </a:cubicBezTo>
                <a:moveTo>
                  <a:pt x="361730" y="390839"/>
                </a:moveTo>
                <a:lnTo>
                  <a:pt x="281978" y="390839"/>
                </a:lnTo>
                <a:cubicBezTo>
                  <a:pt x="270662" y="391029"/>
                  <a:pt x="260261" y="397221"/>
                  <a:pt x="254850" y="407165"/>
                </a:cubicBezTo>
                <a:cubicBezTo>
                  <a:pt x="249440" y="417109"/>
                  <a:pt x="249888" y="429206"/>
                  <a:pt x="256012" y="438721"/>
                </a:cubicBezTo>
                <a:cubicBezTo>
                  <a:pt x="259975" y="444741"/>
                  <a:pt x="262099" y="451780"/>
                  <a:pt x="262118" y="458990"/>
                </a:cubicBezTo>
                <a:cubicBezTo>
                  <a:pt x="262118" y="479669"/>
                  <a:pt x="242887" y="501015"/>
                  <a:pt x="213283" y="501015"/>
                </a:cubicBezTo>
                <a:cubicBezTo>
                  <a:pt x="183651" y="501015"/>
                  <a:pt x="164449" y="479669"/>
                  <a:pt x="164449" y="458990"/>
                </a:cubicBezTo>
                <a:cubicBezTo>
                  <a:pt x="164449" y="451723"/>
                  <a:pt x="166554" y="444874"/>
                  <a:pt x="170516" y="438759"/>
                </a:cubicBezTo>
                <a:cubicBezTo>
                  <a:pt x="176669" y="429244"/>
                  <a:pt x="177126" y="417118"/>
                  <a:pt x="171707" y="407155"/>
                </a:cubicBezTo>
                <a:cubicBezTo>
                  <a:pt x="166287" y="397202"/>
                  <a:pt x="155857" y="391001"/>
                  <a:pt x="144513" y="391001"/>
                </a:cubicBezTo>
                <a:lnTo>
                  <a:pt x="0" y="391001"/>
                </a:lnTo>
                <a:cubicBezTo>
                  <a:pt x="7905" y="189795"/>
                  <a:pt x="161686" y="24574"/>
                  <a:pt x="361807" y="2276"/>
                </a:cubicBezTo>
                <a:lnTo>
                  <a:pt x="361807" y="118891"/>
                </a:lnTo>
                <a:cubicBezTo>
                  <a:pt x="359787" y="118776"/>
                  <a:pt x="357768" y="118719"/>
                  <a:pt x="355739" y="118719"/>
                </a:cubicBezTo>
                <a:cubicBezTo>
                  <a:pt x="295808" y="118719"/>
                  <a:pt x="251802" y="170945"/>
                  <a:pt x="251802" y="229476"/>
                </a:cubicBezTo>
                <a:cubicBezTo>
                  <a:pt x="251802" y="287969"/>
                  <a:pt x="295808" y="340185"/>
                  <a:pt x="355739" y="340185"/>
                </a:cubicBezTo>
                <a:cubicBezTo>
                  <a:pt x="357806" y="340185"/>
                  <a:pt x="359787" y="340147"/>
                  <a:pt x="361769" y="340023"/>
                </a:cubicBezTo>
                <a:lnTo>
                  <a:pt x="361769" y="390801"/>
                </a:lnTo>
              </a:path>
            </a:pathLst>
          </a:custGeom>
          <a:solidFill>
            <a:srgbClr val="90A24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44662" y="3518746"/>
            <a:ext cx="1380587" cy="1783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>
                <a:solidFill>
                  <a:srgbClr val="18181E"/>
                </a:solidFill>
                <a:latin typeface="Montserrat"/>
              </a:rPr>
              <a:t>Effective usage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4230" y="960120"/>
            <a:ext cx="801554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300" b="0">
                <a:solidFill>
                  <a:srgbClr val="18181E"/>
                </a:solidFill>
                <a:latin typeface="Montserrat"/>
              </a:rPr>
              <a:t>Faculty play a key role in teaching students how to use AI ethically and effectively.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2000" y="3518746"/>
            <a:ext cx="1030604" cy="1783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>
                <a:solidFill>
                  <a:srgbClr val="18181E"/>
                </a:solidFill>
                <a:latin typeface="Montserrat"/>
              </a:rPr>
              <a:t>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4498" y="371474"/>
            <a:ext cx="5095004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700" b="1">
                <a:solidFill>
                  <a:srgbClr val="18181E"/>
                </a:solidFill>
                <a:latin typeface="Montserrat"/>
              </a:rPr>
              <a:t>AI Literacy for Students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7067580" y="3518744"/>
            <a:ext cx="664130" cy="356681"/>
            <a:chOff x="7067580" y="3518744"/>
            <a:chExt cx="664130" cy="356681"/>
          </a:xfrm>
        </p:grpSpPr>
        <p:sp>
          <p:nvSpPr>
            <p:cNvPr id="22" name="TextBox 21"/>
            <p:cNvSpPr txBox="1"/>
            <p:nvPr/>
          </p:nvSpPr>
          <p:spPr>
            <a:xfrm>
              <a:off x="7017771" y="3518744"/>
              <a:ext cx="763749" cy="178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18181E"/>
                  </a:solidFill>
                  <a:latin typeface="Montserrat"/>
                </a:rPr>
                <a:t>Critical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017771" y="3697051"/>
              <a:ext cx="763749" cy="1783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18181E"/>
                  </a:solidFill>
                  <a:latin typeface="Montserrat"/>
                </a:rPr>
                <a:t>thinking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223328" y="3796220"/>
            <a:ext cx="1058579" cy="401164"/>
            <a:chOff x="1223328" y="3796220"/>
            <a:chExt cx="1058579" cy="401164"/>
          </a:xfrm>
        </p:grpSpPr>
        <p:sp>
          <p:nvSpPr>
            <p:cNvPr id="25" name="TextBox 24"/>
            <p:cNvSpPr txBox="1"/>
            <p:nvPr/>
          </p:nvSpPr>
          <p:spPr>
            <a:xfrm>
              <a:off x="1143935" y="3796220"/>
              <a:ext cx="1217365" cy="1337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18181E"/>
                  </a:solidFill>
                  <a:latin typeface="Montserrat"/>
                </a:rPr>
                <a:t>Teaching students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43935" y="3929950"/>
              <a:ext cx="1217365" cy="1337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18181E"/>
                  </a:solidFill>
                  <a:latin typeface="Montserrat"/>
                </a:rPr>
                <a:t>how to use AI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43935" y="4063682"/>
              <a:ext cx="1217365" cy="133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18181E"/>
                  </a:solidFill>
                  <a:latin typeface="Montserrat"/>
                </a:rPr>
                <a:t>ethically.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3105671" y="3796220"/>
            <a:ext cx="1058579" cy="401164"/>
            <a:chOff x="3105671" y="3796220"/>
            <a:chExt cx="1058579" cy="401164"/>
          </a:xfrm>
        </p:grpSpPr>
        <p:sp>
          <p:nvSpPr>
            <p:cNvPr id="29" name="TextBox 28"/>
            <p:cNvSpPr txBox="1"/>
            <p:nvPr/>
          </p:nvSpPr>
          <p:spPr>
            <a:xfrm>
              <a:off x="3026278" y="3796220"/>
              <a:ext cx="1217365" cy="1337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18181E"/>
                  </a:solidFill>
                  <a:latin typeface="Montserrat"/>
                </a:rPr>
                <a:t>Teaching students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026278" y="3929950"/>
              <a:ext cx="1217365" cy="1337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18181E"/>
                  </a:solidFill>
                  <a:latin typeface="Montserrat"/>
                </a:rPr>
                <a:t>how to use AI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026278" y="4063682"/>
              <a:ext cx="1217365" cy="133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18181E"/>
                  </a:solidFill>
                  <a:latin typeface="Montserrat"/>
                </a:rPr>
                <a:t>effectively.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4905079" y="3796220"/>
            <a:ext cx="1224448" cy="401164"/>
            <a:chOff x="4905079" y="3796220"/>
            <a:chExt cx="1224448" cy="401164"/>
          </a:xfrm>
        </p:grpSpPr>
        <p:sp>
          <p:nvSpPr>
            <p:cNvPr id="33" name="TextBox 32"/>
            <p:cNvSpPr txBox="1"/>
            <p:nvPr/>
          </p:nvSpPr>
          <p:spPr>
            <a:xfrm>
              <a:off x="4813246" y="3796220"/>
              <a:ext cx="1408115" cy="1337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18181E"/>
                  </a:solidFill>
                  <a:latin typeface="Montserrat"/>
                </a:rPr>
                <a:t>Emphasizing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813246" y="3929950"/>
              <a:ext cx="1408115" cy="1337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18181E"/>
                  </a:solidFill>
                  <a:latin typeface="Montserrat"/>
                </a:rPr>
                <a:t>verification over blind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813246" y="4063682"/>
              <a:ext cx="1408115" cy="133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18181E"/>
                  </a:solidFill>
                  <a:latin typeface="Montserrat"/>
                </a:rPr>
                <a:t>trust.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6819749" y="3974577"/>
            <a:ext cx="1159783" cy="401164"/>
            <a:chOff x="6819749" y="3974577"/>
            <a:chExt cx="1159783" cy="401164"/>
          </a:xfrm>
        </p:grpSpPr>
        <p:sp>
          <p:nvSpPr>
            <p:cNvPr id="37" name="TextBox 36"/>
            <p:cNvSpPr txBox="1"/>
            <p:nvPr/>
          </p:nvSpPr>
          <p:spPr>
            <a:xfrm>
              <a:off x="6732766" y="3974577"/>
              <a:ext cx="1333750" cy="1337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18181E"/>
                  </a:solidFill>
                  <a:latin typeface="Montserrat"/>
                </a:rPr>
                <a:t>Emphasizing critical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732766" y="4108307"/>
              <a:ext cx="1333750" cy="1337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18181E"/>
                  </a:solidFill>
                  <a:latin typeface="Montserrat"/>
                </a:rPr>
                <a:t>thinking over blind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732766" y="4242039"/>
              <a:ext cx="1333750" cy="133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18181E"/>
                  </a:solidFill>
                  <a:latin typeface="Montserrat"/>
                </a:rPr>
                <a:t>trust.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1149949" y="3518746"/>
            <a:ext cx="1205327" cy="1783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>
                <a:solidFill>
                  <a:srgbClr val="18181E"/>
                </a:solidFill>
                <a:latin typeface="Montserrat"/>
              </a:rPr>
              <a:t>Ethical usage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896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40090" y="713620"/>
            <a:ext cx="1525066" cy="618648"/>
          </a:xfrm>
          <a:custGeom>
            <a:avLst/>
            <a:gdLst/>
            <a:ahLst/>
            <a:cxnLst/>
            <a:rect l="0" t="0" r="0" b="0"/>
            <a:pathLst>
              <a:path w="1525066" h="618648">
                <a:moveTo>
                  <a:pt x="0" y="344090"/>
                </a:moveTo>
                <a:cubicBezTo>
                  <a:pt x="0" y="357263"/>
                  <a:pt x="11382" y="370427"/>
                  <a:pt x="33604" y="378075"/>
                </a:cubicBezTo>
                <a:lnTo>
                  <a:pt x="721833" y="608904"/>
                </a:lnTo>
                <a:cubicBezTo>
                  <a:pt x="748341" y="618648"/>
                  <a:pt x="776725" y="618648"/>
                  <a:pt x="803233" y="608904"/>
                </a:cubicBezTo>
                <a:lnTo>
                  <a:pt x="1491462" y="378075"/>
                </a:lnTo>
                <a:cubicBezTo>
                  <a:pt x="1513684" y="370427"/>
                  <a:pt x="1525066" y="357263"/>
                  <a:pt x="1525066" y="344090"/>
                </a:cubicBezTo>
                <a:cubicBezTo>
                  <a:pt x="1525066" y="329393"/>
                  <a:pt x="1525066" y="291722"/>
                  <a:pt x="1525066" y="274558"/>
                </a:cubicBezTo>
                <a:cubicBezTo>
                  <a:pt x="1525066" y="261385"/>
                  <a:pt x="1513684" y="248221"/>
                  <a:pt x="1491462" y="240572"/>
                </a:cubicBezTo>
                <a:lnTo>
                  <a:pt x="803233" y="9744"/>
                </a:lnTo>
                <a:cubicBezTo>
                  <a:pt x="776725" y="0"/>
                  <a:pt x="748341" y="0"/>
                  <a:pt x="721833" y="9744"/>
                </a:cubicBezTo>
                <a:lnTo>
                  <a:pt x="33604" y="240572"/>
                </a:lnTo>
                <a:cubicBezTo>
                  <a:pt x="11382" y="248221"/>
                  <a:pt x="0" y="261385"/>
                  <a:pt x="0" y="274558"/>
                </a:cubicBezTo>
                <a:cubicBezTo>
                  <a:pt x="0" y="289769"/>
                  <a:pt x="0" y="329393"/>
                  <a:pt x="0" y="344090"/>
                </a:cubicBezTo>
              </a:path>
            </a:pathLst>
          </a:custGeom>
          <a:solidFill>
            <a:srgbClr val="E49B0F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40087" y="713622"/>
            <a:ext cx="1525070" cy="618643"/>
          </a:xfrm>
          <a:custGeom>
            <a:avLst/>
            <a:gdLst/>
            <a:ahLst/>
            <a:cxnLst/>
            <a:rect l="0" t="0" r="0" b="0"/>
            <a:pathLst>
              <a:path w="1525070" h="618643">
                <a:moveTo>
                  <a:pt x="2" y="274554"/>
                </a:moveTo>
                <a:cubicBezTo>
                  <a:pt x="2" y="261387"/>
                  <a:pt x="11383" y="248220"/>
                  <a:pt x="33611" y="240573"/>
                </a:cubicBezTo>
                <a:lnTo>
                  <a:pt x="721835" y="9743"/>
                </a:lnTo>
                <a:cubicBezTo>
                  <a:pt x="748343" y="0"/>
                  <a:pt x="776729" y="0"/>
                  <a:pt x="803237" y="9743"/>
                </a:cubicBezTo>
                <a:lnTo>
                  <a:pt x="1491461" y="240573"/>
                </a:lnTo>
                <a:cubicBezTo>
                  <a:pt x="1513689" y="248220"/>
                  <a:pt x="1525070" y="261387"/>
                  <a:pt x="1525070" y="274554"/>
                </a:cubicBezTo>
                <a:moveTo>
                  <a:pt x="2" y="344089"/>
                </a:moveTo>
                <a:cubicBezTo>
                  <a:pt x="2" y="357256"/>
                  <a:pt x="11383" y="370423"/>
                  <a:pt x="33611" y="378070"/>
                </a:cubicBezTo>
                <a:lnTo>
                  <a:pt x="721835" y="608900"/>
                </a:lnTo>
                <a:cubicBezTo>
                  <a:pt x="748343" y="618643"/>
                  <a:pt x="776729" y="618643"/>
                  <a:pt x="803237" y="608900"/>
                </a:cubicBezTo>
                <a:lnTo>
                  <a:pt x="1491461" y="378070"/>
                </a:lnTo>
                <a:cubicBezTo>
                  <a:pt x="1513689" y="370423"/>
                  <a:pt x="1525070" y="357256"/>
                  <a:pt x="1525070" y="344089"/>
                </a:cubicBezTo>
                <a:moveTo>
                  <a:pt x="6" y="274554"/>
                </a:moveTo>
                <a:cubicBezTo>
                  <a:pt x="0" y="289764"/>
                  <a:pt x="3" y="329388"/>
                  <a:pt x="6" y="344089"/>
                </a:cubicBezTo>
                <a:moveTo>
                  <a:pt x="1525070" y="344089"/>
                </a:moveTo>
                <a:cubicBezTo>
                  <a:pt x="1525070" y="329388"/>
                  <a:pt x="1525069" y="291722"/>
                  <a:pt x="1525070" y="274554"/>
                </a:cubicBezTo>
              </a:path>
            </a:pathLst>
          </a:custGeom>
          <a:noFill/>
          <a:ln w="13165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58440" y="1959409"/>
            <a:ext cx="1288370" cy="732424"/>
          </a:xfrm>
          <a:custGeom>
            <a:avLst/>
            <a:gdLst/>
            <a:ahLst/>
            <a:cxnLst/>
            <a:rect l="0" t="0" r="0" b="0"/>
            <a:pathLst>
              <a:path w="1288370" h="732424">
                <a:moveTo>
                  <a:pt x="0" y="457866"/>
                </a:moveTo>
                <a:cubicBezTo>
                  <a:pt x="0" y="471039"/>
                  <a:pt x="9610" y="484203"/>
                  <a:pt x="28394" y="491851"/>
                </a:cubicBezTo>
                <a:lnTo>
                  <a:pt x="609800" y="722680"/>
                </a:lnTo>
                <a:cubicBezTo>
                  <a:pt x="632193" y="732424"/>
                  <a:pt x="656177" y="732424"/>
                  <a:pt x="678570" y="722680"/>
                </a:cubicBezTo>
                <a:lnTo>
                  <a:pt x="1259976" y="491851"/>
                </a:lnTo>
                <a:cubicBezTo>
                  <a:pt x="1278759" y="484203"/>
                  <a:pt x="1288370" y="471039"/>
                  <a:pt x="1288370" y="457866"/>
                </a:cubicBezTo>
                <a:cubicBezTo>
                  <a:pt x="1288370" y="419109"/>
                  <a:pt x="1288370" y="319820"/>
                  <a:pt x="1288370" y="274558"/>
                </a:cubicBezTo>
                <a:cubicBezTo>
                  <a:pt x="1288370" y="261385"/>
                  <a:pt x="1278759" y="248221"/>
                  <a:pt x="1259976" y="240572"/>
                </a:cubicBezTo>
                <a:lnTo>
                  <a:pt x="678570" y="9744"/>
                </a:lnTo>
                <a:cubicBezTo>
                  <a:pt x="656177" y="0"/>
                  <a:pt x="632193" y="0"/>
                  <a:pt x="609800" y="9744"/>
                </a:cubicBezTo>
                <a:lnTo>
                  <a:pt x="28394" y="240572"/>
                </a:lnTo>
                <a:cubicBezTo>
                  <a:pt x="9610" y="248221"/>
                  <a:pt x="0" y="261385"/>
                  <a:pt x="0" y="274558"/>
                </a:cubicBezTo>
                <a:cubicBezTo>
                  <a:pt x="0" y="314658"/>
                  <a:pt x="0" y="419109"/>
                  <a:pt x="0" y="457866"/>
                </a:cubicBezTo>
              </a:path>
            </a:pathLst>
          </a:custGeom>
          <a:solidFill>
            <a:srgbClr val="E49B0F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58437" y="1959411"/>
            <a:ext cx="1288372" cy="732420"/>
          </a:xfrm>
          <a:custGeom>
            <a:avLst/>
            <a:gdLst/>
            <a:ahLst/>
            <a:cxnLst/>
            <a:rect l="0" t="0" r="0" b="0"/>
            <a:pathLst>
              <a:path w="1288372" h="732420">
                <a:moveTo>
                  <a:pt x="2" y="274554"/>
                </a:moveTo>
                <a:cubicBezTo>
                  <a:pt x="2" y="261387"/>
                  <a:pt x="9616" y="248220"/>
                  <a:pt x="28394" y="240573"/>
                </a:cubicBezTo>
                <a:lnTo>
                  <a:pt x="609803" y="9743"/>
                </a:lnTo>
                <a:cubicBezTo>
                  <a:pt x="632197" y="0"/>
                  <a:pt x="656177" y="0"/>
                  <a:pt x="678571" y="9743"/>
                </a:cubicBezTo>
                <a:lnTo>
                  <a:pt x="1259980" y="240573"/>
                </a:lnTo>
                <a:cubicBezTo>
                  <a:pt x="1278758" y="248220"/>
                  <a:pt x="1288372" y="261387"/>
                  <a:pt x="1288372" y="274554"/>
                </a:cubicBezTo>
                <a:moveTo>
                  <a:pt x="2" y="457866"/>
                </a:moveTo>
                <a:cubicBezTo>
                  <a:pt x="2" y="471033"/>
                  <a:pt x="9616" y="484200"/>
                  <a:pt x="28394" y="491846"/>
                </a:cubicBezTo>
                <a:lnTo>
                  <a:pt x="609803" y="722676"/>
                </a:lnTo>
                <a:cubicBezTo>
                  <a:pt x="632197" y="732420"/>
                  <a:pt x="656177" y="732420"/>
                  <a:pt x="678571" y="722676"/>
                </a:cubicBezTo>
                <a:lnTo>
                  <a:pt x="1259980" y="491846"/>
                </a:lnTo>
                <a:cubicBezTo>
                  <a:pt x="1278758" y="484200"/>
                  <a:pt x="1288372" y="471033"/>
                  <a:pt x="1288372" y="457866"/>
                </a:cubicBezTo>
                <a:moveTo>
                  <a:pt x="5" y="274555"/>
                </a:moveTo>
                <a:cubicBezTo>
                  <a:pt x="0" y="314652"/>
                  <a:pt x="2" y="419111"/>
                  <a:pt x="5" y="457866"/>
                </a:cubicBezTo>
                <a:moveTo>
                  <a:pt x="1288372" y="457866"/>
                </a:moveTo>
                <a:cubicBezTo>
                  <a:pt x="1288372" y="419111"/>
                  <a:pt x="1288372" y="319813"/>
                  <a:pt x="1288372" y="274554"/>
                </a:cubicBezTo>
              </a:path>
            </a:pathLst>
          </a:custGeom>
          <a:noFill/>
          <a:ln w="13165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16245" y="3321411"/>
            <a:ext cx="1304667" cy="368674"/>
          </a:xfrm>
          <a:custGeom>
            <a:avLst/>
            <a:gdLst/>
            <a:ahLst/>
            <a:cxnLst/>
            <a:rect l="0" t="0" r="0" b="0"/>
            <a:pathLst>
              <a:path w="1304667" h="368674">
                <a:moveTo>
                  <a:pt x="1269558" y="368674"/>
                </a:moveTo>
                <a:cubicBezTo>
                  <a:pt x="1288951" y="368674"/>
                  <a:pt x="1304667" y="352958"/>
                  <a:pt x="1304667" y="333565"/>
                </a:cubicBezTo>
                <a:lnTo>
                  <a:pt x="1304667" y="316010"/>
                </a:lnTo>
                <a:lnTo>
                  <a:pt x="1304667" y="35109"/>
                </a:lnTo>
                <a:cubicBezTo>
                  <a:pt x="1304667" y="15716"/>
                  <a:pt x="1288951" y="0"/>
                  <a:pt x="1269558" y="0"/>
                </a:cubicBezTo>
                <a:lnTo>
                  <a:pt x="35109" y="0"/>
                </a:lnTo>
                <a:cubicBezTo>
                  <a:pt x="15716" y="0"/>
                  <a:pt x="0" y="15716"/>
                  <a:pt x="0" y="35109"/>
                </a:cubicBezTo>
                <a:lnTo>
                  <a:pt x="0" y="333565"/>
                </a:lnTo>
                <a:cubicBezTo>
                  <a:pt x="0" y="352958"/>
                  <a:pt x="15716" y="368674"/>
                  <a:pt x="35109" y="368674"/>
                </a:cubicBezTo>
                <a:lnTo>
                  <a:pt x="1269558" y="368674"/>
                </a:lnTo>
              </a:path>
            </a:pathLst>
          </a:custGeom>
          <a:solidFill>
            <a:srgbClr val="32928C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16245" y="3321411"/>
            <a:ext cx="1304668" cy="368676"/>
          </a:xfrm>
          <a:custGeom>
            <a:avLst/>
            <a:gdLst/>
            <a:ahLst/>
            <a:cxnLst/>
            <a:rect l="0" t="0" r="0" b="0"/>
            <a:pathLst>
              <a:path w="1304668" h="368676">
                <a:moveTo>
                  <a:pt x="52668" y="0"/>
                </a:moveTo>
                <a:lnTo>
                  <a:pt x="35112" y="0"/>
                </a:lnTo>
                <a:cubicBezTo>
                  <a:pt x="15720" y="0"/>
                  <a:pt x="0" y="15720"/>
                  <a:pt x="0" y="35112"/>
                </a:cubicBezTo>
                <a:lnTo>
                  <a:pt x="0" y="52668"/>
                </a:lnTo>
                <a:moveTo>
                  <a:pt x="0" y="52668"/>
                </a:moveTo>
                <a:lnTo>
                  <a:pt x="0" y="316008"/>
                </a:lnTo>
                <a:moveTo>
                  <a:pt x="1304668" y="52668"/>
                </a:moveTo>
                <a:lnTo>
                  <a:pt x="1304668" y="316008"/>
                </a:lnTo>
                <a:moveTo>
                  <a:pt x="52668" y="0"/>
                </a:moveTo>
                <a:lnTo>
                  <a:pt x="1252000" y="0"/>
                </a:lnTo>
                <a:moveTo>
                  <a:pt x="52668" y="368676"/>
                </a:moveTo>
                <a:lnTo>
                  <a:pt x="35112" y="368676"/>
                </a:lnTo>
                <a:cubicBezTo>
                  <a:pt x="15720" y="368676"/>
                  <a:pt x="0" y="352955"/>
                  <a:pt x="0" y="333564"/>
                </a:cubicBezTo>
                <a:lnTo>
                  <a:pt x="0" y="316008"/>
                </a:lnTo>
                <a:moveTo>
                  <a:pt x="1252000" y="0"/>
                </a:moveTo>
                <a:lnTo>
                  <a:pt x="1269555" y="0"/>
                </a:lnTo>
                <a:cubicBezTo>
                  <a:pt x="1288947" y="0"/>
                  <a:pt x="1304668" y="15720"/>
                  <a:pt x="1304668" y="35112"/>
                </a:cubicBezTo>
                <a:lnTo>
                  <a:pt x="1304668" y="52668"/>
                </a:lnTo>
                <a:moveTo>
                  <a:pt x="1252000" y="368676"/>
                </a:moveTo>
                <a:lnTo>
                  <a:pt x="52668" y="368676"/>
                </a:lnTo>
                <a:moveTo>
                  <a:pt x="1252000" y="368676"/>
                </a:moveTo>
                <a:lnTo>
                  <a:pt x="1269555" y="368676"/>
                </a:lnTo>
                <a:cubicBezTo>
                  <a:pt x="1288947" y="368676"/>
                  <a:pt x="1304668" y="352955"/>
                  <a:pt x="1304668" y="333564"/>
                </a:cubicBezTo>
                <a:lnTo>
                  <a:pt x="1304668" y="316008"/>
                </a:lnTo>
              </a:path>
            </a:pathLst>
          </a:custGeom>
          <a:noFill/>
          <a:ln w="13165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01538" y="3321411"/>
            <a:ext cx="1184452" cy="368674"/>
          </a:xfrm>
          <a:custGeom>
            <a:avLst/>
            <a:gdLst/>
            <a:ahLst/>
            <a:cxnLst/>
            <a:rect l="0" t="0" r="0" b="0"/>
            <a:pathLst>
              <a:path w="1184452" h="368674">
                <a:moveTo>
                  <a:pt x="1052779" y="0"/>
                </a:moveTo>
                <a:cubicBezTo>
                  <a:pt x="1125502" y="0"/>
                  <a:pt x="1184452" y="82534"/>
                  <a:pt x="1184452" y="184337"/>
                </a:cubicBezTo>
                <a:cubicBezTo>
                  <a:pt x="1184452" y="286140"/>
                  <a:pt x="1125502" y="368674"/>
                  <a:pt x="1052779" y="368674"/>
                </a:cubicBezTo>
                <a:lnTo>
                  <a:pt x="131673" y="368674"/>
                </a:lnTo>
                <a:cubicBezTo>
                  <a:pt x="58950" y="368674"/>
                  <a:pt x="0" y="286140"/>
                  <a:pt x="0" y="184337"/>
                </a:cubicBezTo>
                <a:cubicBezTo>
                  <a:pt x="0" y="82534"/>
                  <a:pt x="58950" y="0"/>
                  <a:pt x="131673" y="0"/>
                </a:cubicBezTo>
                <a:lnTo>
                  <a:pt x="1052779" y="0"/>
                </a:lnTo>
              </a:path>
            </a:pathLst>
          </a:custGeom>
          <a:solidFill>
            <a:srgbClr val="32928C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01538" y="3321411"/>
            <a:ext cx="1184452" cy="368676"/>
          </a:xfrm>
          <a:custGeom>
            <a:avLst/>
            <a:gdLst/>
            <a:ahLst/>
            <a:cxnLst/>
            <a:rect l="0" t="0" r="0" b="0"/>
            <a:pathLst>
              <a:path w="1184452" h="368676">
                <a:moveTo>
                  <a:pt x="131670" y="368676"/>
                </a:moveTo>
                <a:cubicBezTo>
                  <a:pt x="58950" y="368676"/>
                  <a:pt x="0" y="286145"/>
                  <a:pt x="0" y="184338"/>
                </a:cubicBezTo>
                <a:cubicBezTo>
                  <a:pt x="0" y="82531"/>
                  <a:pt x="58950" y="0"/>
                  <a:pt x="131670" y="0"/>
                </a:cubicBezTo>
                <a:moveTo>
                  <a:pt x="1052782" y="368676"/>
                </a:moveTo>
                <a:cubicBezTo>
                  <a:pt x="1125502" y="368676"/>
                  <a:pt x="1184452" y="286145"/>
                  <a:pt x="1184452" y="184338"/>
                </a:cubicBezTo>
                <a:cubicBezTo>
                  <a:pt x="1184452" y="82531"/>
                  <a:pt x="1125502" y="0"/>
                  <a:pt x="1052782" y="0"/>
                </a:cubicBezTo>
                <a:moveTo>
                  <a:pt x="131670" y="0"/>
                </a:moveTo>
                <a:lnTo>
                  <a:pt x="1052782" y="0"/>
                </a:lnTo>
                <a:moveTo>
                  <a:pt x="1052782" y="368676"/>
                </a:moveTo>
                <a:lnTo>
                  <a:pt x="131670" y="368676"/>
                </a:lnTo>
              </a:path>
            </a:pathLst>
          </a:custGeom>
          <a:noFill/>
          <a:ln w="13165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14319" y="4322103"/>
            <a:ext cx="1308515" cy="368674"/>
          </a:xfrm>
          <a:custGeom>
            <a:avLst/>
            <a:gdLst/>
            <a:ahLst/>
            <a:cxnLst/>
            <a:rect l="0" t="0" r="0" b="0"/>
            <a:pathLst>
              <a:path w="1308515" h="368674">
                <a:moveTo>
                  <a:pt x="1176851" y="0"/>
                </a:moveTo>
                <a:cubicBezTo>
                  <a:pt x="1249565" y="0"/>
                  <a:pt x="1308515" y="82534"/>
                  <a:pt x="1308515" y="184337"/>
                </a:cubicBezTo>
                <a:cubicBezTo>
                  <a:pt x="1308515" y="286140"/>
                  <a:pt x="1249565" y="368674"/>
                  <a:pt x="1176851" y="368674"/>
                </a:cubicBezTo>
                <a:lnTo>
                  <a:pt x="131673" y="368674"/>
                </a:lnTo>
                <a:cubicBezTo>
                  <a:pt x="58950" y="368674"/>
                  <a:pt x="0" y="286140"/>
                  <a:pt x="0" y="184337"/>
                </a:cubicBezTo>
                <a:cubicBezTo>
                  <a:pt x="0" y="82534"/>
                  <a:pt x="58950" y="0"/>
                  <a:pt x="131673" y="0"/>
                </a:cubicBezTo>
                <a:lnTo>
                  <a:pt x="1176851" y="0"/>
                </a:lnTo>
              </a:path>
            </a:pathLst>
          </a:custGeom>
          <a:solidFill>
            <a:srgbClr val="32928C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14319" y="4322103"/>
            <a:ext cx="1308519" cy="368676"/>
          </a:xfrm>
          <a:custGeom>
            <a:avLst/>
            <a:gdLst/>
            <a:ahLst/>
            <a:cxnLst/>
            <a:rect l="0" t="0" r="0" b="0"/>
            <a:pathLst>
              <a:path w="1308519" h="368676">
                <a:moveTo>
                  <a:pt x="131670" y="368676"/>
                </a:moveTo>
                <a:cubicBezTo>
                  <a:pt x="58950" y="368676"/>
                  <a:pt x="0" y="286145"/>
                  <a:pt x="0" y="184338"/>
                </a:cubicBezTo>
                <a:cubicBezTo>
                  <a:pt x="0" y="82531"/>
                  <a:pt x="58950" y="0"/>
                  <a:pt x="131670" y="0"/>
                </a:cubicBezTo>
                <a:moveTo>
                  <a:pt x="1176849" y="368676"/>
                </a:moveTo>
                <a:cubicBezTo>
                  <a:pt x="1249569" y="368676"/>
                  <a:pt x="1308519" y="286145"/>
                  <a:pt x="1308519" y="184338"/>
                </a:cubicBezTo>
                <a:cubicBezTo>
                  <a:pt x="1308519" y="82531"/>
                  <a:pt x="1249569" y="0"/>
                  <a:pt x="1176849" y="0"/>
                </a:cubicBezTo>
                <a:moveTo>
                  <a:pt x="131670" y="0"/>
                </a:moveTo>
                <a:lnTo>
                  <a:pt x="1176849" y="0"/>
                </a:lnTo>
                <a:moveTo>
                  <a:pt x="1176849" y="368676"/>
                </a:moveTo>
                <a:lnTo>
                  <a:pt x="131670" y="368676"/>
                </a:lnTo>
              </a:path>
            </a:pathLst>
          </a:custGeom>
          <a:noFill/>
          <a:ln w="13165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6809913" y="1022942"/>
            <a:ext cx="345090" cy="2279332"/>
            <a:chOff x="6809913" y="1022942"/>
            <a:chExt cx="345090" cy="2279332"/>
          </a:xfrm>
        </p:grpSpPr>
        <p:sp>
          <p:nvSpPr>
            <p:cNvPr id="12" name="Rounded Rectangle 11"/>
            <p:cNvSpPr/>
            <p:nvPr/>
          </p:nvSpPr>
          <p:spPr>
            <a:xfrm>
              <a:off x="6865158" y="1022942"/>
              <a:ext cx="289845" cy="2272569"/>
            </a:xfrm>
            <a:custGeom>
              <a:avLst/>
              <a:gdLst/>
              <a:ahLst/>
              <a:cxnLst/>
              <a:rect l="0" t="0" r="0" b="0"/>
              <a:pathLst>
                <a:path w="289845" h="2272569">
                  <a:moveTo>
                    <a:pt x="0" y="0"/>
                  </a:moveTo>
                  <a:lnTo>
                    <a:pt x="175545" y="0"/>
                  </a:lnTo>
                  <a:cubicBezTo>
                    <a:pt x="238696" y="0"/>
                    <a:pt x="289845" y="51149"/>
                    <a:pt x="289845" y="114300"/>
                  </a:cubicBezTo>
                  <a:lnTo>
                    <a:pt x="289845" y="1868138"/>
                  </a:lnTo>
                  <a:cubicBezTo>
                    <a:pt x="289845" y="1931288"/>
                    <a:pt x="238696" y="1982438"/>
                    <a:pt x="175545" y="1982438"/>
                  </a:cubicBezTo>
                  <a:lnTo>
                    <a:pt x="142875" y="1982438"/>
                  </a:lnTo>
                  <a:cubicBezTo>
                    <a:pt x="79819" y="1982438"/>
                    <a:pt x="28575" y="2033587"/>
                    <a:pt x="28575" y="2096738"/>
                  </a:cubicBezTo>
                  <a:lnTo>
                    <a:pt x="28575" y="2272569"/>
                  </a:lnTo>
                </a:path>
              </a:pathLst>
            </a:custGeom>
            <a:noFill/>
            <a:ln w="26331">
              <a:solidFill>
                <a:srgbClr val="A3A3A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809913" y="3217502"/>
              <a:ext cx="167639" cy="84772"/>
            </a:xfrm>
            <a:custGeom>
              <a:avLst/>
              <a:gdLst/>
              <a:ahLst/>
              <a:cxnLst/>
              <a:rect l="0" t="0" r="0" b="0"/>
              <a:pathLst>
                <a:path w="167639" h="84772">
                  <a:moveTo>
                    <a:pt x="0" y="0"/>
                  </a:moveTo>
                  <a:lnTo>
                    <a:pt x="83819" y="84772"/>
                  </a:lnTo>
                  <a:lnTo>
                    <a:pt x="167639" y="0"/>
                  </a:lnTo>
                </a:path>
              </a:pathLst>
            </a:custGeom>
            <a:noFill/>
            <a:ln w="26331">
              <a:solidFill>
                <a:srgbClr val="A3A3A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018804" y="1329830"/>
            <a:ext cx="167639" cy="612457"/>
            <a:chOff x="6018804" y="1329830"/>
            <a:chExt cx="167639" cy="612457"/>
          </a:xfrm>
        </p:grpSpPr>
        <p:sp>
          <p:nvSpPr>
            <p:cNvPr id="15" name="Rounded Rectangle 14"/>
            <p:cNvSpPr/>
            <p:nvPr/>
          </p:nvSpPr>
          <p:spPr>
            <a:xfrm>
              <a:off x="6102624" y="1329830"/>
              <a:ext cx="9525" cy="606170"/>
            </a:xfrm>
            <a:custGeom>
              <a:avLst/>
              <a:gdLst/>
              <a:ahLst/>
              <a:cxnLst/>
              <a:rect l="0" t="0" r="0" b="0"/>
              <a:pathLst>
                <a:path w="9525" h="606170">
                  <a:moveTo>
                    <a:pt x="0" y="0"/>
                  </a:moveTo>
                  <a:lnTo>
                    <a:pt x="0" y="606170"/>
                  </a:lnTo>
                </a:path>
              </a:pathLst>
            </a:custGeom>
            <a:noFill/>
            <a:ln w="26331">
              <a:solidFill>
                <a:srgbClr val="A3A3A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018804" y="1858467"/>
              <a:ext cx="167639" cy="83820"/>
            </a:xfrm>
            <a:custGeom>
              <a:avLst/>
              <a:gdLst/>
              <a:ahLst/>
              <a:cxnLst/>
              <a:rect l="0" t="0" r="0" b="0"/>
              <a:pathLst>
                <a:path w="167639" h="83820">
                  <a:moveTo>
                    <a:pt x="0" y="0"/>
                  </a:moveTo>
                  <a:lnTo>
                    <a:pt x="83819" y="83820"/>
                  </a:lnTo>
                  <a:lnTo>
                    <a:pt x="167639" y="0"/>
                  </a:lnTo>
                </a:path>
              </a:pathLst>
            </a:custGeom>
            <a:noFill/>
            <a:ln w="26331">
              <a:solidFill>
                <a:srgbClr val="A3A3A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102624" y="2689393"/>
            <a:ext cx="875347" cy="612458"/>
            <a:chOff x="6102624" y="2689393"/>
            <a:chExt cx="875347" cy="612458"/>
          </a:xfrm>
        </p:grpSpPr>
        <p:sp>
          <p:nvSpPr>
            <p:cNvPr id="18" name="Rounded Rectangle 17"/>
            <p:cNvSpPr/>
            <p:nvPr/>
          </p:nvSpPr>
          <p:spPr>
            <a:xfrm>
              <a:off x="6102624" y="2689393"/>
              <a:ext cx="791146" cy="606170"/>
            </a:xfrm>
            <a:custGeom>
              <a:avLst/>
              <a:gdLst/>
              <a:ahLst/>
              <a:cxnLst/>
              <a:rect l="0" t="0" r="0" b="0"/>
              <a:pathLst>
                <a:path w="791146" h="606170">
                  <a:moveTo>
                    <a:pt x="0" y="0"/>
                  </a:moveTo>
                  <a:lnTo>
                    <a:pt x="0" y="201739"/>
                  </a:lnTo>
                  <a:cubicBezTo>
                    <a:pt x="0" y="264794"/>
                    <a:pt x="51149" y="316039"/>
                    <a:pt x="114300" y="316039"/>
                  </a:cubicBezTo>
                  <a:lnTo>
                    <a:pt x="676846" y="316039"/>
                  </a:lnTo>
                  <a:cubicBezTo>
                    <a:pt x="739997" y="316039"/>
                    <a:pt x="791146" y="367188"/>
                    <a:pt x="791146" y="430339"/>
                  </a:cubicBezTo>
                  <a:lnTo>
                    <a:pt x="791146" y="606170"/>
                  </a:lnTo>
                </a:path>
              </a:pathLst>
            </a:custGeom>
            <a:noFill/>
            <a:ln w="26331">
              <a:solidFill>
                <a:srgbClr val="A3A3A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809379" y="3218031"/>
              <a:ext cx="168592" cy="83820"/>
            </a:xfrm>
            <a:custGeom>
              <a:avLst/>
              <a:gdLst/>
              <a:ahLst/>
              <a:cxnLst/>
              <a:rect l="0" t="0" r="0" b="0"/>
              <a:pathLst>
                <a:path w="168592" h="83820">
                  <a:moveTo>
                    <a:pt x="0" y="0"/>
                  </a:moveTo>
                  <a:lnTo>
                    <a:pt x="84772" y="83820"/>
                  </a:lnTo>
                  <a:lnTo>
                    <a:pt x="168592" y="0"/>
                  </a:lnTo>
                </a:path>
              </a:pathLst>
            </a:custGeom>
            <a:noFill/>
            <a:ln w="26331">
              <a:solidFill>
                <a:srgbClr val="A3A3A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084759" y="2325620"/>
            <a:ext cx="373665" cy="976313"/>
            <a:chOff x="5084759" y="2325620"/>
            <a:chExt cx="373665" cy="976313"/>
          </a:xfrm>
        </p:grpSpPr>
        <p:sp>
          <p:nvSpPr>
            <p:cNvPr id="21" name="Rounded Rectangle 20"/>
            <p:cNvSpPr/>
            <p:nvPr/>
          </p:nvSpPr>
          <p:spPr>
            <a:xfrm>
              <a:off x="5168579" y="2325620"/>
              <a:ext cx="289845" cy="969930"/>
            </a:xfrm>
            <a:custGeom>
              <a:avLst/>
              <a:gdLst/>
              <a:ahLst/>
              <a:cxnLst/>
              <a:rect l="0" t="0" r="0" b="0"/>
              <a:pathLst>
                <a:path w="289845" h="969930">
                  <a:moveTo>
                    <a:pt x="289845" y="0"/>
                  </a:moveTo>
                  <a:lnTo>
                    <a:pt x="114300" y="0"/>
                  </a:lnTo>
                  <a:cubicBezTo>
                    <a:pt x="51149" y="0"/>
                    <a:pt x="0" y="51149"/>
                    <a:pt x="0" y="114300"/>
                  </a:cubicBezTo>
                  <a:lnTo>
                    <a:pt x="0" y="969930"/>
                  </a:lnTo>
                </a:path>
              </a:pathLst>
            </a:custGeom>
            <a:noFill/>
            <a:ln w="26331">
              <a:solidFill>
                <a:srgbClr val="A3A3A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084759" y="3218113"/>
              <a:ext cx="167639" cy="83820"/>
            </a:xfrm>
            <a:custGeom>
              <a:avLst/>
              <a:gdLst/>
              <a:ahLst/>
              <a:cxnLst/>
              <a:rect l="0" t="0" r="0" b="0"/>
              <a:pathLst>
                <a:path w="167639" h="83820">
                  <a:moveTo>
                    <a:pt x="0" y="0"/>
                  </a:moveTo>
                  <a:lnTo>
                    <a:pt x="83819" y="83820"/>
                  </a:lnTo>
                  <a:lnTo>
                    <a:pt x="167639" y="0"/>
                  </a:lnTo>
                </a:path>
              </a:pathLst>
            </a:custGeom>
            <a:noFill/>
            <a:ln w="26331">
              <a:solidFill>
                <a:srgbClr val="A3A3A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084759" y="3690091"/>
            <a:ext cx="167639" cy="612457"/>
            <a:chOff x="5084759" y="3690091"/>
            <a:chExt cx="167639" cy="612457"/>
          </a:xfrm>
        </p:grpSpPr>
        <p:sp>
          <p:nvSpPr>
            <p:cNvPr id="24" name="Rounded Rectangle 23"/>
            <p:cNvSpPr/>
            <p:nvPr/>
          </p:nvSpPr>
          <p:spPr>
            <a:xfrm>
              <a:off x="5168579" y="3690091"/>
              <a:ext cx="9525" cy="606170"/>
            </a:xfrm>
            <a:custGeom>
              <a:avLst/>
              <a:gdLst/>
              <a:ahLst/>
              <a:cxnLst/>
              <a:rect l="0" t="0" r="0" b="0"/>
              <a:pathLst>
                <a:path w="9525" h="606170">
                  <a:moveTo>
                    <a:pt x="0" y="0"/>
                  </a:moveTo>
                  <a:lnTo>
                    <a:pt x="0" y="606170"/>
                  </a:lnTo>
                </a:path>
              </a:pathLst>
            </a:custGeom>
            <a:noFill/>
            <a:ln w="26331">
              <a:solidFill>
                <a:srgbClr val="A3A3A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5084759" y="4218728"/>
              <a:ext cx="167639" cy="83820"/>
            </a:xfrm>
            <a:custGeom>
              <a:avLst/>
              <a:gdLst/>
              <a:ahLst/>
              <a:cxnLst/>
              <a:rect l="0" t="0" r="0" b="0"/>
              <a:pathLst>
                <a:path w="167639" h="83820">
                  <a:moveTo>
                    <a:pt x="0" y="0"/>
                  </a:moveTo>
                  <a:lnTo>
                    <a:pt x="83819" y="83820"/>
                  </a:lnTo>
                  <a:lnTo>
                    <a:pt x="167639" y="0"/>
                  </a:lnTo>
                </a:path>
              </a:pathLst>
            </a:custGeom>
            <a:noFill/>
            <a:ln w="26331">
              <a:solidFill>
                <a:srgbClr val="A3A3A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7" name="Rounded Rectangle 26"/>
          <p:cNvSpPr/>
          <p:nvPr/>
        </p:nvSpPr>
        <p:spPr>
          <a:xfrm>
            <a:off x="6404473" y="3394481"/>
            <a:ext cx="227418" cy="231028"/>
          </a:xfrm>
          <a:custGeom>
            <a:avLst/>
            <a:gdLst/>
            <a:ahLst/>
            <a:cxnLst/>
            <a:rect l="0" t="0" r="0" b="0"/>
            <a:pathLst>
              <a:path w="227418" h="231028">
                <a:moveTo>
                  <a:pt x="60979" y="95450"/>
                </a:moveTo>
                <a:cubicBezTo>
                  <a:pt x="60055" y="99002"/>
                  <a:pt x="59369" y="102622"/>
                  <a:pt x="58931" y="106270"/>
                </a:cubicBezTo>
                <a:lnTo>
                  <a:pt x="47872" y="131368"/>
                </a:lnTo>
                <a:cubicBezTo>
                  <a:pt x="46986" y="133435"/>
                  <a:pt x="47872" y="135826"/>
                  <a:pt x="49891" y="136817"/>
                </a:cubicBezTo>
                <a:lnTo>
                  <a:pt x="110461" y="167278"/>
                </a:lnTo>
                <a:cubicBezTo>
                  <a:pt x="111594" y="167801"/>
                  <a:pt x="112918" y="167801"/>
                  <a:pt x="114052" y="167278"/>
                </a:cubicBezTo>
                <a:cubicBezTo>
                  <a:pt x="115204" y="166735"/>
                  <a:pt x="116090" y="165754"/>
                  <a:pt x="116509" y="164553"/>
                </a:cubicBezTo>
                <a:lnTo>
                  <a:pt x="120110" y="154628"/>
                </a:lnTo>
                <a:lnTo>
                  <a:pt x="60979" y="95450"/>
                </a:lnTo>
                <a:moveTo>
                  <a:pt x="166258" y="23679"/>
                </a:moveTo>
                <a:cubicBezTo>
                  <a:pt x="134969" y="2686"/>
                  <a:pt x="94840" y="0"/>
                  <a:pt x="61036" y="16640"/>
                </a:cubicBezTo>
                <a:cubicBezTo>
                  <a:pt x="27222" y="33280"/>
                  <a:pt x="4886" y="66722"/>
                  <a:pt x="2438" y="104327"/>
                </a:cubicBezTo>
                <a:cubicBezTo>
                  <a:pt x="0" y="141932"/>
                  <a:pt x="17840" y="177974"/>
                  <a:pt x="49215" y="198843"/>
                </a:cubicBezTo>
                <a:cubicBezTo>
                  <a:pt x="97583" y="231028"/>
                  <a:pt x="162867" y="217970"/>
                  <a:pt x="195138" y="169668"/>
                </a:cubicBezTo>
                <a:cubicBezTo>
                  <a:pt x="227418" y="121367"/>
                  <a:pt x="214493" y="56054"/>
                  <a:pt x="166258" y="23679"/>
                </a:cubicBezTo>
                <a:moveTo>
                  <a:pt x="37176" y="155200"/>
                </a:moveTo>
                <a:cubicBezTo>
                  <a:pt x="36528" y="155657"/>
                  <a:pt x="35756" y="155914"/>
                  <a:pt x="34966" y="155952"/>
                </a:cubicBezTo>
                <a:cubicBezTo>
                  <a:pt x="33337" y="156048"/>
                  <a:pt x="31794" y="155190"/>
                  <a:pt x="31013" y="153752"/>
                </a:cubicBezTo>
                <a:cubicBezTo>
                  <a:pt x="23745" y="140779"/>
                  <a:pt x="19935" y="126149"/>
                  <a:pt x="19954" y="111271"/>
                </a:cubicBezTo>
                <a:cubicBezTo>
                  <a:pt x="19888" y="90963"/>
                  <a:pt x="26860" y="71256"/>
                  <a:pt x="39690" y="55511"/>
                </a:cubicBezTo>
                <a:lnTo>
                  <a:pt x="163182" y="179022"/>
                </a:lnTo>
                <a:cubicBezTo>
                  <a:pt x="148799" y="190728"/>
                  <a:pt x="131083" y="197586"/>
                  <a:pt x="112566" y="198615"/>
                </a:cubicBezTo>
                <a:cubicBezTo>
                  <a:pt x="111166" y="198691"/>
                  <a:pt x="109813" y="198062"/>
                  <a:pt x="108965" y="196938"/>
                </a:cubicBezTo>
                <a:cubicBezTo>
                  <a:pt x="108080" y="195862"/>
                  <a:pt x="107813" y="194405"/>
                  <a:pt x="108261" y="193081"/>
                </a:cubicBezTo>
                <a:lnTo>
                  <a:pt x="110632" y="185089"/>
                </a:lnTo>
                <a:cubicBezTo>
                  <a:pt x="111232" y="183108"/>
                  <a:pt x="110299" y="180994"/>
                  <a:pt x="108442" y="180089"/>
                </a:cubicBezTo>
                <a:lnTo>
                  <a:pt x="45586" y="148485"/>
                </a:lnTo>
                <a:cubicBezTo>
                  <a:pt x="44491" y="148056"/>
                  <a:pt x="43262" y="148056"/>
                  <a:pt x="42167" y="148485"/>
                </a:cubicBezTo>
                <a:cubicBezTo>
                  <a:pt x="41090" y="148970"/>
                  <a:pt x="40224" y="149809"/>
                  <a:pt x="39709" y="150856"/>
                </a:cubicBezTo>
                <a:lnTo>
                  <a:pt x="38652" y="153400"/>
                </a:lnTo>
                <a:cubicBezTo>
                  <a:pt x="38338" y="154133"/>
                  <a:pt x="37833" y="154752"/>
                  <a:pt x="37176" y="155200"/>
                </a:cubicBezTo>
                <a:moveTo>
                  <a:pt x="175612" y="166620"/>
                </a:moveTo>
                <a:lnTo>
                  <a:pt x="156324" y="147332"/>
                </a:lnTo>
                <a:cubicBezTo>
                  <a:pt x="167773" y="143332"/>
                  <a:pt x="176202" y="136121"/>
                  <a:pt x="176202" y="118557"/>
                </a:cubicBezTo>
                <a:cubicBezTo>
                  <a:pt x="176260" y="102469"/>
                  <a:pt x="164811" y="88658"/>
                  <a:pt x="148990" y="85725"/>
                </a:cubicBezTo>
                <a:lnTo>
                  <a:pt x="119586" y="79314"/>
                </a:lnTo>
                <a:cubicBezTo>
                  <a:pt x="118176" y="79019"/>
                  <a:pt x="117024" y="78028"/>
                  <a:pt x="116509" y="76685"/>
                </a:cubicBezTo>
                <a:lnTo>
                  <a:pt x="104222" y="46929"/>
                </a:lnTo>
                <a:cubicBezTo>
                  <a:pt x="103270" y="44577"/>
                  <a:pt x="101355" y="42748"/>
                  <a:pt x="98955" y="41919"/>
                </a:cubicBezTo>
                <a:cubicBezTo>
                  <a:pt x="96621" y="41243"/>
                  <a:pt x="94116" y="41557"/>
                  <a:pt x="92021" y="42805"/>
                </a:cubicBezTo>
                <a:cubicBezTo>
                  <a:pt x="84648" y="47377"/>
                  <a:pt x="78352" y="55311"/>
                  <a:pt x="73294" y="64284"/>
                </a:cubicBezTo>
                <a:lnTo>
                  <a:pt x="52082" y="43072"/>
                </a:lnTo>
                <a:cubicBezTo>
                  <a:pt x="86991" y="14458"/>
                  <a:pt x="137902" y="16973"/>
                  <a:pt x="169811" y="48891"/>
                </a:cubicBezTo>
                <a:cubicBezTo>
                  <a:pt x="201729" y="80810"/>
                  <a:pt x="204235" y="131730"/>
                  <a:pt x="175612" y="166620"/>
                </a:cubicBezTo>
              </a:path>
            </a:pathLst>
          </a:custGeom>
          <a:solidFill>
            <a:srgbClr val="32928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695512" y="2222854"/>
            <a:ext cx="212817" cy="205911"/>
          </a:xfrm>
          <a:custGeom>
            <a:avLst/>
            <a:gdLst/>
            <a:ahLst/>
            <a:cxnLst/>
            <a:rect l="0" t="0" r="0" b="0"/>
            <a:pathLst>
              <a:path w="212817" h="205911">
                <a:moveTo>
                  <a:pt x="203530" y="101822"/>
                </a:moveTo>
                <a:cubicBezTo>
                  <a:pt x="207340" y="101822"/>
                  <a:pt x="212817" y="98469"/>
                  <a:pt x="209673" y="92173"/>
                </a:cubicBezTo>
                <a:lnTo>
                  <a:pt x="165782" y="4391"/>
                </a:lnTo>
                <a:cubicBezTo>
                  <a:pt x="164030" y="1752"/>
                  <a:pt x="161391" y="0"/>
                  <a:pt x="158762" y="0"/>
                </a:cubicBezTo>
                <a:cubicBezTo>
                  <a:pt x="158048" y="0"/>
                  <a:pt x="157410" y="104"/>
                  <a:pt x="156800" y="314"/>
                </a:cubicBezTo>
                <a:cubicBezTo>
                  <a:pt x="154866" y="933"/>
                  <a:pt x="153047" y="2419"/>
                  <a:pt x="151733" y="4391"/>
                </a:cubicBezTo>
                <a:lnTo>
                  <a:pt x="120681" y="66494"/>
                </a:lnTo>
                <a:lnTo>
                  <a:pt x="107842" y="92173"/>
                </a:lnTo>
                <a:cubicBezTo>
                  <a:pt x="104698" y="98469"/>
                  <a:pt x="110175" y="101822"/>
                  <a:pt x="113985" y="101822"/>
                </a:cubicBezTo>
                <a:lnTo>
                  <a:pt x="203530" y="101822"/>
                </a:lnTo>
                <a:moveTo>
                  <a:pt x="111585" y="60140"/>
                </a:moveTo>
                <a:cubicBezTo>
                  <a:pt x="106299" y="57216"/>
                  <a:pt x="100507" y="55292"/>
                  <a:pt x="94516" y="54473"/>
                </a:cubicBezTo>
                <a:lnTo>
                  <a:pt x="94516" y="97716"/>
                </a:lnTo>
                <a:lnTo>
                  <a:pt x="96050" y="97716"/>
                </a:lnTo>
                <a:cubicBezTo>
                  <a:pt x="95697" y="93983"/>
                  <a:pt x="96383" y="90420"/>
                  <a:pt x="98031" y="87258"/>
                </a:cubicBezTo>
                <a:lnTo>
                  <a:pt x="111585" y="60140"/>
                </a:lnTo>
                <a:moveTo>
                  <a:pt x="101984" y="108470"/>
                </a:moveTo>
                <a:cubicBezTo>
                  <a:pt x="105375" y="111242"/>
                  <a:pt x="109604" y="112766"/>
                  <a:pt x="113985" y="112795"/>
                </a:cubicBezTo>
                <a:lnTo>
                  <a:pt x="137407" y="112795"/>
                </a:lnTo>
                <a:cubicBezTo>
                  <a:pt x="133626" y="133826"/>
                  <a:pt x="116405" y="150904"/>
                  <a:pt x="94516" y="153714"/>
                </a:cubicBezTo>
                <a:lnTo>
                  <a:pt x="94516" y="108689"/>
                </a:lnTo>
                <a:lnTo>
                  <a:pt x="100441" y="108689"/>
                </a:lnTo>
                <a:cubicBezTo>
                  <a:pt x="100965" y="108689"/>
                  <a:pt x="101488" y="108613"/>
                  <a:pt x="101984" y="108470"/>
                </a:cubicBezTo>
                <a:moveTo>
                  <a:pt x="83543" y="54273"/>
                </a:moveTo>
                <a:lnTo>
                  <a:pt x="83543" y="97716"/>
                </a:lnTo>
                <a:lnTo>
                  <a:pt x="38547" y="97716"/>
                </a:lnTo>
                <a:cubicBezTo>
                  <a:pt x="41605" y="75066"/>
                  <a:pt x="60683" y="56492"/>
                  <a:pt x="83543" y="54263"/>
                </a:cubicBezTo>
                <a:moveTo>
                  <a:pt x="83543" y="108689"/>
                </a:moveTo>
                <a:lnTo>
                  <a:pt x="38338" y="108689"/>
                </a:lnTo>
                <a:cubicBezTo>
                  <a:pt x="40538" y="132140"/>
                  <a:pt x="59397" y="151676"/>
                  <a:pt x="83543" y="153904"/>
                </a:cubicBezTo>
                <a:lnTo>
                  <a:pt x="83543" y="108689"/>
                </a:lnTo>
                <a:moveTo>
                  <a:pt x="88153" y="171669"/>
                </a:moveTo>
                <a:cubicBezTo>
                  <a:pt x="63207" y="171669"/>
                  <a:pt x="41043" y="181851"/>
                  <a:pt x="24479" y="198405"/>
                </a:cubicBezTo>
                <a:cubicBezTo>
                  <a:pt x="23221" y="199663"/>
                  <a:pt x="22840" y="201558"/>
                  <a:pt x="23517" y="203196"/>
                </a:cubicBezTo>
                <a:cubicBezTo>
                  <a:pt x="24203" y="204835"/>
                  <a:pt x="25803" y="205911"/>
                  <a:pt x="27584" y="205901"/>
                </a:cubicBezTo>
                <a:lnTo>
                  <a:pt x="148723" y="205901"/>
                </a:lnTo>
                <a:cubicBezTo>
                  <a:pt x="150495" y="205911"/>
                  <a:pt x="152104" y="204835"/>
                  <a:pt x="152781" y="203196"/>
                </a:cubicBezTo>
                <a:cubicBezTo>
                  <a:pt x="153466" y="201558"/>
                  <a:pt x="153085" y="199663"/>
                  <a:pt x="151828" y="198405"/>
                </a:cubicBezTo>
                <a:cubicBezTo>
                  <a:pt x="135264" y="181851"/>
                  <a:pt x="113099" y="171669"/>
                  <a:pt x="88153" y="171669"/>
                </a:cubicBezTo>
                <a:moveTo>
                  <a:pt x="162867" y="62331"/>
                </a:moveTo>
                <a:cubicBezTo>
                  <a:pt x="162867" y="64084"/>
                  <a:pt x="160820" y="65846"/>
                  <a:pt x="158762" y="65846"/>
                </a:cubicBezTo>
                <a:cubicBezTo>
                  <a:pt x="156705" y="65846"/>
                  <a:pt x="154647" y="64084"/>
                  <a:pt x="154647" y="62331"/>
                </a:cubicBezTo>
                <a:lnTo>
                  <a:pt x="151571" y="39509"/>
                </a:lnTo>
                <a:cubicBezTo>
                  <a:pt x="150914" y="34566"/>
                  <a:pt x="154657" y="30822"/>
                  <a:pt x="158762" y="30822"/>
                </a:cubicBezTo>
                <a:cubicBezTo>
                  <a:pt x="162867" y="30822"/>
                  <a:pt x="166611" y="34566"/>
                  <a:pt x="165944" y="39509"/>
                </a:cubicBezTo>
                <a:lnTo>
                  <a:pt x="162867" y="62331"/>
                </a:lnTo>
                <a:moveTo>
                  <a:pt x="164287" y="74371"/>
                </a:moveTo>
                <a:cubicBezTo>
                  <a:pt x="165773" y="75818"/>
                  <a:pt x="166630" y="77800"/>
                  <a:pt x="166658" y="79876"/>
                </a:cubicBezTo>
                <a:cubicBezTo>
                  <a:pt x="166630" y="81962"/>
                  <a:pt x="165773" y="83943"/>
                  <a:pt x="164287" y="85401"/>
                </a:cubicBezTo>
                <a:cubicBezTo>
                  <a:pt x="162829" y="86887"/>
                  <a:pt x="160848" y="87744"/>
                  <a:pt x="158762" y="87782"/>
                </a:cubicBezTo>
                <a:cubicBezTo>
                  <a:pt x="156686" y="87744"/>
                  <a:pt x="154705" y="86887"/>
                  <a:pt x="153247" y="85401"/>
                </a:cubicBezTo>
                <a:cubicBezTo>
                  <a:pt x="151761" y="83953"/>
                  <a:pt x="150904" y="81972"/>
                  <a:pt x="150866" y="79886"/>
                </a:cubicBezTo>
                <a:cubicBezTo>
                  <a:pt x="150895" y="77800"/>
                  <a:pt x="151752" y="75818"/>
                  <a:pt x="153247" y="74361"/>
                </a:cubicBezTo>
                <a:cubicBezTo>
                  <a:pt x="154705" y="72875"/>
                  <a:pt x="156686" y="72018"/>
                  <a:pt x="158762" y="71989"/>
                </a:cubicBezTo>
                <a:cubicBezTo>
                  <a:pt x="160839" y="72018"/>
                  <a:pt x="162820" y="72875"/>
                  <a:pt x="164277" y="74361"/>
                </a:cubicBezTo>
                <a:moveTo>
                  <a:pt x="17564" y="75990"/>
                </a:moveTo>
                <a:lnTo>
                  <a:pt x="17564" y="47901"/>
                </a:lnTo>
                <a:lnTo>
                  <a:pt x="45653" y="47901"/>
                </a:lnTo>
                <a:cubicBezTo>
                  <a:pt x="50501" y="47901"/>
                  <a:pt x="54425" y="43967"/>
                  <a:pt x="54425" y="39119"/>
                </a:cubicBezTo>
                <a:cubicBezTo>
                  <a:pt x="54425" y="34280"/>
                  <a:pt x="50501" y="30346"/>
                  <a:pt x="45653" y="30346"/>
                </a:cubicBezTo>
                <a:lnTo>
                  <a:pt x="17564" y="30346"/>
                </a:lnTo>
                <a:cubicBezTo>
                  <a:pt x="12934" y="30346"/>
                  <a:pt x="8391" y="31927"/>
                  <a:pt x="4991" y="35328"/>
                </a:cubicBezTo>
                <a:cubicBezTo>
                  <a:pt x="1581" y="38738"/>
                  <a:pt x="0" y="43272"/>
                  <a:pt x="0" y="47901"/>
                </a:cubicBezTo>
                <a:lnTo>
                  <a:pt x="0" y="75990"/>
                </a:lnTo>
                <a:cubicBezTo>
                  <a:pt x="0" y="80838"/>
                  <a:pt x="3933" y="84772"/>
                  <a:pt x="8782" y="84772"/>
                </a:cubicBezTo>
                <a:cubicBezTo>
                  <a:pt x="13630" y="84772"/>
                  <a:pt x="17564" y="80838"/>
                  <a:pt x="17564" y="75990"/>
                </a:cubicBezTo>
                <a:moveTo>
                  <a:pt x="17564" y="124272"/>
                </a:moveTo>
                <a:cubicBezTo>
                  <a:pt x="17564" y="119424"/>
                  <a:pt x="13630" y="115490"/>
                  <a:pt x="8782" y="115490"/>
                </a:cubicBezTo>
                <a:cubicBezTo>
                  <a:pt x="3933" y="115490"/>
                  <a:pt x="0" y="119424"/>
                  <a:pt x="0" y="124272"/>
                </a:cubicBezTo>
                <a:lnTo>
                  <a:pt x="0" y="152361"/>
                </a:lnTo>
                <a:cubicBezTo>
                  <a:pt x="0" y="156981"/>
                  <a:pt x="1581" y="161524"/>
                  <a:pt x="4991" y="164934"/>
                </a:cubicBezTo>
                <a:cubicBezTo>
                  <a:pt x="8391" y="168335"/>
                  <a:pt x="12934" y="169916"/>
                  <a:pt x="17564" y="169916"/>
                </a:cubicBezTo>
                <a:lnTo>
                  <a:pt x="45653" y="169916"/>
                </a:lnTo>
                <a:cubicBezTo>
                  <a:pt x="50501" y="169916"/>
                  <a:pt x="54425" y="165982"/>
                  <a:pt x="54425" y="161134"/>
                </a:cubicBezTo>
                <a:cubicBezTo>
                  <a:pt x="54425" y="156286"/>
                  <a:pt x="50501" y="152361"/>
                  <a:pt x="45653" y="152361"/>
                </a:cubicBezTo>
                <a:lnTo>
                  <a:pt x="17564" y="152361"/>
                </a:lnTo>
                <a:lnTo>
                  <a:pt x="17564" y="124272"/>
                </a:lnTo>
                <a:moveTo>
                  <a:pt x="170173" y="115490"/>
                </a:moveTo>
                <a:cubicBezTo>
                  <a:pt x="175021" y="115490"/>
                  <a:pt x="178955" y="119424"/>
                  <a:pt x="178955" y="124272"/>
                </a:cubicBezTo>
                <a:lnTo>
                  <a:pt x="178955" y="152361"/>
                </a:lnTo>
                <a:cubicBezTo>
                  <a:pt x="178955" y="156981"/>
                  <a:pt x="177374" y="161524"/>
                  <a:pt x="173964" y="164934"/>
                </a:cubicBezTo>
                <a:cubicBezTo>
                  <a:pt x="170564" y="168335"/>
                  <a:pt x="166020" y="169916"/>
                  <a:pt x="161391" y="169916"/>
                </a:cubicBezTo>
                <a:lnTo>
                  <a:pt x="132426" y="169916"/>
                </a:lnTo>
                <a:cubicBezTo>
                  <a:pt x="127577" y="169916"/>
                  <a:pt x="123653" y="165982"/>
                  <a:pt x="123653" y="161134"/>
                </a:cubicBezTo>
                <a:cubicBezTo>
                  <a:pt x="123653" y="156286"/>
                  <a:pt x="127577" y="152361"/>
                  <a:pt x="132426" y="152361"/>
                </a:cubicBezTo>
                <a:lnTo>
                  <a:pt x="161391" y="152361"/>
                </a:lnTo>
                <a:lnTo>
                  <a:pt x="161391" y="124272"/>
                </a:lnTo>
                <a:cubicBezTo>
                  <a:pt x="161391" y="119424"/>
                  <a:pt x="165325" y="115490"/>
                  <a:pt x="170173" y="115490"/>
                </a:cubicBezTo>
              </a:path>
            </a:pathLst>
          </a:custGeom>
          <a:solidFill>
            <a:srgbClr val="E49B0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612802" y="3400415"/>
            <a:ext cx="175564" cy="210673"/>
          </a:xfrm>
          <a:custGeom>
            <a:avLst/>
            <a:gdLst/>
            <a:ahLst/>
            <a:cxnLst/>
            <a:rect l="0" t="0" r="0" b="0"/>
            <a:pathLst>
              <a:path w="175564" h="210673">
                <a:moveTo>
                  <a:pt x="175564" y="55568"/>
                </a:moveTo>
                <a:cubicBezTo>
                  <a:pt x="175564" y="50882"/>
                  <a:pt x="173697" y="46396"/>
                  <a:pt x="170383" y="43100"/>
                </a:cubicBezTo>
                <a:lnTo>
                  <a:pt x="132464" y="5181"/>
                </a:lnTo>
                <a:cubicBezTo>
                  <a:pt x="129159" y="1857"/>
                  <a:pt x="124672" y="0"/>
                  <a:pt x="119995" y="0"/>
                </a:cubicBezTo>
                <a:lnTo>
                  <a:pt x="85591" y="0"/>
                </a:lnTo>
                <a:cubicBezTo>
                  <a:pt x="84372" y="0"/>
                  <a:pt x="83391" y="981"/>
                  <a:pt x="83391" y="2190"/>
                </a:cubicBezTo>
                <a:lnTo>
                  <a:pt x="83391" y="100069"/>
                </a:lnTo>
                <a:cubicBezTo>
                  <a:pt x="83391" y="100945"/>
                  <a:pt x="82877" y="101736"/>
                  <a:pt x="82076" y="102088"/>
                </a:cubicBezTo>
                <a:cubicBezTo>
                  <a:pt x="81229" y="102422"/>
                  <a:pt x="80257" y="102212"/>
                  <a:pt x="79619" y="101565"/>
                </a:cubicBezTo>
                <a:lnTo>
                  <a:pt x="63026" y="84972"/>
                </a:lnTo>
                <a:cubicBezTo>
                  <a:pt x="62617" y="84543"/>
                  <a:pt x="62045" y="84296"/>
                  <a:pt x="61445" y="84296"/>
                </a:cubicBezTo>
                <a:cubicBezTo>
                  <a:pt x="60855" y="84296"/>
                  <a:pt x="60283" y="84543"/>
                  <a:pt x="59864" y="84972"/>
                </a:cubicBezTo>
                <a:lnTo>
                  <a:pt x="43281" y="101565"/>
                </a:lnTo>
                <a:cubicBezTo>
                  <a:pt x="42662" y="102193"/>
                  <a:pt x="41729" y="102403"/>
                  <a:pt x="40909" y="102088"/>
                </a:cubicBezTo>
                <a:cubicBezTo>
                  <a:pt x="40071" y="101765"/>
                  <a:pt x="39509" y="100965"/>
                  <a:pt x="39500" y="100069"/>
                </a:cubicBezTo>
                <a:lnTo>
                  <a:pt x="39500" y="2190"/>
                </a:lnTo>
                <a:cubicBezTo>
                  <a:pt x="39500" y="981"/>
                  <a:pt x="38519" y="0"/>
                  <a:pt x="37309" y="0"/>
                </a:cubicBezTo>
                <a:lnTo>
                  <a:pt x="17554" y="0"/>
                </a:lnTo>
                <a:cubicBezTo>
                  <a:pt x="7858" y="0"/>
                  <a:pt x="0" y="7858"/>
                  <a:pt x="0" y="17554"/>
                </a:cubicBezTo>
                <a:lnTo>
                  <a:pt x="0" y="193119"/>
                </a:lnTo>
                <a:cubicBezTo>
                  <a:pt x="0" y="202815"/>
                  <a:pt x="7858" y="210673"/>
                  <a:pt x="17554" y="210673"/>
                </a:cubicBezTo>
                <a:lnTo>
                  <a:pt x="158010" y="210673"/>
                </a:lnTo>
                <a:cubicBezTo>
                  <a:pt x="167697" y="210673"/>
                  <a:pt x="175564" y="202815"/>
                  <a:pt x="175564" y="193119"/>
                </a:cubicBezTo>
                <a:lnTo>
                  <a:pt x="175564" y="55568"/>
                </a:lnTo>
              </a:path>
            </a:pathLst>
          </a:custGeom>
          <a:solidFill>
            <a:srgbClr val="32928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622189" y="4405060"/>
            <a:ext cx="207845" cy="202768"/>
          </a:xfrm>
          <a:custGeom>
            <a:avLst/>
            <a:gdLst/>
            <a:ahLst/>
            <a:cxnLst/>
            <a:rect l="0" t="0" r="0" b="0"/>
            <a:pathLst>
              <a:path w="207845" h="202768">
                <a:moveTo>
                  <a:pt x="85229" y="4381"/>
                </a:moveTo>
                <a:cubicBezTo>
                  <a:pt x="85229" y="1962"/>
                  <a:pt x="87191" y="0"/>
                  <a:pt x="89620" y="0"/>
                </a:cubicBezTo>
                <a:cubicBezTo>
                  <a:pt x="108003" y="0"/>
                  <a:pt x="123024" y="3752"/>
                  <a:pt x="135559" y="10620"/>
                </a:cubicBezTo>
                <a:cubicBezTo>
                  <a:pt x="148085" y="17478"/>
                  <a:pt x="157895" y="27308"/>
                  <a:pt x="166077" y="39081"/>
                </a:cubicBezTo>
                <a:cubicBezTo>
                  <a:pt x="179422" y="58264"/>
                  <a:pt x="188814" y="83191"/>
                  <a:pt x="198729" y="109566"/>
                </a:cubicBezTo>
                <a:cubicBezTo>
                  <a:pt x="200844" y="115185"/>
                  <a:pt x="202987" y="120872"/>
                  <a:pt x="205187" y="126577"/>
                </a:cubicBezTo>
                <a:cubicBezTo>
                  <a:pt x="205216" y="126644"/>
                  <a:pt x="205235" y="126701"/>
                  <a:pt x="205263" y="126768"/>
                </a:cubicBezTo>
                <a:cubicBezTo>
                  <a:pt x="207845" y="134531"/>
                  <a:pt x="202691" y="143075"/>
                  <a:pt x="194071" y="143075"/>
                </a:cubicBezTo>
                <a:lnTo>
                  <a:pt x="180032" y="143075"/>
                </a:lnTo>
                <a:lnTo>
                  <a:pt x="180032" y="152523"/>
                </a:lnTo>
                <a:cubicBezTo>
                  <a:pt x="175326" y="152514"/>
                  <a:pt x="170449" y="152495"/>
                  <a:pt x="166201" y="151552"/>
                </a:cubicBezTo>
                <a:cubicBezTo>
                  <a:pt x="161934" y="150599"/>
                  <a:pt x="159505" y="148999"/>
                  <a:pt x="158391" y="146770"/>
                </a:cubicBezTo>
                <a:cubicBezTo>
                  <a:pt x="157029" y="144094"/>
                  <a:pt x="153743" y="143008"/>
                  <a:pt x="151056" y="144360"/>
                </a:cubicBezTo>
                <a:cubicBezTo>
                  <a:pt x="148361" y="145703"/>
                  <a:pt x="147256" y="148970"/>
                  <a:pt x="148580" y="151685"/>
                </a:cubicBezTo>
                <a:cubicBezTo>
                  <a:pt x="151866" y="158229"/>
                  <a:pt x="158219" y="161010"/>
                  <a:pt x="163820" y="162258"/>
                </a:cubicBezTo>
                <a:cubicBezTo>
                  <a:pt x="169344" y="163487"/>
                  <a:pt x="175336" y="163487"/>
                  <a:pt x="179603" y="163487"/>
                </a:cubicBezTo>
                <a:lnTo>
                  <a:pt x="179603" y="168535"/>
                </a:lnTo>
                <a:cubicBezTo>
                  <a:pt x="180032" y="187632"/>
                  <a:pt x="164896" y="202768"/>
                  <a:pt x="145799" y="202768"/>
                </a:cubicBezTo>
                <a:lnTo>
                  <a:pt x="89620" y="202768"/>
                </a:lnTo>
                <a:cubicBezTo>
                  <a:pt x="87191" y="202768"/>
                  <a:pt x="85229" y="200806"/>
                  <a:pt x="85229" y="198377"/>
                </a:cubicBezTo>
                <a:lnTo>
                  <a:pt x="85229" y="173364"/>
                </a:lnTo>
                <a:lnTo>
                  <a:pt x="67427" y="173364"/>
                </a:lnTo>
                <a:cubicBezTo>
                  <a:pt x="67084" y="173393"/>
                  <a:pt x="66751" y="173393"/>
                  <a:pt x="66408" y="173364"/>
                </a:cubicBezTo>
                <a:lnTo>
                  <a:pt x="50434" y="173364"/>
                </a:lnTo>
                <a:cubicBezTo>
                  <a:pt x="47224" y="182432"/>
                  <a:pt x="37957" y="187871"/>
                  <a:pt x="28470" y="186242"/>
                </a:cubicBezTo>
                <a:cubicBezTo>
                  <a:pt x="18992" y="184623"/>
                  <a:pt x="12058" y="176402"/>
                  <a:pt x="12058" y="166782"/>
                </a:cubicBezTo>
                <a:cubicBezTo>
                  <a:pt x="12058" y="157162"/>
                  <a:pt x="18992" y="148942"/>
                  <a:pt x="28470" y="147313"/>
                </a:cubicBezTo>
                <a:cubicBezTo>
                  <a:pt x="37957" y="145684"/>
                  <a:pt x="47224" y="151123"/>
                  <a:pt x="50434" y="160191"/>
                </a:cubicBezTo>
                <a:lnTo>
                  <a:pt x="60331" y="160191"/>
                </a:lnTo>
                <a:lnTo>
                  <a:pt x="60331" y="142636"/>
                </a:lnTo>
                <a:lnTo>
                  <a:pt x="49358" y="142636"/>
                </a:lnTo>
                <a:cubicBezTo>
                  <a:pt x="45729" y="142636"/>
                  <a:pt x="42776" y="139693"/>
                  <a:pt x="42776" y="136055"/>
                </a:cubicBezTo>
                <a:cubicBezTo>
                  <a:pt x="42776" y="132416"/>
                  <a:pt x="45729" y="129473"/>
                  <a:pt x="49358" y="129473"/>
                </a:cubicBezTo>
                <a:lnTo>
                  <a:pt x="66922" y="129473"/>
                </a:lnTo>
                <a:cubicBezTo>
                  <a:pt x="70551" y="129473"/>
                  <a:pt x="73504" y="132416"/>
                  <a:pt x="73504" y="136055"/>
                </a:cubicBezTo>
                <a:lnTo>
                  <a:pt x="73504" y="160191"/>
                </a:lnTo>
                <a:lnTo>
                  <a:pt x="85220" y="160191"/>
                </a:lnTo>
                <a:lnTo>
                  <a:pt x="85220" y="107527"/>
                </a:lnTo>
                <a:lnTo>
                  <a:pt x="38376" y="107527"/>
                </a:lnTo>
                <a:cubicBezTo>
                  <a:pt x="35166" y="116595"/>
                  <a:pt x="25888" y="122034"/>
                  <a:pt x="16411" y="120415"/>
                </a:cubicBezTo>
                <a:cubicBezTo>
                  <a:pt x="6934" y="118786"/>
                  <a:pt x="0" y="110566"/>
                  <a:pt x="0" y="100945"/>
                </a:cubicBezTo>
                <a:cubicBezTo>
                  <a:pt x="0" y="91325"/>
                  <a:pt x="6934" y="83105"/>
                  <a:pt x="16411" y="81476"/>
                </a:cubicBezTo>
                <a:cubicBezTo>
                  <a:pt x="25888" y="79848"/>
                  <a:pt x="35166" y="85296"/>
                  <a:pt x="38376" y="94364"/>
                </a:cubicBezTo>
                <a:lnTo>
                  <a:pt x="85220" y="94364"/>
                </a:lnTo>
                <a:lnTo>
                  <a:pt x="85220" y="76800"/>
                </a:lnTo>
                <a:lnTo>
                  <a:pt x="61988" y="76800"/>
                </a:lnTo>
                <a:cubicBezTo>
                  <a:pt x="58350" y="76800"/>
                  <a:pt x="55397" y="73856"/>
                  <a:pt x="55397" y="70218"/>
                </a:cubicBezTo>
                <a:cubicBezTo>
                  <a:pt x="55397" y="66589"/>
                  <a:pt x="58350" y="63636"/>
                  <a:pt x="61988" y="63636"/>
                </a:cubicBezTo>
                <a:lnTo>
                  <a:pt x="85229" y="63636"/>
                </a:lnTo>
                <a:lnTo>
                  <a:pt x="85229" y="41690"/>
                </a:lnTo>
                <a:lnTo>
                  <a:pt x="50444" y="41690"/>
                </a:lnTo>
                <a:cubicBezTo>
                  <a:pt x="47234" y="50758"/>
                  <a:pt x="37957" y="56197"/>
                  <a:pt x="28479" y="54578"/>
                </a:cubicBezTo>
                <a:cubicBezTo>
                  <a:pt x="19002" y="52949"/>
                  <a:pt x="12068" y="44729"/>
                  <a:pt x="12068" y="35109"/>
                </a:cubicBezTo>
                <a:cubicBezTo>
                  <a:pt x="12068" y="25488"/>
                  <a:pt x="19002" y="17268"/>
                  <a:pt x="28479" y="15640"/>
                </a:cubicBezTo>
                <a:cubicBezTo>
                  <a:pt x="37957" y="14020"/>
                  <a:pt x="47234" y="19459"/>
                  <a:pt x="50444" y="28527"/>
                </a:cubicBezTo>
                <a:lnTo>
                  <a:pt x="85229" y="28527"/>
                </a:lnTo>
                <a:lnTo>
                  <a:pt x="85229" y="4381"/>
                </a:lnTo>
                <a:moveTo>
                  <a:pt x="31813" y="28527"/>
                </a:moveTo>
                <a:cubicBezTo>
                  <a:pt x="28174" y="28527"/>
                  <a:pt x="25231" y="31470"/>
                  <a:pt x="25231" y="35109"/>
                </a:cubicBezTo>
                <a:cubicBezTo>
                  <a:pt x="25231" y="38747"/>
                  <a:pt x="28174" y="41690"/>
                  <a:pt x="31813" y="41690"/>
                </a:cubicBezTo>
                <a:cubicBezTo>
                  <a:pt x="35452" y="41690"/>
                  <a:pt x="38395" y="38747"/>
                  <a:pt x="38395" y="35109"/>
                </a:cubicBezTo>
                <a:cubicBezTo>
                  <a:pt x="38395" y="31470"/>
                  <a:pt x="35452" y="28527"/>
                  <a:pt x="31813" y="28527"/>
                </a:cubicBezTo>
                <a:moveTo>
                  <a:pt x="13182" y="100945"/>
                </a:moveTo>
                <a:cubicBezTo>
                  <a:pt x="13173" y="104489"/>
                  <a:pt x="15982" y="107394"/>
                  <a:pt x="19516" y="107527"/>
                </a:cubicBezTo>
                <a:cubicBezTo>
                  <a:pt x="23060" y="107651"/>
                  <a:pt x="26069" y="104955"/>
                  <a:pt x="26327" y="101431"/>
                </a:cubicBezTo>
                <a:cubicBezTo>
                  <a:pt x="26308" y="101107"/>
                  <a:pt x="26308" y="100784"/>
                  <a:pt x="26327" y="100460"/>
                </a:cubicBezTo>
                <a:cubicBezTo>
                  <a:pt x="26069" y="96926"/>
                  <a:pt x="23060" y="94230"/>
                  <a:pt x="19516" y="94364"/>
                </a:cubicBezTo>
                <a:cubicBezTo>
                  <a:pt x="15982" y="94497"/>
                  <a:pt x="13173" y="97402"/>
                  <a:pt x="13182" y="100945"/>
                </a:cubicBezTo>
                <a:moveTo>
                  <a:pt x="25241" y="166782"/>
                </a:moveTo>
                <a:cubicBezTo>
                  <a:pt x="25241" y="170411"/>
                  <a:pt x="28184" y="173364"/>
                  <a:pt x="31823" y="173364"/>
                </a:cubicBezTo>
                <a:cubicBezTo>
                  <a:pt x="35461" y="173364"/>
                  <a:pt x="38404" y="170411"/>
                  <a:pt x="38404" y="166782"/>
                </a:cubicBezTo>
                <a:cubicBezTo>
                  <a:pt x="38404" y="163144"/>
                  <a:pt x="35461" y="160191"/>
                  <a:pt x="31823" y="160191"/>
                </a:cubicBezTo>
                <a:cubicBezTo>
                  <a:pt x="28184" y="160191"/>
                  <a:pt x="25241" y="163144"/>
                  <a:pt x="25241" y="166782"/>
                </a:cubicBezTo>
                <a:moveTo>
                  <a:pt x="144932" y="84924"/>
                </a:moveTo>
                <a:cubicBezTo>
                  <a:pt x="140931" y="84924"/>
                  <a:pt x="137683" y="88163"/>
                  <a:pt x="137683" y="92163"/>
                </a:cubicBezTo>
                <a:cubicBezTo>
                  <a:pt x="137683" y="96164"/>
                  <a:pt x="140931" y="99412"/>
                  <a:pt x="144932" y="99412"/>
                </a:cubicBezTo>
                <a:moveTo>
                  <a:pt x="144932" y="99412"/>
                </a:moveTo>
                <a:cubicBezTo>
                  <a:pt x="148923" y="99412"/>
                  <a:pt x="152171" y="96164"/>
                  <a:pt x="152171" y="92163"/>
                </a:cubicBezTo>
                <a:cubicBezTo>
                  <a:pt x="152171" y="88163"/>
                  <a:pt x="148923" y="84924"/>
                  <a:pt x="144932" y="84924"/>
                </a:cubicBezTo>
              </a:path>
            </a:pathLst>
          </a:custGeom>
          <a:solidFill>
            <a:srgbClr val="32928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594537" y="921723"/>
            <a:ext cx="175793" cy="202768"/>
          </a:xfrm>
          <a:custGeom>
            <a:avLst/>
            <a:gdLst/>
            <a:ahLst/>
            <a:cxnLst/>
            <a:rect l="0" t="0" r="0" b="0"/>
            <a:pathLst>
              <a:path w="175793" h="202768">
                <a:moveTo>
                  <a:pt x="175679" y="28975"/>
                </a:moveTo>
                <a:cubicBezTo>
                  <a:pt x="175707" y="23707"/>
                  <a:pt x="172659" y="18897"/>
                  <a:pt x="167859" y="16687"/>
                </a:cubicBezTo>
                <a:cubicBezTo>
                  <a:pt x="142674" y="5600"/>
                  <a:pt x="115414" y="0"/>
                  <a:pt x="87896" y="276"/>
                </a:cubicBezTo>
                <a:cubicBezTo>
                  <a:pt x="60378" y="0"/>
                  <a:pt x="33118" y="5600"/>
                  <a:pt x="7924" y="16687"/>
                </a:cubicBezTo>
                <a:cubicBezTo>
                  <a:pt x="3133" y="18897"/>
                  <a:pt x="76" y="23707"/>
                  <a:pt x="114" y="28975"/>
                </a:cubicBezTo>
                <a:lnTo>
                  <a:pt x="114" y="96040"/>
                </a:lnTo>
                <a:cubicBezTo>
                  <a:pt x="0" y="140589"/>
                  <a:pt x="27317" y="180603"/>
                  <a:pt x="68846" y="196729"/>
                </a:cubicBezTo>
                <a:lnTo>
                  <a:pt x="78238" y="200329"/>
                </a:lnTo>
                <a:cubicBezTo>
                  <a:pt x="84448" y="202768"/>
                  <a:pt x="91344" y="202768"/>
                  <a:pt x="97555" y="200329"/>
                </a:cubicBezTo>
                <a:lnTo>
                  <a:pt x="106946" y="196729"/>
                </a:lnTo>
                <a:cubicBezTo>
                  <a:pt x="148466" y="180603"/>
                  <a:pt x="175793" y="140589"/>
                  <a:pt x="175679" y="96040"/>
                </a:cubicBezTo>
                <a:lnTo>
                  <a:pt x="175679" y="28975"/>
                </a:lnTo>
                <a:moveTo>
                  <a:pt x="145037" y="68218"/>
                </a:moveTo>
                <a:lnTo>
                  <a:pt x="92373" y="140455"/>
                </a:lnTo>
                <a:cubicBezTo>
                  <a:pt x="90316" y="143256"/>
                  <a:pt x="87068" y="144913"/>
                  <a:pt x="83591" y="144932"/>
                </a:cubicBezTo>
                <a:cubicBezTo>
                  <a:pt x="80705" y="144922"/>
                  <a:pt x="77943" y="143789"/>
                  <a:pt x="75866" y="141779"/>
                </a:cubicBezTo>
                <a:lnTo>
                  <a:pt x="35223" y="101222"/>
                </a:lnTo>
                <a:cubicBezTo>
                  <a:pt x="30937" y="96926"/>
                  <a:pt x="30937" y="89973"/>
                  <a:pt x="35223" y="85686"/>
                </a:cubicBezTo>
                <a:cubicBezTo>
                  <a:pt x="39519" y="81391"/>
                  <a:pt x="46472" y="81391"/>
                  <a:pt x="50768" y="85686"/>
                </a:cubicBezTo>
                <a:lnTo>
                  <a:pt x="80086" y="115004"/>
                </a:lnTo>
                <a:cubicBezTo>
                  <a:pt x="80552" y="115462"/>
                  <a:pt x="81191" y="115681"/>
                  <a:pt x="81838" y="115614"/>
                </a:cubicBezTo>
                <a:cubicBezTo>
                  <a:pt x="82476" y="115604"/>
                  <a:pt x="83067" y="115271"/>
                  <a:pt x="83419" y="114738"/>
                </a:cubicBezTo>
                <a:lnTo>
                  <a:pt x="127311" y="54873"/>
                </a:lnTo>
                <a:cubicBezTo>
                  <a:pt x="131092" y="50682"/>
                  <a:pt x="137436" y="50053"/>
                  <a:pt x="141979" y="53406"/>
                </a:cubicBezTo>
                <a:cubicBezTo>
                  <a:pt x="146513" y="56768"/>
                  <a:pt x="147761" y="63017"/>
                  <a:pt x="144865" y="67865"/>
                </a:cubicBezTo>
              </a:path>
            </a:pathLst>
          </a:custGeom>
          <a:solidFill>
            <a:srgbClr val="E49B0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34643" y="2132852"/>
            <a:ext cx="157722" cy="1137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00" b="0">
                <a:solidFill>
                  <a:srgbClr val="18181E"/>
                </a:solidFill>
                <a:latin typeface="Montserrat"/>
              </a:rPr>
              <a:t>No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5977836" y="2155037"/>
            <a:ext cx="512921" cy="341174"/>
            <a:chOff x="5977836" y="2155037"/>
            <a:chExt cx="512921" cy="341174"/>
          </a:xfrm>
        </p:grpSpPr>
        <p:sp>
          <p:nvSpPr>
            <p:cNvPr id="33" name="TextBox 32"/>
            <p:cNvSpPr txBox="1"/>
            <p:nvPr/>
          </p:nvSpPr>
          <p:spPr>
            <a:xfrm>
              <a:off x="5977836" y="2155037"/>
              <a:ext cx="589859" cy="113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1">
                  <a:solidFill>
                    <a:srgbClr val="18181E"/>
                  </a:solidFill>
                  <a:latin typeface="Montserrat"/>
                </a:rPr>
                <a:t>Bypass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977836" y="2268765"/>
              <a:ext cx="589859" cy="113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1">
                  <a:solidFill>
                    <a:srgbClr val="18181E"/>
                  </a:solidFill>
                  <a:latin typeface="Montserrat"/>
                </a:rPr>
                <a:t>learning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977836" y="2382494"/>
              <a:ext cx="589859" cy="1137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1">
                  <a:solidFill>
                    <a:srgbClr val="18181E"/>
                  </a:solidFill>
                  <a:latin typeface="Montserrat"/>
                </a:rPr>
                <a:t>objective?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188768" y="1430951"/>
            <a:ext cx="182653" cy="1137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00" b="0">
                <a:solidFill>
                  <a:srgbClr val="18181E"/>
                </a:solidFill>
                <a:latin typeface="Montserrat"/>
              </a:rPr>
              <a:t>Yes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88768" y="2790514"/>
            <a:ext cx="182653" cy="1137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00" b="0">
                <a:solidFill>
                  <a:srgbClr val="18181E"/>
                </a:solidFill>
                <a:latin typeface="Montserrat"/>
              </a:rPr>
              <a:t>Yes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5859487" y="909204"/>
            <a:ext cx="557336" cy="227465"/>
            <a:chOff x="5859487" y="909204"/>
            <a:chExt cx="557336" cy="227465"/>
          </a:xfrm>
        </p:grpSpPr>
        <p:sp>
          <p:nvSpPr>
            <p:cNvPr id="39" name="TextBox 38"/>
            <p:cNvSpPr txBox="1"/>
            <p:nvPr/>
          </p:nvSpPr>
          <p:spPr>
            <a:xfrm>
              <a:off x="5859487" y="909204"/>
              <a:ext cx="640936" cy="113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1">
                  <a:solidFill>
                    <a:srgbClr val="18181E"/>
                  </a:solidFill>
                  <a:latin typeface="Montserrat"/>
                </a:rPr>
                <a:t>Is AI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859487" y="1022932"/>
              <a:ext cx="640936" cy="1137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1">
                  <a:solidFill>
                    <a:srgbClr val="18181E"/>
                  </a:solidFill>
                  <a:latin typeface="Montserrat"/>
                </a:rPr>
                <a:t>permitted?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6931222" y="830178"/>
            <a:ext cx="157722" cy="1137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00" b="0">
                <a:solidFill>
                  <a:srgbClr val="18181E"/>
                </a:solidFill>
                <a:latin typeface="Montserrat"/>
              </a:rPr>
              <a:t>No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77638" y="3448865"/>
            <a:ext cx="972001" cy="1137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1">
                <a:solidFill>
                  <a:srgbClr val="18181E"/>
                </a:solidFill>
                <a:latin typeface="Montserrat"/>
              </a:rPr>
              <a:t>Cite and disclose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89264" y="3448865"/>
            <a:ext cx="773192" cy="1137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1">
                <a:solidFill>
                  <a:srgbClr val="18181E"/>
                </a:solidFill>
                <a:latin typeface="Montserrat"/>
              </a:rPr>
              <a:t>Do not use AI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419100" y="400048"/>
            <a:ext cx="2589609" cy="1234439"/>
            <a:chOff x="419100" y="400048"/>
            <a:chExt cx="2589609" cy="1234439"/>
          </a:xfrm>
        </p:grpSpPr>
        <p:sp>
          <p:nvSpPr>
            <p:cNvPr id="45" name="TextBox 44"/>
            <p:cNvSpPr txBox="1"/>
            <p:nvPr/>
          </p:nvSpPr>
          <p:spPr>
            <a:xfrm>
              <a:off x="419100" y="400048"/>
              <a:ext cx="297805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200" b="1">
                  <a:solidFill>
                    <a:srgbClr val="18181E"/>
                  </a:solidFill>
                  <a:latin typeface="Montserrat"/>
                </a:rPr>
                <a:t>Decision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19100" y="811528"/>
              <a:ext cx="2978050" cy="4114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200" b="1">
                  <a:solidFill>
                    <a:srgbClr val="18181E"/>
                  </a:solidFill>
                  <a:latin typeface="Montserrat"/>
                </a:rPr>
                <a:t>Tree: When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19100" y="1223007"/>
              <a:ext cx="297805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200" b="1">
                  <a:solidFill>
                    <a:srgbClr val="18181E"/>
                  </a:solidFill>
                  <a:latin typeface="Montserrat"/>
                </a:rPr>
                <a:t>to Use AI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4902046" y="4449557"/>
            <a:ext cx="915864" cy="1137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1">
                <a:solidFill>
                  <a:srgbClr val="18181E"/>
                </a:solidFill>
                <a:latin typeface="Montserrat"/>
              </a:rPr>
              <a:t>Proceed with AI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896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07201" y="2589502"/>
            <a:ext cx="1267282" cy="1168260"/>
          </a:xfrm>
          <a:custGeom>
            <a:avLst/>
            <a:gdLst/>
            <a:ahLst/>
            <a:cxnLst/>
            <a:rect l="0" t="0" r="0" b="0"/>
            <a:pathLst>
              <a:path w="1267282" h="1168260">
                <a:moveTo>
                  <a:pt x="598446" y="140808"/>
                </a:moveTo>
                <a:cubicBezTo>
                  <a:pt x="598446" y="473773"/>
                  <a:pt x="341623" y="746750"/>
                  <a:pt x="15259" y="772467"/>
                </a:cubicBezTo>
                <a:cubicBezTo>
                  <a:pt x="23050" y="807300"/>
                  <a:pt x="33699" y="841047"/>
                  <a:pt x="46967" y="873461"/>
                </a:cubicBezTo>
                <a:cubicBezTo>
                  <a:pt x="145256" y="810768"/>
                  <a:pt x="261994" y="774439"/>
                  <a:pt x="387219" y="774439"/>
                </a:cubicBezTo>
                <a:cubicBezTo>
                  <a:pt x="652300" y="774439"/>
                  <a:pt x="879357" y="937212"/>
                  <a:pt x="973902" y="1168260"/>
                </a:cubicBezTo>
                <a:cubicBezTo>
                  <a:pt x="1150296" y="1055760"/>
                  <a:pt x="1267282" y="858354"/>
                  <a:pt x="1267282" y="633631"/>
                </a:cubicBezTo>
                <a:cubicBezTo>
                  <a:pt x="1267282" y="283692"/>
                  <a:pt x="983589" y="0"/>
                  <a:pt x="633641" y="0"/>
                </a:cubicBezTo>
                <a:cubicBezTo>
                  <a:pt x="616658" y="0"/>
                  <a:pt x="599836" y="666"/>
                  <a:pt x="583187" y="1981"/>
                </a:cubicBezTo>
                <a:cubicBezTo>
                  <a:pt x="593169" y="46662"/>
                  <a:pt x="598446" y="93116"/>
                  <a:pt x="598446" y="140808"/>
                </a:cubicBezTo>
                <a:moveTo>
                  <a:pt x="15259" y="772467"/>
                </a:moveTo>
                <a:cubicBezTo>
                  <a:pt x="341614" y="746750"/>
                  <a:pt x="598436" y="473773"/>
                  <a:pt x="598436" y="140808"/>
                </a:cubicBezTo>
                <a:cubicBezTo>
                  <a:pt x="598436" y="93116"/>
                  <a:pt x="593169" y="46662"/>
                  <a:pt x="583177" y="1981"/>
                </a:cubicBezTo>
                <a:cubicBezTo>
                  <a:pt x="256822" y="27698"/>
                  <a:pt x="0" y="300675"/>
                  <a:pt x="0" y="633641"/>
                </a:cubicBezTo>
                <a:cubicBezTo>
                  <a:pt x="0" y="681332"/>
                  <a:pt x="5267" y="727786"/>
                  <a:pt x="15259" y="772467"/>
                </a:cubicBezTo>
              </a:path>
            </a:pathLst>
          </a:custGeom>
          <a:solidFill>
            <a:srgbClr val="32928C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607201" y="2589502"/>
            <a:ext cx="1267278" cy="1168256"/>
          </a:xfrm>
          <a:custGeom>
            <a:avLst/>
            <a:gdLst/>
            <a:ahLst/>
            <a:cxnLst/>
            <a:rect l="0" t="0" r="0" b="0"/>
            <a:pathLst>
              <a:path w="1267278" h="1168256">
                <a:moveTo>
                  <a:pt x="15255" y="772466"/>
                </a:moveTo>
                <a:cubicBezTo>
                  <a:pt x="341612" y="746754"/>
                  <a:pt x="598433" y="473774"/>
                  <a:pt x="598433" y="140810"/>
                </a:cubicBezTo>
                <a:cubicBezTo>
                  <a:pt x="598433" y="93120"/>
                  <a:pt x="593164" y="46660"/>
                  <a:pt x="583177" y="1982"/>
                </a:cubicBezTo>
                <a:cubicBezTo>
                  <a:pt x="256820" y="27694"/>
                  <a:pt x="0" y="300674"/>
                  <a:pt x="0" y="633638"/>
                </a:cubicBezTo>
                <a:cubicBezTo>
                  <a:pt x="0" y="681328"/>
                  <a:pt x="5268" y="727787"/>
                  <a:pt x="15255" y="772466"/>
                </a:cubicBezTo>
                <a:close/>
                <a:moveTo>
                  <a:pt x="46965" y="873456"/>
                </a:moveTo>
                <a:cubicBezTo>
                  <a:pt x="33704" y="841048"/>
                  <a:pt x="23049" y="807297"/>
                  <a:pt x="15263" y="772463"/>
                </a:cubicBezTo>
                <a:cubicBezTo>
                  <a:pt x="341620" y="746751"/>
                  <a:pt x="598441" y="473771"/>
                  <a:pt x="598441" y="140807"/>
                </a:cubicBezTo>
                <a:cubicBezTo>
                  <a:pt x="598441" y="93117"/>
                  <a:pt x="593172" y="46658"/>
                  <a:pt x="583186" y="1979"/>
                </a:cubicBezTo>
                <a:cubicBezTo>
                  <a:pt x="599832" y="668"/>
                  <a:pt x="616659" y="0"/>
                  <a:pt x="633643" y="0"/>
                </a:cubicBezTo>
                <a:cubicBezTo>
                  <a:pt x="983590" y="0"/>
                  <a:pt x="1267278" y="283687"/>
                  <a:pt x="1267278" y="633635"/>
                </a:cubicBezTo>
                <a:cubicBezTo>
                  <a:pt x="1267278" y="858358"/>
                  <a:pt x="1150292" y="1055758"/>
                  <a:pt x="973899" y="1168256"/>
                </a:cubicBezTo>
                <a:moveTo>
                  <a:pt x="15255" y="772455"/>
                </a:moveTo>
                <a:cubicBezTo>
                  <a:pt x="5268" y="727776"/>
                  <a:pt x="0" y="681316"/>
                  <a:pt x="0" y="633626"/>
                </a:cubicBezTo>
                <a:cubicBezTo>
                  <a:pt x="0" y="300663"/>
                  <a:pt x="256820" y="27683"/>
                  <a:pt x="583177" y="1970"/>
                </a:cubicBezTo>
              </a:path>
            </a:pathLst>
          </a:custGeom>
          <a:noFill/>
          <a:ln w="17601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0" y="3363943"/>
            <a:ext cx="1056055" cy="1267272"/>
          </a:xfrm>
          <a:custGeom>
            <a:avLst/>
            <a:gdLst/>
            <a:ahLst/>
            <a:cxnLst/>
            <a:rect l="0" t="0" r="0" b="0"/>
            <a:pathLst>
              <a:path w="1056055" h="1267272">
                <a:moveTo>
                  <a:pt x="0" y="1105928"/>
                </a:moveTo>
                <a:cubicBezTo>
                  <a:pt x="129635" y="989904"/>
                  <a:pt x="211207" y="821293"/>
                  <a:pt x="211207" y="633631"/>
                </a:cubicBezTo>
                <a:cubicBezTo>
                  <a:pt x="211207" y="445970"/>
                  <a:pt x="129635" y="277368"/>
                  <a:pt x="0" y="161343"/>
                </a:cubicBezTo>
                <a:cubicBezTo>
                  <a:pt x="25603" y="138426"/>
                  <a:pt x="53073" y="117567"/>
                  <a:pt x="82162" y="99021"/>
                </a:cubicBezTo>
                <a:cubicBezTo>
                  <a:pt x="176707" y="330060"/>
                  <a:pt x="403764" y="492823"/>
                  <a:pt x="668835" y="492823"/>
                </a:cubicBezTo>
                <a:cubicBezTo>
                  <a:pt x="794061" y="492823"/>
                  <a:pt x="910809" y="456495"/>
                  <a:pt x="1009097" y="393811"/>
                </a:cubicBezTo>
                <a:cubicBezTo>
                  <a:pt x="1039368" y="467782"/>
                  <a:pt x="1056055" y="548763"/>
                  <a:pt x="1056055" y="633631"/>
                </a:cubicBezTo>
                <a:cubicBezTo>
                  <a:pt x="1056055" y="983580"/>
                  <a:pt x="772372" y="1267272"/>
                  <a:pt x="422424" y="1267272"/>
                </a:cubicBezTo>
                <a:cubicBezTo>
                  <a:pt x="260137" y="1267272"/>
                  <a:pt x="112099" y="1206265"/>
                  <a:pt x="0" y="1105928"/>
                </a:cubicBezTo>
                <a:moveTo>
                  <a:pt x="82162" y="99021"/>
                </a:moveTo>
                <a:cubicBezTo>
                  <a:pt x="180451" y="36328"/>
                  <a:pt x="297199" y="0"/>
                  <a:pt x="422424" y="0"/>
                </a:cubicBezTo>
                <a:cubicBezTo>
                  <a:pt x="687495" y="0"/>
                  <a:pt x="914552" y="162772"/>
                  <a:pt x="1009097" y="393811"/>
                </a:cubicBezTo>
                <a:cubicBezTo>
                  <a:pt x="910809" y="456495"/>
                  <a:pt x="794061" y="492823"/>
                  <a:pt x="668835" y="492823"/>
                </a:cubicBezTo>
                <a:cubicBezTo>
                  <a:pt x="403764" y="492823"/>
                  <a:pt x="176707" y="330060"/>
                  <a:pt x="82162" y="99021"/>
                </a:cubicBezTo>
              </a:path>
            </a:pathLst>
          </a:custGeom>
          <a:solidFill>
            <a:srgbClr val="569C6E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1999" y="3363943"/>
            <a:ext cx="1056059" cy="1267270"/>
          </a:xfrm>
          <a:custGeom>
            <a:avLst/>
            <a:gdLst/>
            <a:ahLst/>
            <a:cxnLst/>
            <a:rect l="0" t="0" r="0" b="0"/>
            <a:pathLst>
              <a:path w="1056059" h="1267270">
                <a:moveTo>
                  <a:pt x="82161" y="99017"/>
                </a:moveTo>
                <a:cubicBezTo>
                  <a:pt x="180455" y="36326"/>
                  <a:pt x="297196" y="0"/>
                  <a:pt x="422423" y="0"/>
                </a:cubicBezTo>
                <a:cubicBezTo>
                  <a:pt x="687497" y="0"/>
                  <a:pt x="914555" y="162768"/>
                  <a:pt x="1009099" y="393809"/>
                </a:cubicBezTo>
                <a:cubicBezTo>
                  <a:pt x="910806" y="456499"/>
                  <a:pt x="794064" y="492826"/>
                  <a:pt x="668837" y="492826"/>
                </a:cubicBezTo>
                <a:cubicBezTo>
                  <a:pt x="403763" y="492826"/>
                  <a:pt x="176706" y="330058"/>
                  <a:pt x="82161" y="99017"/>
                </a:cubicBezTo>
                <a:close/>
                <a:moveTo>
                  <a:pt x="0" y="1105927"/>
                </a:moveTo>
                <a:cubicBezTo>
                  <a:pt x="112103" y="1206260"/>
                  <a:pt x="260138" y="1267270"/>
                  <a:pt x="422424" y="1267270"/>
                </a:cubicBezTo>
                <a:cubicBezTo>
                  <a:pt x="772370" y="1267270"/>
                  <a:pt x="1056059" y="983581"/>
                  <a:pt x="1056059" y="633634"/>
                </a:cubicBezTo>
                <a:cubicBezTo>
                  <a:pt x="1056059" y="548761"/>
                  <a:pt x="1039371" y="467785"/>
                  <a:pt x="1009099" y="393809"/>
                </a:cubicBezTo>
                <a:moveTo>
                  <a:pt x="0" y="161342"/>
                </a:moveTo>
                <a:cubicBezTo>
                  <a:pt x="25599" y="138431"/>
                  <a:pt x="53072" y="117569"/>
                  <a:pt x="82161" y="99017"/>
                </a:cubicBezTo>
              </a:path>
            </a:pathLst>
          </a:custGeom>
          <a:noFill/>
          <a:ln w="17601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15941" y="3462960"/>
            <a:ext cx="1267272" cy="1168250"/>
          </a:xfrm>
          <a:custGeom>
            <a:avLst/>
            <a:gdLst/>
            <a:ahLst/>
            <a:cxnLst/>
            <a:rect l="0" t="0" r="0" b="0"/>
            <a:pathLst>
              <a:path w="1267272" h="1168250">
                <a:moveTo>
                  <a:pt x="46958" y="294789"/>
                </a:moveTo>
                <a:cubicBezTo>
                  <a:pt x="16687" y="368769"/>
                  <a:pt x="0" y="449741"/>
                  <a:pt x="0" y="534619"/>
                </a:cubicBezTo>
                <a:cubicBezTo>
                  <a:pt x="0" y="884567"/>
                  <a:pt x="283692" y="1168250"/>
                  <a:pt x="633631" y="1168250"/>
                </a:cubicBezTo>
                <a:cubicBezTo>
                  <a:pt x="795918" y="1168250"/>
                  <a:pt x="943956" y="1107243"/>
                  <a:pt x="1056055" y="1006906"/>
                </a:cubicBezTo>
                <a:cubicBezTo>
                  <a:pt x="926430" y="890882"/>
                  <a:pt x="844848" y="722280"/>
                  <a:pt x="844848" y="534619"/>
                </a:cubicBezTo>
                <a:cubicBezTo>
                  <a:pt x="844848" y="346957"/>
                  <a:pt x="926430" y="178346"/>
                  <a:pt x="1056055" y="62322"/>
                </a:cubicBezTo>
                <a:cubicBezTo>
                  <a:pt x="1030462" y="39414"/>
                  <a:pt x="1002982" y="18554"/>
                  <a:pt x="973893" y="0"/>
                </a:cubicBezTo>
                <a:cubicBezTo>
                  <a:pt x="879347" y="231038"/>
                  <a:pt x="652291" y="393811"/>
                  <a:pt x="387219" y="393811"/>
                </a:cubicBezTo>
                <a:cubicBezTo>
                  <a:pt x="261994" y="393811"/>
                  <a:pt x="145256" y="357482"/>
                  <a:pt x="46958" y="294789"/>
                </a:cubicBezTo>
                <a:moveTo>
                  <a:pt x="1056055" y="1006906"/>
                </a:moveTo>
                <a:cubicBezTo>
                  <a:pt x="1185691" y="890882"/>
                  <a:pt x="1267272" y="722280"/>
                  <a:pt x="1267272" y="534619"/>
                </a:cubicBezTo>
                <a:cubicBezTo>
                  <a:pt x="1267272" y="346957"/>
                  <a:pt x="1185691" y="178346"/>
                  <a:pt x="1056055" y="62322"/>
                </a:cubicBezTo>
                <a:cubicBezTo>
                  <a:pt x="926430" y="178346"/>
                  <a:pt x="844848" y="346957"/>
                  <a:pt x="844848" y="534619"/>
                </a:cubicBezTo>
                <a:cubicBezTo>
                  <a:pt x="844848" y="722280"/>
                  <a:pt x="926430" y="890882"/>
                  <a:pt x="1056055" y="1006906"/>
                </a:cubicBezTo>
              </a:path>
            </a:pathLst>
          </a:custGeom>
          <a:solidFill>
            <a:srgbClr val="90A243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515941" y="3462960"/>
            <a:ext cx="1267270" cy="1168252"/>
          </a:xfrm>
          <a:custGeom>
            <a:avLst/>
            <a:gdLst/>
            <a:ahLst/>
            <a:cxnLst/>
            <a:rect l="0" t="0" r="0" b="0"/>
            <a:pathLst>
              <a:path w="1267270" h="1168252">
                <a:moveTo>
                  <a:pt x="1056058" y="1006909"/>
                </a:moveTo>
                <a:cubicBezTo>
                  <a:pt x="1185690" y="890886"/>
                  <a:pt x="1267270" y="722279"/>
                  <a:pt x="1267270" y="534617"/>
                </a:cubicBezTo>
                <a:cubicBezTo>
                  <a:pt x="1267270" y="346955"/>
                  <a:pt x="1185690" y="178348"/>
                  <a:pt x="1056058" y="62325"/>
                </a:cubicBezTo>
                <a:cubicBezTo>
                  <a:pt x="926427" y="178348"/>
                  <a:pt x="844847" y="346955"/>
                  <a:pt x="844847" y="534617"/>
                </a:cubicBezTo>
                <a:cubicBezTo>
                  <a:pt x="844847" y="722279"/>
                  <a:pt x="926427" y="890886"/>
                  <a:pt x="1056058" y="1006909"/>
                </a:cubicBezTo>
                <a:close/>
                <a:moveTo>
                  <a:pt x="46958" y="294792"/>
                </a:moveTo>
                <a:cubicBezTo>
                  <a:pt x="16686" y="368768"/>
                  <a:pt x="0" y="449744"/>
                  <a:pt x="0" y="534617"/>
                </a:cubicBezTo>
                <a:cubicBezTo>
                  <a:pt x="0" y="884564"/>
                  <a:pt x="283687" y="1168252"/>
                  <a:pt x="633635" y="1168252"/>
                </a:cubicBezTo>
                <a:cubicBezTo>
                  <a:pt x="795921" y="1168252"/>
                  <a:pt x="943957" y="1107243"/>
                  <a:pt x="1056058" y="1006909"/>
                </a:cubicBezTo>
                <a:moveTo>
                  <a:pt x="1056058" y="62325"/>
                </a:moveTo>
                <a:cubicBezTo>
                  <a:pt x="1030459" y="39413"/>
                  <a:pt x="1002986" y="18552"/>
                  <a:pt x="973897" y="0"/>
                </a:cubicBezTo>
              </a:path>
            </a:pathLst>
          </a:custGeom>
          <a:noFill/>
          <a:ln w="17601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69527" y="2589502"/>
            <a:ext cx="1252013" cy="1267272"/>
          </a:xfrm>
          <a:custGeom>
            <a:avLst/>
            <a:gdLst/>
            <a:ahLst/>
            <a:cxnLst/>
            <a:rect l="0" t="0" r="0" b="0"/>
            <a:pathLst>
              <a:path w="1252013" h="1267272">
                <a:moveTo>
                  <a:pt x="684095" y="1981"/>
                </a:moveTo>
                <a:cubicBezTo>
                  <a:pt x="667445" y="666"/>
                  <a:pt x="650614" y="0"/>
                  <a:pt x="633631" y="0"/>
                </a:cubicBezTo>
                <a:cubicBezTo>
                  <a:pt x="283692" y="0"/>
                  <a:pt x="0" y="283692"/>
                  <a:pt x="0" y="633631"/>
                </a:cubicBezTo>
                <a:cubicBezTo>
                  <a:pt x="0" y="858354"/>
                  <a:pt x="116986" y="1055751"/>
                  <a:pt x="293370" y="1168250"/>
                </a:cubicBezTo>
                <a:cubicBezTo>
                  <a:pt x="387915" y="937212"/>
                  <a:pt x="614972" y="774439"/>
                  <a:pt x="880052" y="774439"/>
                </a:cubicBezTo>
                <a:cubicBezTo>
                  <a:pt x="1005278" y="774439"/>
                  <a:pt x="1122016" y="810768"/>
                  <a:pt x="1220314" y="873461"/>
                </a:cubicBezTo>
                <a:cubicBezTo>
                  <a:pt x="1233573" y="841047"/>
                  <a:pt x="1244231" y="807300"/>
                  <a:pt x="1252013" y="772467"/>
                </a:cubicBezTo>
                <a:cubicBezTo>
                  <a:pt x="925658" y="746750"/>
                  <a:pt x="668835" y="473773"/>
                  <a:pt x="668835" y="140808"/>
                </a:cubicBezTo>
                <a:cubicBezTo>
                  <a:pt x="668835" y="93116"/>
                  <a:pt x="674103" y="46662"/>
                  <a:pt x="684095" y="1981"/>
                </a:cubicBezTo>
                <a:moveTo>
                  <a:pt x="1220314" y="873461"/>
                </a:moveTo>
                <a:cubicBezTo>
                  <a:pt x="1125769" y="1104499"/>
                  <a:pt x="898712" y="1267272"/>
                  <a:pt x="633631" y="1267272"/>
                </a:cubicBezTo>
                <a:cubicBezTo>
                  <a:pt x="508406" y="1267272"/>
                  <a:pt x="391668" y="1230944"/>
                  <a:pt x="293370" y="1168250"/>
                </a:cubicBezTo>
                <a:cubicBezTo>
                  <a:pt x="387915" y="937212"/>
                  <a:pt x="614972" y="774439"/>
                  <a:pt x="880052" y="774439"/>
                </a:cubicBezTo>
                <a:cubicBezTo>
                  <a:pt x="1005278" y="774439"/>
                  <a:pt x="1122016" y="810768"/>
                  <a:pt x="1220314" y="873461"/>
                </a:cubicBezTo>
              </a:path>
            </a:pathLst>
          </a:custGeom>
          <a:solidFill>
            <a:srgbClr val="C8A21E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69527" y="2589502"/>
            <a:ext cx="1252015" cy="1267270"/>
          </a:xfrm>
          <a:custGeom>
            <a:avLst/>
            <a:gdLst/>
            <a:ahLst/>
            <a:cxnLst/>
            <a:rect l="0" t="0" r="0" b="0"/>
            <a:pathLst>
              <a:path w="1252015" h="1267270">
                <a:moveTo>
                  <a:pt x="1220311" y="873460"/>
                </a:moveTo>
                <a:cubicBezTo>
                  <a:pt x="1125766" y="1104501"/>
                  <a:pt x="898708" y="1267270"/>
                  <a:pt x="633635" y="1267270"/>
                </a:cubicBezTo>
                <a:cubicBezTo>
                  <a:pt x="508408" y="1267270"/>
                  <a:pt x="391666" y="1230943"/>
                  <a:pt x="293372" y="1168252"/>
                </a:cubicBezTo>
                <a:cubicBezTo>
                  <a:pt x="387917" y="937211"/>
                  <a:pt x="614975" y="774443"/>
                  <a:pt x="880049" y="774443"/>
                </a:cubicBezTo>
                <a:cubicBezTo>
                  <a:pt x="1005275" y="774443"/>
                  <a:pt x="1122017" y="810769"/>
                  <a:pt x="1220311" y="873460"/>
                </a:cubicBezTo>
                <a:close/>
                <a:moveTo>
                  <a:pt x="684092" y="1979"/>
                </a:moveTo>
                <a:cubicBezTo>
                  <a:pt x="667446" y="668"/>
                  <a:pt x="650618" y="0"/>
                  <a:pt x="633635" y="0"/>
                </a:cubicBezTo>
                <a:cubicBezTo>
                  <a:pt x="283687" y="0"/>
                  <a:pt x="0" y="283687"/>
                  <a:pt x="0" y="633635"/>
                </a:cubicBezTo>
                <a:cubicBezTo>
                  <a:pt x="0" y="858355"/>
                  <a:pt x="116982" y="1055753"/>
                  <a:pt x="293372" y="1168252"/>
                </a:cubicBezTo>
                <a:moveTo>
                  <a:pt x="1220311" y="873460"/>
                </a:moveTo>
                <a:cubicBezTo>
                  <a:pt x="1233573" y="841051"/>
                  <a:pt x="1244228" y="807298"/>
                  <a:pt x="1252015" y="772463"/>
                </a:cubicBezTo>
              </a:path>
            </a:pathLst>
          </a:custGeom>
          <a:noFill/>
          <a:ln w="17601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938364" y="2096676"/>
            <a:ext cx="1252023" cy="1267272"/>
          </a:xfrm>
          <a:custGeom>
            <a:avLst/>
            <a:gdLst/>
            <a:ahLst/>
            <a:cxnLst/>
            <a:rect l="0" t="0" r="0" b="0"/>
            <a:pathLst>
              <a:path w="1252023" h="1267272">
                <a:moveTo>
                  <a:pt x="668845" y="1126464"/>
                </a:moveTo>
                <a:cubicBezTo>
                  <a:pt x="668845" y="793499"/>
                  <a:pt x="925668" y="520522"/>
                  <a:pt x="1252023" y="494804"/>
                </a:cubicBezTo>
                <a:cubicBezTo>
                  <a:pt x="1188729" y="211635"/>
                  <a:pt x="935897" y="0"/>
                  <a:pt x="633641" y="0"/>
                </a:cubicBezTo>
                <a:cubicBezTo>
                  <a:pt x="331384" y="0"/>
                  <a:pt x="78562" y="211635"/>
                  <a:pt x="15259" y="494804"/>
                </a:cubicBezTo>
                <a:cubicBezTo>
                  <a:pt x="341623" y="520522"/>
                  <a:pt x="598446" y="793499"/>
                  <a:pt x="598446" y="1126464"/>
                </a:cubicBezTo>
                <a:cubicBezTo>
                  <a:pt x="598446" y="1174156"/>
                  <a:pt x="593169" y="1220609"/>
                  <a:pt x="583187" y="1265291"/>
                </a:cubicBezTo>
                <a:cubicBezTo>
                  <a:pt x="599836" y="1266605"/>
                  <a:pt x="616658" y="1267272"/>
                  <a:pt x="633641" y="1267272"/>
                </a:cubicBezTo>
                <a:cubicBezTo>
                  <a:pt x="650624" y="1267272"/>
                  <a:pt x="667454" y="1266605"/>
                  <a:pt x="684104" y="1265291"/>
                </a:cubicBezTo>
                <a:cubicBezTo>
                  <a:pt x="674112" y="1220609"/>
                  <a:pt x="668845" y="1174156"/>
                  <a:pt x="668845" y="1126464"/>
                </a:cubicBezTo>
                <a:moveTo>
                  <a:pt x="15259" y="494814"/>
                </a:moveTo>
                <a:cubicBezTo>
                  <a:pt x="341614" y="520522"/>
                  <a:pt x="598436" y="793499"/>
                  <a:pt x="598436" y="1126464"/>
                </a:cubicBezTo>
                <a:cubicBezTo>
                  <a:pt x="598436" y="1174156"/>
                  <a:pt x="593169" y="1220619"/>
                  <a:pt x="583177" y="1265291"/>
                </a:cubicBezTo>
                <a:cubicBezTo>
                  <a:pt x="256822" y="1239583"/>
                  <a:pt x="0" y="966606"/>
                  <a:pt x="0" y="633641"/>
                </a:cubicBezTo>
                <a:cubicBezTo>
                  <a:pt x="0" y="585949"/>
                  <a:pt x="5267" y="539486"/>
                  <a:pt x="15259" y="494814"/>
                </a:cubicBezTo>
              </a:path>
            </a:pathLst>
          </a:custGeom>
          <a:solidFill>
            <a:srgbClr val="E49B0F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938364" y="2096676"/>
            <a:ext cx="1252023" cy="1267270"/>
          </a:xfrm>
          <a:custGeom>
            <a:avLst/>
            <a:gdLst/>
            <a:ahLst/>
            <a:cxnLst/>
            <a:rect l="0" t="0" r="0" b="0"/>
            <a:pathLst>
              <a:path w="1252023" h="1267270">
                <a:moveTo>
                  <a:pt x="15255" y="494809"/>
                </a:moveTo>
                <a:cubicBezTo>
                  <a:pt x="341612" y="520522"/>
                  <a:pt x="598433" y="793502"/>
                  <a:pt x="598433" y="1126465"/>
                </a:cubicBezTo>
                <a:cubicBezTo>
                  <a:pt x="598433" y="1174155"/>
                  <a:pt x="593164" y="1220615"/>
                  <a:pt x="583177" y="1265293"/>
                </a:cubicBezTo>
                <a:cubicBezTo>
                  <a:pt x="256820" y="1239581"/>
                  <a:pt x="0" y="966601"/>
                  <a:pt x="0" y="633638"/>
                </a:cubicBezTo>
                <a:cubicBezTo>
                  <a:pt x="0" y="585947"/>
                  <a:pt x="5268" y="539488"/>
                  <a:pt x="15255" y="494809"/>
                </a:cubicBezTo>
                <a:close/>
                <a:moveTo>
                  <a:pt x="1252023" y="494807"/>
                </a:moveTo>
                <a:cubicBezTo>
                  <a:pt x="1188727" y="211635"/>
                  <a:pt x="935900" y="0"/>
                  <a:pt x="633643" y="0"/>
                </a:cubicBezTo>
                <a:cubicBezTo>
                  <a:pt x="331385" y="0"/>
                  <a:pt x="78559" y="211635"/>
                  <a:pt x="15263" y="494807"/>
                </a:cubicBezTo>
                <a:cubicBezTo>
                  <a:pt x="341620" y="520519"/>
                  <a:pt x="598441" y="793499"/>
                  <a:pt x="598441" y="1126462"/>
                </a:cubicBezTo>
                <a:cubicBezTo>
                  <a:pt x="598441" y="1174152"/>
                  <a:pt x="593172" y="1220612"/>
                  <a:pt x="583186" y="1265291"/>
                </a:cubicBezTo>
                <a:cubicBezTo>
                  <a:pt x="599832" y="1266602"/>
                  <a:pt x="616659" y="1267270"/>
                  <a:pt x="633643" y="1267270"/>
                </a:cubicBezTo>
                <a:cubicBezTo>
                  <a:pt x="650626" y="1267270"/>
                  <a:pt x="667454" y="1266602"/>
                  <a:pt x="684100" y="1265291"/>
                </a:cubicBezTo>
              </a:path>
            </a:pathLst>
          </a:custGeom>
          <a:noFill/>
          <a:ln w="17601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959221" y="3997560"/>
            <a:ext cx="281616" cy="281749"/>
          </a:xfrm>
          <a:custGeom>
            <a:avLst/>
            <a:gdLst/>
            <a:ahLst/>
            <a:cxnLst/>
            <a:rect l="0" t="0" r="0" b="0"/>
            <a:pathLst>
              <a:path w="281616" h="281749">
                <a:moveTo>
                  <a:pt x="274339" y="66789"/>
                </a:moveTo>
                <a:cubicBezTo>
                  <a:pt x="268443" y="61274"/>
                  <a:pt x="260584" y="58359"/>
                  <a:pt x="252517" y="58693"/>
                </a:cubicBezTo>
                <a:cubicBezTo>
                  <a:pt x="241715" y="58693"/>
                  <a:pt x="231390" y="59864"/>
                  <a:pt x="221894" y="60921"/>
                </a:cubicBezTo>
                <a:cubicBezTo>
                  <a:pt x="215407" y="61626"/>
                  <a:pt x="210731" y="67465"/>
                  <a:pt x="211445" y="73942"/>
                </a:cubicBezTo>
                <a:cubicBezTo>
                  <a:pt x="212159" y="80419"/>
                  <a:pt x="217989" y="85096"/>
                  <a:pt x="224475" y="84381"/>
                </a:cubicBezTo>
                <a:cubicBezTo>
                  <a:pt x="233391" y="83448"/>
                  <a:pt x="243125" y="82743"/>
                  <a:pt x="253336" y="82391"/>
                </a:cubicBezTo>
                <a:cubicBezTo>
                  <a:pt x="255041" y="82267"/>
                  <a:pt x="256736" y="82724"/>
                  <a:pt x="258146" y="83686"/>
                </a:cubicBezTo>
                <a:lnTo>
                  <a:pt x="258146" y="219798"/>
                </a:lnTo>
                <a:cubicBezTo>
                  <a:pt x="256822" y="221056"/>
                  <a:pt x="255041" y="221694"/>
                  <a:pt x="253222" y="221561"/>
                </a:cubicBezTo>
                <a:cubicBezTo>
                  <a:pt x="200301" y="223313"/>
                  <a:pt x="169906" y="233286"/>
                  <a:pt x="152428" y="243144"/>
                </a:cubicBezTo>
                <a:lnTo>
                  <a:pt x="152428" y="227895"/>
                </a:lnTo>
                <a:cubicBezTo>
                  <a:pt x="152428" y="221408"/>
                  <a:pt x="147170" y="216160"/>
                  <a:pt x="140693" y="216160"/>
                </a:cubicBezTo>
                <a:cubicBezTo>
                  <a:pt x="134207" y="216160"/>
                  <a:pt x="128958" y="221408"/>
                  <a:pt x="128958" y="227895"/>
                </a:cubicBezTo>
                <a:lnTo>
                  <a:pt x="128958" y="242916"/>
                </a:lnTo>
                <a:cubicBezTo>
                  <a:pt x="111594" y="232819"/>
                  <a:pt x="81200" y="222961"/>
                  <a:pt x="28279" y="221322"/>
                </a:cubicBezTo>
                <a:cubicBezTo>
                  <a:pt x="26631" y="221218"/>
                  <a:pt x="25012" y="220856"/>
                  <a:pt x="23469" y="220265"/>
                </a:cubicBezTo>
                <a:lnTo>
                  <a:pt x="23469" y="83915"/>
                </a:lnTo>
                <a:cubicBezTo>
                  <a:pt x="24717" y="82619"/>
                  <a:pt x="26489" y="81972"/>
                  <a:pt x="28279" y="82153"/>
                </a:cubicBezTo>
                <a:cubicBezTo>
                  <a:pt x="38719" y="82153"/>
                  <a:pt x="48577" y="83210"/>
                  <a:pt x="57731" y="84267"/>
                </a:cubicBezTo>
                <a:cubicBezTo>
                  <a:pt x="64055" y="84820"/>
                  <a:pt x="69665" y="80248"/>
                  <a:pt x="70399" y="73942"/>
                </a:cubicBezTo>
                <a:cubicBezTo>
                  <a:pt x="70770" y="70846"/>
                  <a:pt x="69884" y="67732"/>
                  <a:pt x="67941" y="65284"/>
                </a:cubicBezTo>
                <a:cubicBezTo>
                  <a:pt x="66008" y="62845"/>
                  <a:pt x="63179" y="61274"/>
                  <a:pt x="60074" y="60921"/>
                </a:cubicBezTo>
                <a:cubicBezTo>
                  <a:pt x="50692" y="59864"/>
                  <a:pt x="40128" y="58693"/>
                  <a:pt x="29098" y="58693"/>
                </a:cubicBezTo>
                <a:cubicBezTo>
                  <a:pt x="21040" y="58388"/>
                  <a:pt x="13182" y="61293"/>
                  <a:pt x="7277" y="66789"/>
                </a:cubicBezTo>
                <a:cubicBezTo>
                  <a:pt x="2705" y="71132"/>
                  <a:pt x="85" y="77142"/>
                  <a:pt x="0" y="83448"/>
                </a:cubicBezTo>
                <a:lnTo>
                  <a:pt x="0" y="220265"/>
                </a:lnTo>
                <a:cubicBezTo>
                  <a:pt x="1066" y="234495"/>
                  <a:pt x="13201" y="245335"/>
                  <a:pt x="27460" y="244792"/>
                </a:cubicBezTo>
                <a:cubicBezTo>
                  <a:pt x="110537" y="247488"/>
                  <a:pt x="127901" y="270957"/>
                  <a:pt x="129540" y="273538"/>
                </a:cubicBezTo>
                <a:cubicBezTo>
                  <a:pt x="130597" y="277129"/>
                  <a:pt x="133292" y="280006"/>
                  <a:pt x="136817" y="281282"/>
                </a:cubicBezTo>
                <a:cubicBezTo>
                  <a:pt x="138122" y="281625"/>
                  <a:pt x="139465" y="281749"/>
                  <a:pt x="140808" y="281635"/>
                </a:cubicBezTo>
                <a:cubicBezTo>
                  <a:pt x="145561" y="281520"/>
                  <a:pt x="149780" y="278558"/>
                  <a:pt x="151485" y="274129"/>
                </a:cubicBezTo>
                <a:cubicBezTo>
                  <a:pt x="151485" y="273424"/>
                  <a:pt x="166268" y="247373"/>
                  <a:pt x="254041" y="244554"/>
                </a:cubicBezTo>
                <a:cubicBezTo>
                  <a:pt x="268262" y="245173"/>
                  <a:pt x="280435" y="234448"/>
                  <a:pt x="281616" y="220265"/>
                </a:cubicBezTo>
                <a:lnTo>
                  <a:pt x="281616" y="83448"/>
                </a:lnTo>
                <a:cubicBezTo>
                  <a:pt x="281530" y="77142"/>
                  <a:pt x="278901" y="71132"/>
                  <a:pt x="274339" y="66789"/>
                </a:cubicBezTo>
                <a:moveTo>
                  <a:pt x="70399" y="132026"/>
                </a:moveTo>
                <a:lnTo>
                  <a:pt x="70399" y="173097"/>
                </a:lnTo>
                <a:cubicBezTo>
                  <a:pt x="70399" y="186051"/>
                  <a:pt x="80914" y="196567"/>
                  <a:pt x="93868" y="196567"/>
                </a:cubicBezTo>
                <a:lnTo>
                  <a:pt x="187747" y="196567"/>
                </a:lnTo>
                <a:cubicBezTo>
                  <a:pt x="200701" y="196567"/>
                  <a:pt x="211207" y="186051"/>
                  <a:pt x="211207" y="173097"/>
                </a:cubicBezTo>
                <a:lnTo>
                  <a:pt x="211207" y="132026"/>
                </a:lnTo>
                <a:cubicBezTo>
                  <a:pt x="211197" y="96554"/>
                  <a:pt x="184794" y="66646"/>
                  <a:pt x="149609" y="62207"/>
                </a:cubicBezTo>
                <a:lnTo>
                  <a:pt x="149609" y="51292"/>
                </a:lnTo>
                <a:cubicBezTo>
                  <a:pt x="161734" y="47005"/>
                  <a:pt x="169002" y="34613"/>
                  <a:pt x="166830" y="21936"/>
                </a:cubicBezTo>
                <a:cubicBezTo>
                  <a:pt x="164658" y="9267"/>
                  <a:pt x="153666" y="0"/>
                  <a:pt x="140808" y="0"/>
                </a:cubicBezTo>
                <a:cubicBezTo>
                  <a:pt x="127949" y="0"/>
                  <a:pt x="116957" y="9267"/>
                  <a:pt x="114785" y="21936"/>
                </a:cubicBezTo>
                <a:cubicBezTo>
                  <a:pt x="112614" y="34613"/>
                  <a:pt x="119881" y="47005"/>
                  <a:pt x="132006" y="51292"/>
                </a:cubicBezTo>
                <a:lnTo>
                  <a:pt x="132006" y="62207"/>
                </a:lnTo>
                <a:cubicBezTo>
                  <a:pt x="96821" y="66646"/>
                  <a:pt x="70418" y="96554"/>
                  <a:pt x="70399" y="132026"/>
                </a:cubicBezTo>
                <a:moveTo>
                  <a:pt x="114404" y="99755"/>
                </a:moveTo>
                <a:cubicBezTo>
                  <a:pt x="120891" y="99755"/>
                  <a:pt x="126139" y="105013"/>
                  <a:pt x="126139" y="111490"/>
                </a:cubicBezTo>
                <a:cubicBezTo>
                  <a:pt x="126139" y="117976"/>
                  <a:pt x="120891" y="123224"/>
                  <a:pt x="114404" y="123224"/>
                </a:cubicBezTo>
                <a:cubicBezTo>
                  <a:pt x="107927" y="123224"/>
                  <a:pt x="102669" y="117976"/>
                  <a:pt x="102669" y="111490"/>
                </a:cubicBezTo>
                <a:cubicBezTo>
                  <a:pt x="102669" y="105013"/>
                  <a:pt x="107927" y="99755"/>
                  <a:pt x="114404" y="99755"/>
                </a:cubicBezTo>
                <a:moveTo>
                  <a:pt x="167211" y="99755"/>
                </a:moveTo>
                <a:cubicBezTo>
                  <a:pt x="173688" y="99755"/>
                  <a:pt x="178946" y="105013"/>
                  <a:pt x="178946" y="111490"/>
                </a:cubicBezTo>
                <a:cubicBezTo>
                  <a:pt x="178946" y="117976"/>
                  <a:pt x="173688" y="123224"/>
                  <a:pt x="167211" y="123224"/>
                </a:cubicBezTo>
                <a:cubicBezTo>
                  <a:pt x="160724" y="123224"/>
                  <a:pt x="155476" y="117976"/>
                  <a:pt x="155476" y="111490"/>
                </a:cubicBezTo>
                <a:cubicBezTo>
                  <a:pt x="155476" y="105013"/>
                  <a:pt x="160724" y="99755"/>
                  <a:pt x="167211" y="99755"/>
                </a:cubicBezTo>
                <a:moveTo>
                  <a:pt x="187747" y="149628"/>
                </a:moveTo>
                <a:lnTo>
                  <a:pt x="187747" y="173097"/>
                </a:lnTo>
                <a:lnTo>
                  <a:pt x="93868" y="173097"/>
                </a:lnTo>
                <a:lnTo>
                  <a:pt x="93868" y="149628"/>
                </a:lnTo>
                <a:lnTo>
                  <a:pt x="187747" y="149628"/>
                </a:lnTo>
              </a:path>
            </a:pathLst>
          </a:custGeom>
          <a:solidFill>
            <a:srgbClr val="569C6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903162" y="3997560"/>
            <a:ext cx="281625" cy="281635"/>
          </a:xfrm>
          <a:custGeom>
            <a:avLst/>
            <a:gdLst/>
            <a:ahLst/>
            <a:cxnLst/>
            <a:rect l="0" t="0" r="0" b="0"/>
            <a:pathLst>
              <a:path w="281625" h="281635">
                <a:moveTo>
                  <a:pt x="278444" y="211931"/>
                </a:moveTo>
                <a:cubicBezTo>
                  <a:pt x="277025" y="211331"/>
                  <a:pt x="275948" y="210131"/>
                  <a:pt x="275510" y="208645"/>
                </a:cubicBezTo>
                <a:lnTo>
                  <a:pt x="249116" y="134959"/>
                </a:lnTo>
                <a:lnTo>
                  <a:pt x="249116" y="133788"/>
                </a:lnTo>
                <a:cubicBezTo>
                  <a:pt x="248440" y="129520"/>
                  <a:pt x="244859" y="126330"/>
                  <a:pt x="240544" y="126158"/>
                </a:cubicBezTo>
                <a:lnTo>
                  <a:pt x="111471" y="126158"/>
                </a:lnTo>
                <a:cubicBezTo>
                  <a:pt x="107575" y="125977"/>
                  <a:pt x="104003" y="128358"/>
                  <a:pt x="102669" y="132026"/>
                </a:cubicBezTo>
                <a:lnTo>
                  <a:pt x="75095" y="208645"/>
                </a:lnTo>
                <a:cubicBezTo>
                  <a:pt x="74656" y="210131"/>
                  <a:pt x="73580" y="211331"/>
                  <a:pt x="72161" y="211931"/>
                </a:cubicBezTo>
                <a:cubicBezTo>
                  <a:pt x="70208" y="212912"/>
                  <a:pt x="68989" y="214912"/>
                  <a:pt x="68999" y="217093"/>
                </a:cubicBezTo>
                <a:cubicBezTo>
                  <a:pt x="68999" y="240163"/>
                  <a:pt x="87706" y="258860"/>
                  <a:pt x="110766" y="258860"/>
                </a:cubicBezTo>
                <a:cubicBezTo>
                  <a:pt x="133835" y="258860"/>
                  <a:pt x="152533" y="240163"/>
                  <a:pt x="152542" y="217093"/>
                </a:cubicBezTo>
                <a:cubicBezTo>
                  <a:pt x="152552" y="214912"/>
                  <a:pt x="151323" y="212912"/>
                  <a:pt x="149371" y="211931"/>
                </a:cubicBezTo>
                <a:cubicBezTo>
                  <a:pt x="147951" y="211331"/>
                  <a:pt x="146875" y="210131"/>
                  <a:pt x="146437" y="208645"/>
                </a:cubicBezTo>
                <a:lnTo>
                  <a:pt x="126025" y="151618"/>
                </a:lnTo>
                <a:cubicBezTo>
                  <a:pt x="125415" y="149809"/>
                  <a:pt x="125672" y="147818"/>
                  <a:pt x="126730" y="146227"/>
                </a:cubicBezTo>
                <a:cubicBezTo>
                  <a:pt x="127863" y="144694"/>
                  <a:pt x="129635" y="143789"/>
                  <a:pt x="131540" y="143760"/>
                </a:cubicBezTo>
                <a:lnTo>
                  <a:pt x="160639" y="143760"/>
                </a:lnTo>
                <a:cubicBezTo>
                  <a:pt x="163877" y="143760"/>
                  <a:pt x="166506" y="146389"/>
                  <a:pt x="166506" y="149628"/>
                </a:cubicBezTo>
                <a:lnTo>
                  <a:pt x="166506" y="258165"/>
                </a:lnTo>
                <a:cubicBezTo>
                  <a:pt x="166506" y="261404"/>
                  <a:pt x="163877" y="264033"/>
                  <a:pt x="160639" y="264033"/>
                </a:cubicBezTo>
                <a:lnTo>
                  <a:pt x="140103" y="264033"/>
                </a:lnTo>
                <a:cubicBezTo>
                  <a:pt x="135245" y="264033"/>
                  <a:pt x="131302" y="267976"/>
                  <a:pt x="131302" y="272834"/>
                </a:cubicBezTo>
                <a:cubicBezTo>
                  <a:pt x="131302" y="277691"/>
                  <a:pt x="135245" y="281635"/>
                  <a:pt x="140103" y="281635"/>
                </a:cubicBezTo>
                <a:lnTo>
                  <a:pt x="210512" y="281635"/>
                </a:lnTo>
                <a:cubicBezTo>
                  <a:pt x="215369" y="281635"/>
                  <a:pt x="219303" y="277691"/>
                  <a:pt x="219303" y="272834"/>
                </a:cubicBezTo>
                <a:cubicBezTo>
                  <a:pt x="219303" y="267976"/>
                  <a:pt x="215369" y="264033"/>
                  <a:pt x="210512" y="264033"/>
                </a:cubicBezTo>
                <a:lnTo>
                  <a:pt x="189976" y="264033"/>
                </a:lnTo>
                <a:cubicBezTo>
                  <a:pt x="186737" y="264033"/>
                  <a:pt x="184108" y="261404"/>
                  <a:pt x="184108" y="258165"/>
                </a:cubicBezTo>
                <a:lnTo>
                  <a:pt x="184108" y="149628"/>
                </a:lnTo>
                <a:cubicBezTo>
                  <a:pt x="184108" y="146389"/>
                  <a:pt x="186737" y="143760"/>
                  <a:pt x="189976" y="143760"/>
                </a:cubicBezTo>
                <a:lnTo>
                  <a:pt x="219075" y="143760"/>
                </a:lnTo>
                <a:cubicBezTo>
                  <a:pt x="220941" y="143770"/>
                  <a:pt x="222694" y="144684"/>
                  <a:pt x="223770" y="146227"/>
                </a:cubicBezTo>
                <a:cubicBezTo>
                  <a:pt x="224894" y="147789"/>
                  <a:pt x="225199" y="149799"/>
                  <a:pt x="224589" y="151618"/>
                </a:cubicBezTo>
                <a:lnTo>
                  <a:pt x="204168" y="208645"/>
                </a:lnTo>
                <a:cubicBezTo>
                  <a:pt x="203730" y="210131"/>
                  <a:pt x="202653" y="211331"/>
                  <a:pt x="201234" y="211931"/>
                </a:cubicBezTo>
                <a:cubicBezTo>
                  <a:pt x="199291" y="212912"/>
                  <a:pt x="198062" y="214912"/>
                  <a:pt x="198072" y="217093"/>
                </a:cubicBezTo>
                <a:cubicBezTo>
                  <a:pt x="198062" y="240172"/>
                  <a:pt x="216769" y="258879"/>
                  <a:pt x="239839" y="258879"/>
                </a:cubicBezTo>
                <a:cubicBezTo>
                  <a:pt x="262918" y="258879"/>
                  <a:pt x="281625" y="240172"/>
                  <a:pt x="281616" y="217093"/>
                </a:cubicBezTo>
                <a:cubicBezTo>
                  <a:pt x="281625" y="214912"/>
                  <a:pt x="280396" y="212912"/>
                  <a:pt x="278444" y="211931"/>
                </a:cubicBezTo>
                <a:moveTo>
                  <a:pt x="230219" y="211226"/>
                </a:moveTo>
                <a:cubicBezTo>
                  <a:pt x="228352" y="211226"/>
                  <a:pt x="226599" y="210302"/>
                  <a:pt x="225523" y="208768"/>
                </a:cubicBezTo>
                <a:cubicBezTo>
                  <a:pt x="224399" y="207206"/>
                  <a:pt x="224094" y="205197"/>
                  <a:pt x="224704" y="203368"/>
                </a:cubicBezTo>
                <a:lnTo>
                  <a:pt x="234676" y="176612"/>
                </a:lnTo>
                <a:cubicBezTo>
                  <a:pt x="235524" y="174297"/>
                  <a:pt x="237724" y="172754"/>
                  <a:pt x="240191" y="172754"/>
                </a:cubicBezTo>
                <a:cubicBezTo>
                  <a:pt x="242658" y="172754"/>
                  <a:pt x="244868" y="174297"/>
                  <a:pt x="245706" y="176612"/>
                </a:cubicBezTo>
                <a:lnTo>
                  <a:pt x="255327" y="203368"/>
                </a:lnTo>
                <a:cubicBezTo>
                  <a:pt x="255946" y="205197"/>
                  <a:pt x="255631" y="207206"/>
                  <a:pt x="254508" y="208768"/>
                </a:cubicBezTo>
                <a:cubicBezTo>
                  <a:pt x="253412" y="210340"/>
                  <a:pt x="251612" y="211264"/>
                  <a:pt x="249697" y="211226"/>
                </a:cubicBezTo>
                <a:lnTo>
                  <a:pt x="230219" y="211226"/>
                </a:lnTo>
                <a:moveTo>
                  <a:pt x="101145" y="211226"/>
                </a:moveTo>
                <a:cubicBezTo>
                  <a:pt x="99279" y="211226"/>
                  <a:pt x="97526" y="210302"/>
                  <a:pt x="96450" y="208768"/>
                </a:cubicBezTo>
                <a:cubicBezTo>
                  <a:pt x="95326" y="207206"/>
                  <a:pt x="95021" y="205197"/>
                  <a:pt x="95631" y="203368"/>
                </a:cubicBezTo>
                <a:lnTo>
                  <a:pt x="105603" y="176612"/>
                </a:lnTo>
                <a:cubicBezTo>
                  <a:pt x="106451" y="174297"/>
                  <a:pt x="108651" y="172754"/>
                  <a:pt x="111118" y="172754"/>
                </a:cubicBezTo>
                <a:cubicBezTo>
                  <a:pt x="113585" y="172754"/>
                  <a:pt x="115795" y="174297"/>
                  <a:pt x="116633" y="176612"/>
                </a:cubicBezTo>
                <a:lnTo>
                  <a:pt x="126253" y="203368"/>
                </a:lnTo>
                <a:cubicBezTo>
                  <a:pt x="126872" y="205197"/>
                  <a:pt x="126558" y="207206"/>
                  <a:pt x="125434" y="208768"/>
                </a:cubicBezTo>
                <a:cubicBezTo>
                  <a:pt x="124339" y="210340"/>
                  <a:pt x="122539" y="211264"/>
                  <a:pt x="120624" y="211226"/>
                </a:cubicBezTo>
                <a:lnTo>
                  <a:pt x="101145" y="211226"/>
                </a:lnTo>
                <a:moveTo>
                  <a:pt x="76266" y="264033"/>
                </a:moveTo>
                <a:cubicBezTo>
                  <a:pt x="76266" y="260794"/>
                  <a:pt x="73647" y="258165"/>
                  <a:pt x="70399" y="258165"/>
                </a:cubicBezTo>
                <a:lnTo>
                  <a:pt x="29336" y="258165"/>
                </a:lnTo>
                <a:cubicBezTo>
                  <a:pt x="26098" y="258165"/>
                  <a:pt x="23469" y="255536"/>
                  <a:pt x="23469" y="252298"/>
                </a:cubicBezTo>
                <a:lnTo>
                  <a:pt x="23469" y="29356"/>
                </a:lnTo>
                <a:cubicBezTo>
                  <a:pt x="23469" y="26117"/>
                  <a:pt x="26098" y="23488"/>
                  <a:pt x="29336" y="23488"/>
                </a:cubicBezTo>
                <a:lnTo>
                  <a:pt x="152542" y="23488"/>
                </a:lnTo>
                <a:cubicBezTo>
                  <a:pt x="155781" y="23488"/>
                  <a:pt x="158410" y="26117"/>
                  <a:pt x="158410" y="29356"/>
                </a:cubicBezTo>
                <a:lnTo>
                  <a:pt x="158410" y="64560"/>
                </a:lnTo>
                <a:cubicBezTo>
                  <a:pt x="158410" y="77514"/>
                  <a:pt x="168916" y="88020"/>
                  <a:pt x="181879" y="88020"/>
                </a:cubicBezTo>
                <a:lnTo>
                  <a:pt x="217074" y="88020"/>
                </a:lnTo>
                <a:cubicBezTo>
                  <a:pt x="220322" y="88020"/>
                  <a:pt x="222942" y="90649"/>
                  <a:pt x="222942" y="93887"/>
                </a:cubicBezTo>
                <a:lnTo>
                  <a:pt x="222942" y="105622"/>
                </a:lnTo>
                <a:cubicBezTo>
                  <a:pt x="222942" y="108861"/>
                  <a:pt x="225571" y="111490"/>
                  <a:pt x="228809" y="111490"/>
                </a:cubicBezTo>
                <a:lnTo>
                  <a:pt x="240544" y="111490"/>
                </a:lnTo>
                <a:cubicBezTo>
                  <a:pt x="243782" y="111490"/>
                  <a:pt x="246411" y="108861"/>
                  <a:pt x="246411" y="105622"/>
                </a:cubicBezTo>
                <a:lnTo>
                  <a:pt x="246411" y="82153"/>
                </a:lnTo>
                <a:cubicBezTo>
                  <a:pt x="246430" y="79038"/>
                  <a:pt x="245211" y="76038"/>
                  <a:pt x="243011" y="73828"/>
                </a:cubicBezTo>
                <a:lnTo>
                  <a:pt x="172602" y="3419"/>
                </a:lnTo>
                <a:cubicBezTo>
                  <a:pt x="170392" y="1228"/>
                  <a:pt x="167392" y="0"/>
                  <a:pt x="164277" y="19"/>
                </a:cubicBezTo>
                <a:lnTo>
                  <a:pt x="23469" y="19"/>
                </a:lnTo>
                <a:cubicBezTo>
                  <a:pt x="10506" y="19"/>
                  <a:pt x="0" y="10525"/>
                  <a:pt x="0" y="23488"/>
                </a:cubicBezTo>
                <a:lnTo>
                  <a:pt x="0" y="258165"/>
                </a:lnTo>
                <a:cubicBezTo>
                  <a:pt x="0" y="271129"/>
                  <a:pt x="10506" y="281635"/>
                  <a:pt x="23469" y="281635"/>
                </a:cubicBezTo>
                <a:lnTo>
                  <a:pt x="70399" y="281635"/>
                </a:lnTo>
                <a:cubicBezTo>
                  <a:pt x="73647" y="281635"/>
                  <a:pt x="76266" y="279006"/>
                  <a:pt x="76266" y="275767"/>
                </a:cubicBezTo>
                <a:lnTo>
                  <a:pt x="76266" y="264033"/>
                </a:lnTo>
              </a:path>
            </a:pathLst>
          </a:custGeom>
          <a:solidFill>
            <a:srgbClr val="90A24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31192" y="2307887"/>
            <a:ext cx="281616" cy="281730"/>
          </a:xfrm>
          <a:custGeom>
            <a:avLst/>
            <a:gdLst/>
            <a:ahLst/>
            <a:cxnLst/>
            <a:rect l="0" t="0" r="0" b="0"/>
            <a:pathLst>
              <a:path w="281616" h="281730">
                <a:moveTo>
                  <a:pt x="258146" y="0"/>
                </a:moveTo>
                <a:lnTo>
                  <a:pt x="23469" y="0"/>
                </a:lnTo>
                <a:cubicBezTo>
                  <a:pt x="10506" y="0"/>
                  <a:pt x="0" y="10506"/>
                  <a:pt x="0" y="23469"/>
                </a:cubicBezTo>
                <a:lnTo>
                  <a:pt x="0" y="164277"/>
                </a:lnTo>
                <a:cubicBezTo>
                  <a:pt x="0" y="177241"/>
                  <a:pt x="10506" y="187747"/>
                  <a:pt x="23469" y="187747"/>
                </a:cubicBezTo>
                <a:lnTo>
                  <a:pt x="64541" y="187747"/>
                </a:lnTo>
                <a:cubicBezTo>
                  <a:pt x="71018" y="187747"/>
                  <a:pt x="76266" y="182489"/>
                  <a:pt x="76266" y="176012"/>
                </a:cubicBezTo>
                <a:cubicBezTo>
                  <a:pt x="76266" y="169525"/>
                  <a:pt x="71018" y="164277"/>
                  <a:pt x="64541" y="164277"/>
                </a:cubicBezTo>
                <a:lnTo>
                  <a:pt x="29336" y="164277"/>
                </a:lnTo>
                <a:cubicBezTo>
                  <a:pt x="26098" y="164277"/>
                  <a:pt x="23469" y="161648"/>
                  <a:pt x="23469" y="158410"/>
                </a:cubicBezTo>
                <a:lnTo>
                  <a:pt x="23469" y="29337"/>
                </a:lnTo>
                <a:cubicBezTo>
                  <a:pt x="23469" y="26098"/>
                  <a:pt x="26098" y="23469"/>
                  <a:pt x="29336" y="23469"/>
                </a:cubicBezTo>
                <a:lnTo>
                  <a:pt x="252279" y="23469"/>
                </a:lnTo>
                <a:cubicBezTo>
                  <a:pt x="255517" y="23469"/>
                  <a:pt x="258146" y="26098"/>
                  <a:pt x="258146" y="29337"/>
                </a:cubicBezTo>
                <a:lnTo>
                  <a:pt x="258146" y="158410"/>
                </a:lnTo>
                <a:cubicBezTo>
                  <a:pt x="258146" y="161648"/>
                  <a:pt x="255517" y="164277"/>
                  <a:pt x="252279" y="164277"/>
                </a:cubicBezTo>
                <a:lnTo>
                  <a:pt x="217074" y="164277"/>
                </a:lnTo>
                <a:cubicBezTo>
                  <a:pt x="210597" y="164277"/>
                  <a:pt x="205349" y="169525"/>
                  <a:pt x="205349" y="176012"/>
                </a:cubicBezTo>
                <a:cubicBezTo>
                  <a:pt x="205349" y="182489"/>
                  <a:pt x="210597" y="187747"/>
                  <a:pt x="217074" y="187747"/>
                </a:cubicBezTo>
                <a:lnTo>
                  <a:pt x="258146" y="187747"/>
                </a:lnTo>
                <a:cubicBezTo>
                  <a:pt x="271110" y="187747"/>
                  <a:pt x="281616" y="177241"/>
                  <a:pt x="281616" y="164277"/>
                </a:cubicBezTo>
                <a:lnTo>
                  <a:pt x="281616" y="23469"/>
                </a:lnTo>
                <a:cubicBezTo>
                  <a:pt x="281616" y="10506"/>
                  <a:pt x="271110" y="0"/>
                  <a:pt x="258146" y="0"/>
                </a:cubicBezTo>
                <a:moveTo>
                  <a:pt x="102669" y="102669"/>
                </a:moveTo>
                <a:cubicBezTo>
                  <a:pt x="102669" y="81610"/>
                  <a:pt x="119748" y="64541"/>
                  <a:pt x="140808" y="64541"/>
                </a:cubicBezTo>
                <a:cubicBezTo>
                  <a:pt x="161867" y="64541"/>
                  <a:pt x="178946" y="81610"/>
                  <a:pt x="178946" y="102669"/>
                </a:cubicBezTo>
                <a:cubicBezTo>
                  <a:pt x="178946" y="123729"/>
                  <a:pt x="161867" y="140808"/>
                  <a:pt x="140808" y="140808"/>
                </a:cubicBezTo>
                <a:cubicBezTo>
                  <a:pt x="119748" y="140808"/>
                  <a:pt x="102669" y="123729"/>
                  <a:pt x="102669" y="102669"/>
                </a:cubicBezTo>
                <a:moveTo>
                  <a:pt x="185042" y="179412"/>
                </a:moveTo>
                <a:cubicBezTo>
                  <a:pt x="183937" y="180908"/>
                  <a:pt x="182213" y="181813"/>
                  <a:pt x="180355" y="181879"/>
                </a:cubicBezTo>
                <a:lnTo>
                  <a:pt x="101498" y="181879"/>
                </a:lnTo>
                <a:cubicBezTo>
                  <a:pt x="99641" y="181917"/>
                  <a:pt x="97888" y="181041"/>
                  <a:pt x="96802" y="179527"/>
                </a:cubicBezTo>
                <a:cubicBezTo>
                  <a:pt x="95621" y="178088"/>
                  <a:pt x="95269" y="176136"/>
                  <a:pt x="95869" y="174364"/>
                </a:cubicBezTo>
                <a:cubicBezTo>
                  <a:pt x="101784" y="154476"/>
                  <a:pt x="120053" y="140827"/>
                  <a:pt x="140808" y="140808"/>
                </a:cubicBezTo>
                <a:cubicBezTo>
                  <a:pt x="161610" y="140712"/>
                  <a:pt x="180003" y="154324"/>
                  <a:pt x="185985" y="174250"/>
                </a:cubicBezTo>
                <a:cubicBezTo>
                  <a:pt x="186451" y="176022"/>
                  <a:pt x="186099" y="177917"/>
                  <a:pt x="185042" y="179412"/>
                </a:cubicBezTo>
                <a:moveTo>
                  <a:pt x="211207" y="199482"/>
                </a:moveTo>
                <a:lnTo>
                  <a:pt x="70399" y="199482"/>
                </a:lnTo>
                <a:cubicBezTo>
                  <a:pt x="63922" y="199482"/>
                  <a:pt x="58674" y="204730"/>
                  <a:pt x="58674" y="211207"/>
                </a:cubicBezTo>
                <a:cubicBezTo>
                  <a:pt x="58674" y="217693"/>
                  <a:pt x="63922" y="222942"/>
                  <a:pt x="70399" y="222942"/>
                </a:cubicBezTo>
                <a:lnTo>
                  <a:pt x="78381" y="222942"/>
                </a:lnTo>
                <a:lnTo>
                  <a:pt x="88239" y="272110"/>
                </a:lnTo>
                <a:cubicBezTo>
                  <a:pt x="89325" y="277710"/>
                  <a:pt x="94268" y="281720"/>
                  <a:pt x="99974" y="281616"/>
                </a:cubicBezTo>
                <a:lnTo>
                  <a:pt x="182108" y="281616"/>
                </a:lnTo>
                <a:cubicBezTo>
                  <a:pt x="187775" y="281730"/>
                  <a:pt x="192709" y="277777"/>
                  <a:pt x="193843" y="272224"/>
                </a:cubicBezTo>
                <a:lnTo>
                  <a:pt x="203701" y="222942"/>
                </a:lnTo>
                <a:lnTo>
                  <a:pt x="211207" y="222942"/>
                </a:lnTo>
                <a:cubicBezTo>
                  <a:pt x="217693" y="222942"/>
                  <a:pt x="222942" y="217693"/>
                  <a:pt x="222942" y="211207"/>
                </a:cubicBezTo>
                <a:cubicBezTo>
                  <a:pt x="222942" y="204730"/>
                  <a:pt x="217693" y="199482"/>
                  <a:pt x="211207" y="199482"/>
                </a:cubicBezTo>
                <a:moveTo>
                  <a:pt x="126139" y="243478"/>
                </a:moveTo>
                <a:cubicBezTo>
                  <a:pt x="126139" y="235381"/>
                  <a:pt x="132711" y="228809"/>
                  <a:pt x="140808" y="228809"/>
                </a:cubicBezTo>
                <a:cubicBezTo>
                  <a:pt x="148904" y="228809"/>
                  <a:pt x="155476" y="235381"/>
                  <a:pt x="155476" y="243478"/>
                </a:cubicBezTo>
                <a:cubicBezTo>
                  <a:pt x="155476" y="251583"/>
                  <a:pt x="148904" y="258146"/>
                  <a:pt x="140808" y="258146"/>
                </a:cubicBezTo>
                <a:cubicBezTo>
                  <a:pt x="132711" y="258146"/>
                  <a:pt x="126139" y="251583"/>
                  <a:pt x="126139" y="243478"/>
                </a:cubicBezTo>
              </a:path>
            </a:pathLst>
          </a:custGeom>
          <a:solidFill>
            <a:srgbClr val="E49B0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347262" y="2979144"/>
            <a:ext cx="280606" cy="279101"/>
          </a:xfrm>
          <a:custGeom>
            <a:avLst/>
            <a:gdLst/>
            <a:ahLst/>
            <a:cxnLst/>
            <a:rect l="0" t="0" r="0" b="0"/>
            <a:pathLst>
              <a:path w="280606" h="279101">
                <a:moveTo>
                  <a:pt x="68760" y="106298"/>
                </a:moveTo>
                <a:cubicBezTo>
                  <a:pt x="68751" y="60540"/>
                  <a:pt x="105841" y="23441"/>
                  <a:pt x="151590" y="23441"/>
                </a:cubicBezTo>
                <a:cubicBezTo>
                  <a:pt x="197348" y="23441"/>
                  <a:pt x="234438" y="60540"/>
                  <a:pt x="234419" y="106298"/>
                </a:cubicBezTo>
                <a:cubicBezTo>
                  <a:pt x="234410" y="152028"/>
                  <a:pt x="197329" y="189099"/>
                  <a:pt x="151590" y="189099"/>
                </a:cubicBezTo>
                <a:cubicBezTo>
                  <a:pt x="105860" y="189099"/>
                  <a:pt x="68780" y="152028"/>
                  <a:pt x="68760" y="106298"/>
                </a:cubicBezTo>
                <a:moveTo>
                  <a:pt x="151609" y="9"/>
                </a:moveTo>
                <a:cubicBezTo>
                  <a:pt x="105041" y="9"/>
                  <a:pt x="63893" y="30308"/>
                  <a:pt x="50082" y="74780"/>
                </a:cubicBezTo>
                <a:cubicBezTo>
                  <a:pt x="36271" y="119243"/>
                  <a:pt x="53016" y="167525"/>
                  <a:pt x="91382" y="193900"/>
                </a:cubicBezTo>
                <a:cubicBezTo>
                  <a:pt x="129759" y="220284"/>
                  <a:pt x="180822" y="218617"/>
                  <a:pt x="217398" y="189795"/>
                </a:cubicBezTo>
                <a:lnTo>
                  <a:pt x="259708" y="231333"/>
                </a:lnTo>
                <a:cubicBezTo>
                  <a:pt x="262670" y="234419"/>
                  <a:pt x="267071" y="235658"/>
                  <a:pt x="271205" y="234553"/>
                </a:cubicBezTo>
                <a:cubicBezTo>
                  <a:pt x="275339" y="233457"/>
                  <a:pt x="278549" y="230190"/>
                  <a:pt x="279577" y="226037"/>
                </a:cubicBezTo>
                <a:cubicBezTo>
                  <a:pt x="280606" y="221884"/>
                  <a:pt x="279292" y="217503"/>
                  <a:pt x="276148" y="214598"/>
                </a:cubicBezTo>
                <a:lnTo>
                  <a:pt x="234114" y="173307"/>
                </a:lnTo>
                <a:cubicBezTo>
                  <a:pt x="259965" y="141484"/>
                  <a:pt x="265204" y="97621"/>
                  <a:pt x="247583" y="60598"/>
                </a:cubicBezTo>
                <a:cubicBezTo>
                  <a:pt x="229952" y="23583"/>
                  <a:pt x="192605" y="0"/>
                  <a:pt x="151609" y="0"/>
                </a:cubicBezTo>
                <a:moveTo>
                  <a:pt x="0" y="62026"/>
                </a:moveTo>
                <a:cubicBezTo>
                  <a:pt x="0" y="42643"/>
                  <a:pt x="15821" y="26822"/>
                  <a:pt x="35204" y="26822"/>
                </a:cubicBezTo>
                <a:cubicBezTo>
                  <a:pt x="41681" y="26822"/>
                  <a:pt x="46939" y="32070"/>
                  <a:pt x="46939" y="38557"/>
                </a:cubicBezTo>
                <a:cubicBezTo>
                  <a:pt x="46939" y="45034"/>
                  <a:pt x="41681" y="50291"/>
                  <a:pt x="35204" y="50291"/>
                </a:cubicBezTo>
                <a:cubicBezTo>
                  <a:pt x="28775" y="50291"/>
                  <a:pt x="23469" y="55597"/>
                  <a:pt x="23469" y="62026"/>
                </a:cubicBezTo>
                <a:lnTo>
                  <a:pt x="23469" y="243897"/>
                </a:lnTo>
                <a:cubicBezTo>
                  <a:pt x="23469" y="250326"/>
                  <a:pt x="28775" y="255631"/>
                  <a:pt x="35204" y="255631"/>
                </a:cubicBezTo>
                <a:lnTo>
                  <a:pt x="152542" y="255631"/>
                </a:lnTo>
                <a:cubicBezTo>
                  <a:pt x="158972" y="255631"/>
                  <a:pt x="164277" y="250326"/>
                  <a:pt x="164277" y="243897"/>
                </a:cubicBezTo>
                <a:lnTo>
                  <a:pt x="164277" y="242611"/>
                </a:lnTo>
                <a:cubicBezTo>
                  <a:pt x="164277" y="236124"/>
                  <a:pt x="169535" y="230876"/>
                  <a:pt x="176012" y="230876"/>
                </a:cubicBezTo>
                <a:cubicBezTo>
                  <a:pt x="182489" y="230876"/>
                  <a:pt x="187747" y="236124"/>
                  <a:pt x="187747" y="242611"/>
                </a:cubicBezTo>
                <a:lnTo>
                  <a:pt x="187747" y="243897"/>
                </a:lnTo>
                <a:cubicBezTo>
                  <a:pt x="187747" y="263280"/>
                  <a:pt x="171926" y="279101"/>
                  <a:pt x="152542" y="279101"/>
                </a:cubicBezTo>
                <a:lnTo>
                  <a:pt x="35204" y="279101"/>
                </a:lnTo>
                <a:cubicBezTo>
                  <a:pt x="15821" y="279101"/>
                  <a:pt x="0" y="263280"/>
                  <a:pt x="0" y="243897"/>
                </a:cubicBezTo>
                <a:lnTo>
                  <a:pt x="0" y="62026"/>
                </a:lnTo>
                <a:moveTo>
                  <a:pt x="142827" y="41043"/>
                </a:moveTo>
                <a:cubicBezTo>
                  <a:pt x="136350" y="41043"/>
                  <a:pt x="131092" y="46301"/>
                  <a:pt x="131092" y="52778"/>
                </a:cubicBezTo>
                <a:cubicBezTo>
                  <a:pt x="131092" y="59255"/>
                  <a:pt x="136350" y="64512"/>
                  <a:pt x="142827" y="64512"/>
                </a:cubicBezTo>
                <a:lnTo>
                  <a:pt x="163506" y="64512"/>
                </a:lnTo>
                <a:cubicBezTo>
                  <a:pt x="170564" y="64560"/>
                  <a:pt x="176288" y="70275"/>
                  <a:pt x="176326" y="77333"/>
                </a:cubicBezTo>
                <a:lnTo>
                  <a:pt x="176326" y="148828"/>
                </a:lnTo>
                <a:cubicBezTo>
                  <a:pt x="176326" y="155314"/>
                  <a:pt x="181584" y="160562"/>
                  <a:pt x="188061" y="160562"/>
                </a:cubicBezTo>
                <a:cubicBezTo>
                  <a:pt x="194538" y="160562"/>
                  <a:pt x="199796" y="155314"/>
                  <a:pt x="199796" y="148828"/>
                </a:cubicBezTo>
                <a:lnTo>
                  <a:pt x="199796" y="77333"/>
                </a:lnTo>
                <a:cubicBezTo>
                  <a:pt x="199748" y="57311"/>
                  <a:pt x="183527" y="41090"/>
                  <a:pt x="163506" y="41043"/>
                </a:cubicBezTo>
                <a:lnTo>
                  <a:pt x="142827" y="41043"/>
                </a:lnTo>
                <a:moveTo>
                  <a:pt x="106699" y="138388"/>
                </a:moveTo>
                <a:cubicBezTo>
                  <a:pt x="106699" y="144865"/>
                  <a:pt x="111956" y="150123"/>
                  <a:pt x="118433" y="150123"/>
                </a:cubicBezTo>
                <a:lnTo>
                  <a:pt x="143008" y="150123"/>
                </a:lnTo>
                <a:cubicBezTo>
                  <a:pt x="149485" y="150123"/>
                  <a:pt x="154733" y="144865"/>
                  <a:pt x="154733" y="138388"/>
                </a:cubicBezTo>
                <a:cubicBezTo>
                  <a:pt x="154733" y="131911"/>
                  <a:pt x="149485" y="126653"/>
                  <a:pt x="143008" y="126653"/>
                </a:cubicBezTo>
                <a:lnTo>
                  <a:pt x="118433" y="126653"/>
                </a:lnTo>
                <a:cubicBezTo>
                  <a:pt x="111956" y="126653"/>
                  <a:pt x="106699" y="131911"/>
                  <a:pt x="106699" y="138388"/>
                </a:cubicBezTo>
                <a:moveTo>
                  <a:pt x="106156" y="84181"/>
                </a:moveTo>
                <a:cubicBezTo>
                  <a:pt x="99679" y="84181"/>
                  <a:pt x="94421" y="89430"/>
                  <a:pt x="94421" y="95907"/>
                </a:cubicBezTo>
                <a:cubicBezTo>
                  <a:pt x="94421" y="102393"/>
                  <a:pt x="99679" y="107642"/>
                  <a:pt x="106156" y="107642"/>
                </a:cubicBezTo>
                <a:lnTo>
                  <a:pt x="143008" y="107642"/>
                </a:lnTo>
                <a:cubicBezTo>
                  <a:pt x="149485" y="107642"/>
                  <a:pt x="154733" y="102393"/>
                  <a:pt x="154733" y="95907"/>
                </a:cubicBezTo>
                <a:cubicBezTo>
                  <a:pt x="154733" y="89430"/>
                  <a:pt x="149485" y="84181"/>
                  <a:pt x="143008" y="84181"/>
                </a:cubicBezTo>
                <a:lnTo>
                  <a:pt x="106156" y="84181"/>
                </a:lnTo>
              </a:path>
            </a:pathLst>
          </a:custGeom>
          <a:solidFill>
            <a:srgbClr val="32928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515941" y="2983859"/>
            <a:ext cx="281616" cy="265709"/>
          </a:xfrm>
          <a:custGeom>
            <a:avLst/>
            <a:gdLst/>
            <a:ahLst/>
            <a:cxnLst/>
            <a:rect l="0" t="0" r="0" b="0"/>
            <a:pathLst>
              <a:path w="281616" h="265709">
                <a:moveTo>
                  <a:pt x="158410" y="163010"/>
                </a:moveTo>
                <a:lnTo>
                  <a:pt x="123205" y="163010"/>
                </a:lnTo>
                <a:cubicBezTo>
                  <a:pt x="118348" y="163010"/>
                  <a:pt x="114404" y="166944"/>
                  <a:pt x="114404" y="171811"/>
                </a:cubicBezTo>
                <a:cubicBezTo>
                  <a:pt x="114404" y="176669"/>
                  <a:pt x="118348" y="180613"/>
                  <a:pt x="123205" y="180613"/>
                </a:cubicBezTo>
                <a:lnTo>
                  <a:pt x="158410" y="180613"/>
                </a:lnTo>
                <a:cubicBezTo>
                  <a:pt x="163268" y="180613"/>
                  <a:pt x="167211" y="176669"/>
                  <a:pt x="167211" y="171811"/>
                </a:cubicBezTo>
                <a:cubicBezTo>
                  <a:pt x="167211" y="166944"/>
                  <a:pt x="163268" y="163010"/>
                  <a:pt x="158410" y="163010"/>
                </a:cubicBezTo>
                <a:moveTo>
                  <a:pt x="234676" y="60340"/>
                </a:moveTo>
                <a:cubicBezTo>
                  <a:pt x="228199" y="60340"/>
                  <a:pt x="222942" y="65589"/>
                  <a:pt x="222942" y="72066"/>
                </a:cubicBezTo>
                <a:cubicBezTo>
                  <a:pt x="222942" y="78552"/>
                  <a:pt x="228199" y="83800"/>
                  <a:pt x="234676" y="83800"/>
                </a:cubicBezTo>
                <a:lnTo>
                  <a:pt x="246411" y="83800"/>
                </a:lnTo>
                <a:cubicBezTo>
                  <a:pt x="252898" y="83800"/>
                  <a:pt x="258146" y="78552"/>
                  <a:pt x="258146" y="72066"/>
                </a:cubicBezTo>
                <a:cubicBezTo>
                  <a:pt x="258146" y="65589"/>
                  <a:pt x="252898" y="60340"/>
                  <a:pt x="246411" y="60340"/>
                </a:cubicBezTo>
                <a:lnTo>
                  <a:pt x="234676" y="60340"/>
                </a:lnTo>
                <a:moveTo>
                  <a:pt x="222942" y="36871"/>
                </a:moveTo>
                <a:cubicBezTo>
                  <a:pt x="226066" y="36890"/>
                  <a:pt x="229066" y="35661"/>
                  <a:pt x="231276" y="33461"/>
                </a:cubicBezTo>
                <a:lnTo>
                  <a:pt x="243011" y="21736"/>
                </a:lnTo>
                <a:cubicBezTo>
                  <a:pt x="247745" y="17125"/>
                  <a:pt x="247850" y="9563"/>
                  <a:pt x="243249" y="4829"/>
                </a:cubicBezTo>
                <a:cubicBezTo>
                  <a:pt x="238648" y="104"/>
                  <a:pt x="231076" y="0"/>
                  <a:pt x="226352" y="4600"/>
                </a:cubicBezTo>
                <a:lnTo>
                  <a:pt x="214617" y="16335"/>
                </a:lnTo>
                <a:cubicBezTo>
                  <a:pt x="212397" y="18535"/>
                  <a:pt x="211140" y="21536"/>
                  <a:pt x="211140" y="24660"/>
                </a:cubicBezTo>
                <a:cubicBezTo>
                  <a:pt x="211140" y="27793"/>
                  <a:pt x="212397" y="30794"/>
                  <a:pt x="214617" y="32994"/>
                </a:cubicBezTo>
                <a:cubicBezTo>
                  <a:pt x="216750" y="35366"/>
                  <a:pt x="219760" y="36766"/>
                  <a:pt x="222942" y="36871"/>
                </a:cubicBezTo>
                <a:moveTo>
                  <a:pt x="35204" y="83800"/>
                </a:moveTo>
                <a:lnTo>
                  <a:pt x="46939" y="83800"/>
                </a:lnTo>
                <a:cubicBezTo>
                  <a:pt x="53416" y="83800"/>
                  <a:pt x="58674" y="78552"/>
                  <a:pt x="58674" y="72066"/>
                </a:cubicBezTo>
                <a:cubicBezTo>
                  <a:pt x="58674" y="65589"/>
                  <a:pt x="53416" y="60340"/>
                  <a:pt x="46939" y="60340"/>
                </a:cubicBezTo>
                <a:lnTo>
                  <a:pt x="35204" y="60340"/>
                </a:lnTo>
                <a:cubicBezTo>
                  <a:pt x="28717" y="60340"/>
                  <a:pt x="23469" y="65589"/>
                  <a:pt x="23469" y="72066"/>
                </a:cubicBezTo>
                <a:cubicBezTo>
                  <a:pt x="23469" y="78552"/>
                  <a:pt x="28717" y="83800"/>
                  <a:pt x="35204" y="83800"/>
                </a:cubicBezTo>
                <a:moveTo>
                  <a:pt x="50339" y="33461"/>
                </a:moveTo>
                <a:cubicBezTo>
                  <a:pt x="52539" y="35690"/>
                  <a:pt x="55540" y="36937"/>
                  <a:pt x="58674" y="36937"/>
                </a:cubicBezTo>
                <a:cubicBezTo>
                  <a:pt x="61798" y="36937"/>
                  <a:pt x="64798" y="35690"/>
                  <a:pt x="66998" y="33461"/>
                </a:cubicBezTo>
                <a:cubicBezTo>
                  <a:pt x="69370" y="31251"/>
                  <a:pt x="70713" y="28146"/>
                  <a:pt x="70713" y="24898"/>
                </a:cubicBezTo>
                <a:cubicBezTo>
                  <a:pt x="70713" y="21650"/>
                  <a:pt x="69370" y="18554"/>
                  <a:pt x="66998" y="16335"/>
                </a:cubicBezTo>
                <a:lnTo>
                  <a:pt x="55264" y="4600"/>
                </a:lnTo>
                <a:cubicBezTo>
                  <a:pt x="50539" y="0"/>
                  <a:pt x="42976" y="104"/>
                  <a:pt x="38376" y="4838"/>
                </a:cubicBezTo>
                <a:cubicBezTo>
                  <a:pt x="33775" y="9563"/>
                  <a:pt x="33870" y="17125"/>
                  <a:pt x="38604" y="21736"/>
                </a:cubicBezTo>
                <a:lnTo>
                  <a:pt x="50339" y="33461"/>
                </a:lnTo>
                <a:moveTo>
                  <a:pt x="226352" y="139074"/>
                </a:moveTo>
                <a:cubicBezTo>
                  <a:pt x="228552" y="141293"/>
                  <a:pt x="231552" y="142541"/>
                  <a:pt x="234676" y="142541"/>
                </a:cubicBezTo>
                <a:cubicBezTo>
                  <a:pt x="237810" y="142541"/>
                  <a:pt x="240811" y="141293"/>
                  <a:pt x="243011" y="139074"/>
                </a:cubicBezTo>
                <a:cubicBezTo>
                  <a:pt x="245230" y="136864"/>
                  <a:pt x="246478" y="133864"/>
                  <a:pt x="246478" y="130740"/>
                </a:cubicBezTo>
                <a:cubicBezTo>
                  <a:pt x="246478" y="127615"/>
                  <a:pt x="245230" y="124615"/>
                  <a:pt x="243011" y="122405"/>
                </a:cubicBezTo>
                <a:lnTo>
                  <a:pt x="231276" y="110670"/>
                </a:lnTo>
                <a:cubicBezTo>
                  <a:pt x="226675" y="106070"/>
                  <a:pt x="219217" y="106070"/>
                  <a:pt x="214617" y="110670"/>
                </a:cubicBezTo>
                <a:cubicBezTo>
                  <a:pt x="210016" y="115271"/>
                  <a:pt x="210016" y="122739"/>
                  <a:pt x="214617" y="127339"/>
                </a:cubicBezTo>
                <a:lnTo>
                  <a:pt x="226352" y="139074"/>
                </a:lnTo>
                <a:moveTo>
                  <a:pt x="50339" y="110204"/>
                </a:moveTo>
                <a:lnTo>
                  <a:pt x="38604" y="121939"/>
                </a:lnTo>
                <a:cubicBezTo>
                  <a:pt x="36385" y="124139"/>
                  <a:pt x="35137" y="127139"/>
                  <a:pt x="35137" y="130273"/>
                </a:cubicBezTo>
                <a:cubicBezTo>
                  <a:pt x="35137" y="133397"/>
                  <a:pt x="36385" y="136397"/>
                  <a:pt x="38604" y="138598"/>
                </a:cubicBezTo>
                <a:cubicBezTo>
                  <a:pt x="40805" y="140827"/>
                  <a:pt x="43805" y="142074"/>
                  <a:pt x="46939" y="142074"/>
                </a:cubicBezTo>
                <a:cubicBezTo>
                  <a:pt x="50063" y="142074"/>
                  <a:pt x="53063" y="140827"/>
                  <a:pt x="55264" y="138598"/>
                </a:cubicBezTo>
                <a:lnTo>
                  <a:pt x="66998" y="126863"/>
                </a:lnTo>
                <a:cubicBezTo>
                  <a:pt x="71599" y="122262"/>
                  <a:pt x="71599" y="114804"/>
                  <a:pt x="66998" y="110204"/>
                </a:cubicBezTo>
                <a:cubicBezTo>
                  <a:pt x="62398" y="105603"/>
                  <a:pt x="54940" y="105603"/>
                  <a:pt x="50339" y="110204"/>
                </a:cubicBezTo>
                <a:moveTo>
                  <a:pt x="205349" y="72066"/>
                </a:moveTo>
                <a:cubicBezTo>
                  <a:pt x="205463" y="40519"/>
                  <a:pt x="182746" y="13506"/>
                  <a:pt x="151638" y="8210"/>
                </a:cubicBezTo>
                <a:cubicBezTo>
                  <a:pt x="120538" y="2914"/>
                  <a:pt x="90163" y="20878"/>
                  <a:pt x="79829" y="50692"/>
                </a:cubicBezTo>
                <a:cubicBezTo>
                  <a:pt x="69494" y="80505"/>
                  <a:pt x="82238" y="113423"/>
                  <a:pt x="109947" y="128511"/>
                </a:cubicBezTo>
                <a:cubicBezTo>
                  <a:pt x="110890" y="129025"/>
                  <a:pt x="111471" y="130016"/>
                  <a:pt x="111471" y="131092"/>
                </a:cubicBezTo>
                <a:lnTo>
                  <a:pt x="111471" y="136607"/>
                </a:lnTo>
                <a:cubicBezTo>
                  <a:pt x="111471" y="143084"/>
                  <a:pt x="116728" y="148342"/>
                  <a:pt x="123205" y="148342"/>
                </a:cubicBezTo>
                <a:lnTo>
                  <a:pt x="158410" y="148342"/>
                </a:lnTo>
                <a:cubicBezTo>
                  <a:pt x="164887" y="148342"/>
                  <a:pt x="170145" y="143084"/>
                  <a:pt x="170145" y="136607"/>
                </a:cubicBezTo>
                <a:lnTo>
                  <a:pt x="170145" y="131092"/>
                </a:lnTo>
                <a:cubicBezTo>
                  <a:pt x="170135" y="130016"/>
                  <a:pt x="170726" y="129025"/>
                  <a:pt x="171669" y="128511"/>
                </a:cubicBezTo>
                <a:cubicBezTo>
                  <a:pt x="192385" y="117290"/>
                  <a:pt x="205311" y="95630"/>
                  <a:pt x="205349" y="72066"/>
                </a:cubicBezTo>
                <a:moveTo>
                  <a:pt x="93868" y="194690"/>
                </a:moveTo>
                <a:cubicBezTo>
                  <a:pt x="93640" y="192862"/>
                  <a:pt x="92611" y="191223"/>
                  <a:pt x="91059" y="190233"/>
                </a:cubicBezTo>
                <a:cubicBezTo>
                  <a:pt x="89392" y="189414"/>
                  <a:pt x="87439" y="189414"/>
                  <a:pt x="85772" y="190233"/>
                </a:cubicBezTo>
                <a:lnTo>
                  <a:pt x="34261" y="210416"/>
                </a:lnTo>
                <a:cubicBezTo>
                  <a:pt x="13668" y="218141"/>
                  <a:pt x="19" y="237820"/>
                  <a:pt x="0" y="259813"/>
                </a:cubicBezTo>
                <a:cubicBezTo>
                  <a:pt x="0" y="263051"/>
                  <a:pt x="2628" y="265680"/>
                  <a:pt x="5867" y="265680"/>
                </a:cubicBezTo>
                <a:lnTo>
                  <a:pt x="93868" y="265680"/>
                </a:lnTo>
                <a:cubicBezTo>
                  <a:pt x="95516" y="265661"/>
                  <a:pt x="97078" y="264985"/>
                  <a:pt x="98212" y="263804"/>
                </a:cubicBezTo>
                <a:cubicBezTo>
                  <a:pt x="99279" y="262528"/>
                  <a:pt x="99831" y="260889"/>
                  <a:pt x="99736" y="259222"/>
                </a:cubicBezTo>
                <a:lnTo>
                  <a:pt x="93868" y="194690"/>
                </a:lnTo>
                <a:moveTo>
                  <a:pt x="247469" y="210416"/>
                </a:moveTo>
                <a:lnTo>
                  <a:pt x="195843" y="189880"/>
                </a:lnTo>
                <a:cubicBezTo>
                  <a:pt x="194176" y="189061"/>
                  <a:pt x="192224" y="189061"/>
                  <a:pt x="190557" y="189880"/>
                </a:cubicBezTo>
                <a:cubicBezTo>
                  <a:pt x="189004" y="190871"/>
                  <a:pt x="187975" y="192509"/>
                  <a:pt x="187747" y="194338"/>
                </a:cubicBezTo>
                <a:lnTo>
                  <a:pt x="181879" y="258879"/>
                </a:lnTo>
                <a:cubicBezTo>
                  <a:pt x="181784" y="260537"/>
                  <a:pt x="182327" y="262175"/>
                  <a:pt x="183403" y="263451"/>
                </a:cubicBezTo>
                <a:cubicBezTo>
                  <a:pt x="184537" y="264633"/>
                  <a:pt x="186099" y="265309"/>
                  <a:pt x="187747" y="265328"/>
                </a:cubicBezTo>
                <a:lnTo>
                  <a:pt x="275748" y="265328"/>
                </a:lnTo>
                <a:cubicBezTo>
                  <a:pt x="278987" y="265328"/>
                  <a:pt x="281616" y="262699"/>
                  <a:pt x="281616" y="259460"/>
                </a:cubicBezTo>
                <a:cubicBezTo>
                  <a:pt x="281368" y="237658"/>
                  <a:pt x="267833" y="218208"/>
                  <a:pt x="247469" y="210416"/>
                </a:cubicBezTo>
                <a:moveTo>
                  <a:pt x="146208" y="213579"/>
                </a:moveTo>
                <a:cubicBezTo>
                  <a:pt x="145208" y="211502"/>
                  <a:pt x="143113" y="210178"/>
                  <a:pt x="140808" y="210178"/>
                </a:cubicBezTo>
                <a:cubicBezTo>
                  <a:pt x="138503" y="210178"/>
                  <a:pt x="136407" y="211502"/>
                  <a:pt x="135407" y="213579"/>
                </a:cubicBezTo>
                <a:lnTo>
                  <a:pt x="117338" y="257584"/>
                </a:lnTo>
                <a:cubicBezTo>
                  <a:pt x="116528" y="259394"/>
                  <a:pt x="116757" y="261499"/>
                  <a:pt x="117929" y="263099"/>
                </a:cubicBezTo>
                <a:cubicBezTo>
                  <a:pt x="118976" y="264728"/>
                  <a:pt x="120796" y="265709"/>
                  <a:pt x="122739" y="265680"/>
                </a:cubicBezTo>
                <a:lnTo>
                  <a:pt x="157943" y="265680"/>
                </a:lnTo>
                <a:cubicBezTo>
                  <a:pt x="159877" y="265709"/>
                  <a:pt x="161696" y="264728"/>
                  <a:pt x="162753" y="263099"/>
                </a:cubicBezTo>
                <a:cubicBezTo>
                  <a:pt x="163925" y="261499"/>
                  <a:pt x="164144" y="259394"/>
                  <a:pt x="163334" y="257584"/>
                </a:cubicBezTo>
                <a:lnTo>
                  <a:pt x="146208" y="213579"/>
                </a:lnTo>
              </a:path>
            </a:pathLst>
          </a:custGeom>
          <a:solidFill>
            <a:srgbClr val="C8A2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Group 19"/>
          <p:cNvGrpSpPr/>
          <p:nvPr/>
        </p:nvGrpSpPr>
        <p:grpSpPr>
          <a:xfrm>
            <a:off x="2332151" y="2797260"/>
            <a:ext cx="812720" cy="285072"/>
            <a:chOff x="2332151" y="2797260"/>
            <a:chExt cx="812720" cy="285072"/>
          </a:xfrm>
        </p:grpSpPr>
        <p:sp>
          <p:nvSpPr>
            <p:cNvPr id="17" name="TextBox 16"/>
            <p:cNvSpPr txBox="1"/>
            <p:nvPr/>
          </p:nvSpPr>
          <p:spPr>
            <a:xfrm>
              <a:off x="2210243" y="2797260"/>
              <a:ext cx="934628" cy="94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600" b="0">
                  <a:solidFill>
                    <a:srgbClr val="18181E"/>
                  </a:solidFill>
                  <a:latin typeface="Montserrat"/>
                </a:rPr>
                <a:t>Educating students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210243" y="2892224"/>
              <a:ext cx="934628" cy="95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600" b="0">
                  <a:solidFill>
                    <a:srgbClr val="18181E"/>
                  </a:solidFill>
                  <a:latin typeface="Montserrat"/>
                </a:rPr>
                <a:t>about responsible AI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210243" y="2987283"/>
              <a:ext cx="934628" cy="95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600" b="0">
                  <a:solidFill>
                    <a:srgbClr val="18181E"/>
                  </a:solidFill>
                  <a:latin typeface="Montserrat"/>
                </a:rPr>
                <a:t>use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999128" y="2364327"/>
            <a:ext cx="662701" cy="253411"/>
            <a:chOff x="5999128" y="2364327"/>
            <a:chExt cx="662701" cy="253411"/>
          </a:xfrm>
        </p:grpSpPr>
        <p:sp>
          <p:nvSpPr>
            <p:cNvPr id="21" name="TextBox 20"/>
            <p:cNvSpPr txBox="1"/>
            <p:nvPr/>
          </p:nvSpPr>
          <p:spPr>
            <a:xfrm>
              <a:off x="5999128" y="2364327"/>
              <a:ext cx="762106" cy="126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1">
                  <a:solidFill>
                    <a:srgbClr val="18181E"/>
                  </a:solidFill>
                  <a:latin typeface="Montserrat"/>
                </a:rPr>
                <a:t>AI Detector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999128" y="2491009"/>
              <a:ext cx="762106" cy="126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1">
                  <a:solidFill>
                    <a:srgbClr val="18181E"/>
                  </a:solidFill>
                  <a:latin typeface="Montserrat"/>
                </a:rPr>
                <a:t>Limitations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5999128" y="2702241"/>
            <a:ext cx="798195" cy="380084"/>
            <a:chOff x="5999128" y="2702241"/>
            <a:chExt cx="798195" cy="380084"/>
          </a:xfrm>
        </p:grpSpPr>
        <p:sp>
          <p:nvSpPr>
            <p:cNvPr id="24" name="TextBox 23"/>
            <p:cNvSpPr txBox="1"/>
            <p:nvPr/>
          </p:nvSpPr>
          <p:spPr>
            <a:xfrm>
              <a:off x="5999128" y="2702241"/>
              <a:ext cx="917924" cy="94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18181E"/>
                  </a:solidFill>
                  <a:latin typeface="Montserrat"/>
                </a:rPr>
                <a:t>AI detectors are not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999128" y="2797205"/>
              <a:ext cx="917924" cy="95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18181E"/>
                  </a:solidFill>
                  <a:latin typeface="Montserrat"/>
                </a:rPr>
                <a:t>foolproof and can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999128" y="2892264"/>
              <a:ext cx="917924" cy="94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18181E"/>
                  </a:solidFill>
                  <a:latin typeface="Montserrat"/>
                </a:rPr>
                <a:t>miss AI-generated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999128" y="2987229"/>
              <a:ext cx="917924" cy="95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18181E"/>
                  </a:solidFill>
                  <a:latin typeface="Montserrat"/>
                </a:rPr>
                <a:t>content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2580867" y="2459340"/>
            <a:ext cx="564003" cy="253411"/>
            <a:chOff x="2580867" y="2459340"/>
            <a:chExt cx="564003" cy="253411"/>
          </a:xfrm>
        </p:grpSpPr>
        <p:sp>
          <p:nvSpPr>
            <p:cNvPr id="29" name="TextBox 28"/>
            <p:cNvSpPr txBox="1"/>
            <p:nvPr/>
          </p:nvSpPr>
          <p:spPr>
            <a:xfrm>
              <a:off x="2496267" y="2459340"/>
              <a:ext cx="648603" cy="126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800" b="1">
                  <a:solidFill>
                    <a:srgbClr val="18181E"/>
                  </a:solidFill>
                  <a:latin typeface="Montserrat"/>
                </a:rPr>
                <a:t>Student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496267" y="2586022"/>
              <a:ext cx="648603" cy="126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800" b="1">
                  <a:solidFill>
                    <a:srgbClr val="18181E"/>
                  </a:solidFill>
                  <a:latin typeface="Montserrat"/>
                </a:rPr>
                <a:t>Education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4034847" y="1670799"/>
            <a:ext cx="1074305" cy="285072"/>
            <a:chOff x="4034847" y="1670799"/>
            <a:chExt cx="1074305" cy="285072"/>
          </a:xfrm>
        </p:grpSpPr>
        <p:sp>
          <p:nvSpPr>
            <p:cNvPr id="32" name="TextBox 31"/>
            <p:cNvSpPr txBox="1"/>
            <p:nvPr/>
          </p:nvSpPr>
          <p:spPr>
            <a:xfrm>
              <a:off x="3954275" y="1670799"/>
              <a:ext cx="1235450" cy="94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18181E"/>
                  </a:solidFill>
                  <a:latin typeface="Montserrat"/>
                </a:rPr>
                <a:t>Equipping educators with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954275" y="1765763"/>
              <a:ext cx="1235450" cy="95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18181E"/>
                  </a:solidFill>
                  <a:latin typeface="Montserrat"/>
                </a:rPr>
                <a:t>the knowledge to navigate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954275" y="1860822"/>
              <a:ext cx="1235450" cy="95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18181E"/>
                  </a:solidFill>
                  <a:latin typeface="Montserrat"/>
                </a:rPr>
                <a:t>AI challenges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2528722" y="3941282"/>
            <a:ext cx="827360" cy="253411"/>
            <a:chOff x="2528722" y="3941282"/>
            <a:chExt cx="827360" cy="253411"/>
          </a:xfrm>
        </p:grpSpPr>
        <p:sp>
          <p:nvSpPr>
            <p:cNvPr id="36" name="TextBox 35"/>
            <p:cNvSpPr txBox="1"/>
            <p:nvPr/>
          </p:nvSpPr>
          <p:spPr>
            <a:xfrm>
              <a:off x="2404618" y="3941282"/>
              <a:ext cx="951464" cy="126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800" b="1">
                  <a:solidFill>
                    <a:srgbClr val="18181E"/>
                  </a:solidFill>
                  <a:latin typeface="Montserrat"/>
                </a:rPr>
                <a:t>Ethical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404618" y="4067964"/>
              <a:ext cx="951464" cy="126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800" b="1">
                  <a:solidFill>
                    <a:srgbClr val="18181E"/>
                  </a:solidFill>
                  <a:latin typeface="Montserrat"/>
                </a:rPr>
                <a:t>Considerations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688362" y="371473"/>
            <a:ext cx="7767285" cy="720089"/>
            <a:chOff x="688362" y="371473"/>
            <a:chExt cx="7767285" cy="720089"/>
          </a:xfrm>
        </p:grpSpPr>
        <p:sp>
          <p:nvSpPr>
            <p:cNvPr id="39" name="TextBox 38"/>
            <p:cNvSpPr txBox="1"/>
            <p:nvPr/>
          </p:nvSpPr>
          <p:spPr>
            <a:xfrm>
              <a:off x="105816" y="371473"/>
              <a:ext cx="8932377" cy="360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2700" b="1">
                  <a:solidFill>
                    <a:srgbClr val="18181E"/>
                  </a:solidFill>
                  <a:latin typeface="Montserrat"/>
                </a:rPr>
                <a:t>Maintaining Academic Integrity in the AI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5816" y="731517"/>
              <a:ext cx="8932377" cy="360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2700" b="1">
                  <a:solidFill>
                    <a:srgbClr val="18181E"/>
                  </a:solidFill>
                  <a:latin typeface="Montserrat"/>
                </a:rPr>
                <a:t>Era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787916" y="3941282"/>
            <a:ext cx="728891" cy="253411"/>
            <a:chOff x="5787916" y="3941282"/>
            <a:chExt cx="728891" cy="253411"/>
          </a:xfrm>
        </p:grpSpPr>
        <p:sp>
          <p:nvSpPr>
            <p:cNvPr id="42" name="TextBox 41"/>
            <p:cNvSpPr txBox="1"/>
            <p:nvPr/>
          </p:nvSpPr>
          <p:spPr>
            <a:xfrm>
              <a:off x="5787916" y="3941282"/>
              <a:ext cx="838224" cy="126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1">
                  <a:solidFill>
                    <a:srgbClr val="18181E"/>
                  </a:solidFill>
                  <a:latin typeface="Montserrat"/>
                </a:rPr>
                <a:t>Clear Course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787916" y="4067964"/>
              <a:ext cx="838224" cy="126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1">
                  <a:solidFill>
                    <a:srgbClr val="18181E"/>
                  </a:solidFill>
                  <a:latin typeface="Montserrat"/>
                </a:rPr>
                <a:t>Policies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2466810" y="4279202"/>
            <a:ext cx="889273" cy="285072"/>
            <a:chOff x="2466810" y="4279202"/>
            <a:chExt cx="889273" cy="285072"/>
          </a:xfrm>
        </p:grpSpPr>
        <p:sp>
          <p:nvSpPr>
            <p:cNvPr id="45" name="TextBox 44"/>
            <p:cNvSpPr txBox="1"/>
            <p:nvPr/>
          </p:nvSpPr>
          <p:spPr>
            <a:xfrm>
              <a:off x="2333420" y="4279202"/>
              <a:ext cx="1022663" cy="94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600" b="0">
                  <a:solidFill>
                    <a:srgbClr val="18181E"/>
                  </a:solidFill>
                  <a:latin typeface="Montserrat"/>
                </a:rPr>
                <a:t>Addressing the ethical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333420" y="4374166"/>
              <a:ext cx="1022663" cy="95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600" b="0">
                  <a:solidFill>
                    <a:srgbClr val="18181E"/>
                  </a:solidFill>
                  <a:latin typeface="Montserrat"/>
                </a:rPr>
                <a:t>implications of AI in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333420" y="4469225"/>
              <a:ext cx="1022663" cy="95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600" b="0">
                  <a:solidFill>
                    <a:srgbClr val="18181E"/>
                  </a:solidFill>
                  <a:latin typeface="Montserrat"/>
                </a:rPr>
                <a:t>education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5787916" y="4279202"/>
            <a:ext cx="928687" cy="285072"/>
            <a:chOff x="5787916" y="4279202"/>
            <a:chExt cx="928687" cy="285072"/>
          </a:xfrm>
        </p:grpSpPr>
        <p:sp>
          <p:nvSpPr>
            <p:cNvPr id="49" name="TextBox 48"/>
            <p:cNvSpPr txBox="1"/>
            <p:nvPr/>
          </p:nvSpPr>
          <p:spPr>
            <a:xfrm>
              <a:off x="5787916" y="4279202"/>
              <a:ext cx="1067990" cy="94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18181E"/>
                  </a:solidFill>
                  <a:latin typeface="Montserrat"/>
                </a:rPr>
                <a:t>Transparent guidelines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787916" y="4374166"/>
              <a:ext cx="1067990" cy="95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18181E"/>
                  </a:solidFill>
                  <a:latin typeface="Montserrat"/>
                </a:rPr>
                <a:t>on AI usage are crucial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787916" y="4469225"/>
              <a:ext cx="1067990" cy="95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18181E"/>
                  </a:solidFill>
                  <a:latin typeface="Montserrat"/>
                </a:rPr>
                <a:t>for students</a:t>
              </a:r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4060328" y="1473662"/>
            <a:ext cx="1023353" cy="1267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00" b="1">
                <a:solidFill>
                  <a:srgbClr val="18181E"/>
                </a:solidFill>
                <a:latin typeface="Montserrat"/>
              </a:rPr>
              <a:t>Faculty Training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896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87650" y="1298136"/>
            <a:ext cx="1284351" cy="1269520"/>
          </a:xfrm>
          <a:custGeom>
            <a:avLst/>
            <a:gdLst/>
            <a:ahLst/>
            <a:cxnLst/>
            <a:rect l="0" t="0" r="0" b="0"/>
            <a:pathLst>
              <a:path w="1284351" h="1269520">
                <a:moveTo>
                  <a:pt x="1284351" y="1269520"/>
                </a:moveTo>
                <a:lnTo>
                  <a:pt x="1185719" y="1269520"/>
                </a:lnTo>
                <a:lnTo>
                  <a:pt x="1185719" y="701373"/>
                </a:lnTo>
                <a:cubicBezTo>
                  <a:pt x="1185729" y="574195"/>
                  <a:pt x="1039187" y="504196"/>
                  <a:pt x="941136" y="585282"/>
                </a:cubicBezTo>
                <a:cubicBezTo>
                  <a:pt x="939488" y="586597"/>
                  <a:pt x="937850" y="587997"/>
                  <a:pt x="936288" y="589397"/>
                </a:cubicBezTo>
                <a:cubicBezTo>
                  <a:pt x="786698" y="716822"/>
                  <a:pt x="599312" y="791175"/>
                  <a:pt x="402802" y="791175"/>
                </a:cubicBezTo>
                <a:lnTo>
                  <a:pt x="396963" y="791175"/>
                </a:lnTo>
                <a:cubicBezTo>
                  <a:pt x="180651" y="791175"/>
                  <a:pt x="4438" y="616419"/>
                  <a:pt x="2219" y="400678"/>
                </a:cubicBezTo>
                <a:cubicBezTo>
                  <a:pt x="0" y="179508"/>
                  <a:pt x="185832" y="0"/>
                  <a:pt x="407079" y="2133"/>
                </a:cubicBezTo>
                <a:cubicBezTo>
                  <a:pt x="480383" y="2790"/>
                  <a:pt x="559450" y="11087"/>
                  <a:pt x="639089" y="23983"/>
                </a:cubicBezTo>
                <a:cubicBezTo>
                  <a:pt x="1012469" y="84286"/>
                  <a:pt x="1284351" y="405441"/>
                  <a:pt x="1284351" y="783526"/>
                </a:cubicBezTo>
                <a:lnTo>
                  <a:pt x="1284351" y="1269520"/>
                </a:lnTo>
                <a:moveTo>
                  <a:pt x="396963" y="692581"/>
                </a:moveTo>
                <a:cubicBezTo>
                  <a:pt x="560441" y="692581"/>
                  <a:pt x="693010" y="560060"/>
                  <a:pt x="693010" y="396649"/>
                </a:cubicBezTo>
                <a:cubicBezTo>
                  <a:pt x="693010" y="233238"/>
                  <a:pt x="560441" y="100641"/>
                  <a:pt x="396963" y="100641"/>
                </a:cubicBezTo>
                <a:cubicBezTo>
                  <a:pt x="233495" y="100641"/>
                  <a:pt x="100841" y="233162"/>
                  <a:pt x="100841" y="396649"/>
                </a:cubicBezTo>
                <a:cubicBezTo>
                  <a:pt x="100841" y="560146"/>
                  <a:pt x="233410" y="692581"/>
                  <a:pt x="396963" y="692581"/>
                </a:cubicBezTo>
              </a:path>
            </a:pathLst>
          </a:custGeom>
          <a:solidFill>
            <a:srgbClr val="90A243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87651" y="1298133"/>
            <a:ext cx="1284348" cy="1269527"/>
          </a:xfrm>
          <a:custGeom>
            <a:avLst/>
            <a:gdLst/>
            <a:ahLst/>
            <a:cxnLst/>
            <a:rect l="0" t="0" r="0" b="0"/>
            <a:pathLst>
              <a:path w="1284348" h="1269527">
                <a:moveTo>
                  <a:pt x="1185721" y="889759"/>
                </a:moveTo>
                <a:lnTo>
                  <a:pt x="1185721" y="1269527"/>
                </a:lnTo>
                <a:moveTo>
                  <a:pt x="1284348" y="1269527"/>
                </a:moveTo>
                <a:lnTo>
                  <a:pt x="1284348" y="889759"/>
                </a:lnTo>
                <a:moveTo>
                  <a:pt x="396967" y="692585"/>
                </a:moveTo>
                <a:cubicBezTo>
                  <a:pt x="233413" y="692585"/>
                  <a:pt x="100844" y="560148"/>
                  <a:pt x="100844" y="396655"/>
                </a:cubicBezTo>
                <a:cubicBezTo>
                  <a:pt x="100844" y="233162"/>
                  <a:pt x="233495" y="100642"/>
                  <a:pt x="396967" y="100642"/>
                </a:cubicBezTo>
                <a:cubicBezTo>
                  <a:pt x="560438" y="100642"/>
                  <a:pt x="693007" y="233244"/>
                  <a:pt x="693007" y="396655"/>
                </a:cubicBezTo>
                <a:cubicBezTo>
                  <a:pt x="693007" y="560065"/>
                  <a:pt x="560438" y="692585"/>
                  <a:pt x="396967" y="692585"/>
                </a:cubicBezTo>
                <a:close/>
                <a:moveTo>
                  <a:pt x="1284348" y="889759"/>
                </a:moveTo>
                <a:lnTo>
                  <a:pt x="1284348" y="783533"/>
                </a:lnTo>
                <a:cubicBezTo>
                  <a:pt x="1284348" y="405446"/>
                  <a:pt x="1012471" y="84293"/>
                  <a:pt x="639092" y="23990"/>
                </a:cubicBezTo>
                <a:cubicBezTo>
                  <a:pt x="559451" y="11091"/>
                  <a:pt x="480387" y="2793"/>
                  <a:pt x="407075" y="2136"/>
                </a:cubicBezTo>
                <a:cubicBezTo>
                  <a:pt x="185827" y="0"/>
                  <a:pt x="0" y="179513"/>
                  <a:pt x="2219" y="400680"/>
                </a:cubicBezTo>
                <a:cubicBezTo>
                  <a:pt x="4438" y="616426"/>
                  <a:pt x="180649" y="791174"/>
                  <a:pt x="396967" y="791174"/>
                </a:cubicBezTo>
                <a:lnTo>
                  <a:pt x="402802" y="791174"/>
                </a:lnTo>
                <a:cubicBezTo>
                  <a:pt x="599313" y="791174"/>
                  <a:pt x="786701" y="716822"/>
                  <a:pt x="936283" y="589396"/>
                </a:cubicBezTo>
                <a:cubicBezTo>
                  <a:pt x="937845" y="587999"/>
                  <a:pt x="939488" y="586603"/>
                  <a:pt x="941132" y="585288"/>
                </a:cubicBezTo>
                <a:cubicBezTo>
                  <a:pt x="1039183" y="504199"/>
                  <a:pt x="1185723" y="574197"/>
                  <a:pt x="1185723" y="701376"/>
                </a:cubicBezTo>
                <a:lnTo>
                  <a:pt x="1185723" y="889759"/>
                </a:lnTo>
              </a:path>
            </a:pathLst>
          </a:custGeom>
          <a:noFill/>
          <a:ln w="24660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73374" y="2567661"/>
            <a:ext cx="98621" cy="2155050"/>
          </a:xfrm>
          <a:custGeom>
            <a:avLst/>
            <a:gdLst/>
            <a:ahLst/>
            <a:cxnLst/>
            <a:rect l="0" t="0" r="0" b="0"/>
            <a:pathLst>
              <a:path w="98621" h="2155050">
                <a:moveTo>
                  <a:pt x="98621" y="0"/>
                </a:moveTo>
                <a:lnTo>
                  <a:pt x="0" y="0"/>
                </a:lnTo>
                <a:lnTo>
                  <a:pt x="0" y="2155050"/>
                </a:lnTo>
                <a:lnTo>
                  <a:pt x="98621" y="2155050"/>
                </a:lnTo>
                <a:lnTo>
                  <a:pt x="98621" y="0"/>
                </a:lnTo>
              </a:path>
            </a:pathLst>
          </a:custGeom>
          <a:solidFill>
            <a:srgbClr val="90A243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465154" y="2567661"/>
            <a:ext cx="115065" cy="2155051"/>
          </a:xfrm>
          <a:custGeom>
            <a:avLst/>
            <a:gdLst/>
            <a:ahLst/>
            <a:cxnLst/>
            <a:rect l="0" t="0" r="0" b="0"/>
            <a:pathLst>
              <a:path w="115065" h="2155051">
                <a:moveTo>
                  <a:pt x="8218" y="0"/>
                </a:moveTo>
                <a:lnTo>
                  <a:pt x="8218" y="2155051"/>
                </a:lnTo>
                <a:moveTo>
                  <a:pt x="8218" y="2155051"/>
                </a:moveTo>
                <a:lnTo>
                  <a:pt x="0" y="2155051"/>
                </a:lnTo>
                <a:moveTo>
                  <a:pt x="8218" y="2155051"/>
                </a:moveTo>
                <a:lnTo>
                  <a:pt x="106846" y="2155051"/>
                </a:lnTo>
                <a:moveTo>
                  <a:pt x="106846" y="2155051"/>
                </a:moveTo>
                <a:lnTo>
                  <a:pt x="106846" y="0"/>
                </a:lnTo>
                <a:moveTo>
                  <a:pt x="106846" y="2155051"/>
                </a:moveTo>
                <a:lnTo>
                  <a:pt x="115065" y="2155051"/>
                </a:lnTo>
              </a:path>
            </a:pathLst>
          </a:custGeom>
          <a:noFill/>
          <a:ln w="24660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89023" y="2466920"/>
            <a:ext cx="1284351" cy="1269520"/>
          </a:xfrm>
          <a:custGeom>
            <a:avLst/>
            <a:gdLst/>
            <a:ahLst/>
            <a:cxnLst/>
            <a:rect l="0" t="0" r="0" b="0"/>
            <a:pathLst>
              <a:path w="1284351" h="1269520">
                <a:moveTo>
                  <a:pt x="1284351" y="1269520"/>
                </a:moveTo>
                <a:lnTo>
                  <a:pt x="1185719" y="1269520"/>
                </a:lnTo>
                <a:lnTo>
                  <a:pt x="1185719" y="701373"/>
                </a:lnTo>
                <a:cubicBezTo>
                  <a:pt x="1185719" y="574195"/>
                  <a:pt x="1039187" y="504196"/>
                  <a:pt x="941136" y="585282"/>
                </a:cubicBezTo>
                <a:cubicBezTo>
                  <a:pt x="939488" y="586597"/>
                  <a:pt x="937850" y="587997"/>
                  <a:pt x="936288" y="589397"/>
                </a:cubicBezTo>
                <a:cubicBezTo>
                  <a:pt x="786698" y="716822"/>
                  <a:pt x="599312" y="791175"/>
                  <a:pt x="402802" y="791175"/>
                </a:cubicBezTo>
                <a:lnTo>
                  <a:pt x="396963" y="791175"/>
                </a:lnTo>
                <a:cubicBezTo>
                  <a:pt x="180651" y="791175"/>
                  <a:pt x="4438" y="616419"/>
                  <a:pt x="2219" y="400678"/>
                </a:cubicBezTo>
                <a:cubicBezTo>
                  <a:pt x="0" y="179508"/>
                  <a:pt x="185823" y="0"/>
                  <a:pt x="407079" y="2133"/>
                </a:cubicBezTo>
                <a:cubicBezTo>
                  <a:pt x="480383" y="2790"/>
                  <a:pt x="559450" y="11087"/>
                  <a:pt x="639089" y="23983"/>
                </a:cubicBezTo>
                <a:cubicBezTo>
                  <a:pt x="1012469" y="84286"/>
                  <a:pt x="1284351" y="405441"/>
                  <a:pt x="1284351" y="783526"/>
                </a:cubicBezTo>
                <a:lnTo>
                  <a:pt x="1284351" y="1269520"/>
                </a:lnTo>
                <a:moveTo>
                  <a:pt x="396963" y="692581"/>
                </a:moveTo>
                <a:cubicBezTo>
                  <a:pt x="560441" y="692581"/>
                  <a:pt x="693010" y="560060"/>
                  <a:pt x="693010" y="396649"/>
                </a:cubicBezTo>
                <a:cubicBezTo>
                  <a:pt x="693010" y="233238"/>
                  <a:pt x="560441" y="100641"/>
                  <a:pt x="396963" y="100641"/>
                </a:cubicBezTo>
                <a:cubicBezTo>
                  <a:pt x="233495" y="100641"/>
                  <a:pt x="100841" y="233162"/>
                  <a:pt x="100841" y="396649"/>
                </a:cubicBezTo>
                <a:cubicBezTo>
                  <a:pt x="100841" y="560146"/>
                  <a:pt x="233410" y="692581"/>
                  <a:pt x="396963" y="692581"/>
                </a:cubicBezTo>
              </a:path>
            </a:pathLst>
          </a:custGeom>
          <a:solidFill>
            <a:srgbClr val="32928C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89024" y="2466917"/>
            <a:ext cx="1284348" cy="1269527"/>
          </a:xfrm>
          <a:custGeom>
            <a:avLst/>
            <a:gdLst/>
            <a:ahLst/>
            <a:cxnLst/>
            <a:rect l="0" t="0" r="0" b="0"/>
            <a:pathLst>
              <a:path w="1284348" h="1269527">
                <a:moveTo>
                  <a:pt x="1185721" y="889759"/>
                </a:moveTo>
                <a:lnTo>
                  <a:pt x="1185721" y="1269527"/>
                </a:lnTo>
                <a:moveTo>
                  <a:pt x="1284348" y="1269527"/>
                </a:moveTo>
                <a:lnTo>
                  <a:pt x="1284348" y="889759"/>
                </a:lnTo>
                <a:moveTo>
                  <a:pt x="396967" y="692585"/>
                </a:moveTo>
                <a:cubicBezTo>
                  <a:pt x="233413" y="692585"/>
                  <a:pt x="100844" y="560148"/>
                  <a:pt x="100844" y="396655"/>
                </a:cubicBezTo>
                <a:cubicBezTo>
                  <a:pt x="100844" y="233162"/>
                  <a:pt x="233495" y="100642"/>
                  <a:pt x="396967" y="100642"/>
                </a:cubicBezTo>
                <a:cubicBezTo>
                  <a:pt x="560438" y="100642"/>
                  <a:pt x="693007" y="233244"/>
                  <a:pt x="693007" y="396655"/>
                </a:cubicBezTo>
                <a:cubicBezTo>
                  <a:pt x="693007" y="560065"/>
                  <a:pt x="560438" y="692585"/>
                  <a:pt x="396967" y="692585"/>
                </a:cubicBezTo>
                <a:close/>
                <a:moveTo>
                  <a:pt x="1284348" y="889759"/>
                </a:moveTo>
                <a:lnTo>
                  <a:pt x="1284348" y="783533"/>
                </a:lnTo>
                <a:cubicBezTo>
                  <a:pt x="1284348" y="405446"/>
                  <a:pt x="1012471" y="84293"/>
                  <a:pt x="639092" y="23990"/>
                </a:cubicBezTo>
                <a:cubicBezTo>
                  <a:pt x="559451" y="11091"/>
                  <a:pt x="480387" y="2793"/>
                  <a:pt x="407075" y="2136"/>
                </a:cubicBezTo>
                <a:cubicBezTo>
                  <a:pt x="185827" y="0"/>
                  <a:pt x="0" y="179513"/>
                  <a:pt x="2219" y="400680"/>
                </a:cubicBezTo>
                <a:cubicBezTo>
                  <a:pt x="4438" y="616426"/>
                  <a:pt x="180649" y="791174"/>
                  <a:pt x="396967" y="791174"/>
                </a:cubicBezTo>
                <a:lnTo>
                  <a:pt x="402802" y="791174"/>
                </a:lnTo>
                <a:cubicBezTo>
                  <a:pt x="599313" y="791174"/>
                  <a:pt x="786701" y="716822"/>
                  <a:pt x="936283" y="589396"/>
                </a:cubicBezTo>
                <a:cubicBezTo>
                  <a:pt x="937845" y="587999"/>
                  <a:pt x="939488" y="586603"/>
                  <a:pt x="941132" y="585288"/>
                </a:cubicBezTo>
                <a:cubicBezTo>
                  <a:pt x="1039182" y="504199"/>
                  <a:pt x="1185723" y="574197"/>
                  <a:pt x="1185723" y="701376"/>
                </a:cubicBezTo>
                <a:lnTo>
                  <a:pt x="1185723" y="889759"/>
                </a:lnTo>
              </a:path>
            </a:pathLst>
          </a:custGeom>
          <a:noFill/>
          <a:ln w="24660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74745" y="3553927"/>
            <a:ext cx="98621" cy="1168784"/>
          </a:xfrm>
          <a:custGeom>
            <a:avLst/>
            <a:gdLst/>
            <a:ahLst/>
            <a:cxnLst/>
            <a:rect l="0" t="0" r="0" b="0"/>
            <a:pathLst>
              <a:path w="98621" h="1168784">
                <a:moveTo>
                  <a:pt x="98621" y="0"/>
                </a:moveTo>
                <a:lnTo>
                  <a:pt x="0" y="0"/>
                </a:lnTo>
                <a:lnTo>
                  <a:pt x="0" y="1168784"/>
                </a:lnTo>
                <a:lnTo>
                  <a:pt x="98621" y="1168784"/>
                </a:lnTo>
                <a:lnTo>
                  <a:pt x="98621" y="0"/>
                </a:lnTo>
              </a:path>
            </a:pathLst>
          </a:custGeom>
          <a:solidFill>
            <a:srgbClr val="32928C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74745" y="3553927"/>
            <a:ext cx="98626" cy="1168783"/>
          </a:xfrm>
          <a:custGeom>
            <a:avLst/>
            <a:gdLst/>
            <a:ahLst/>
            <a:cxnLst/>
            <a:rect l="0" t="0" r="0" b="0"/>
            <a:pathLst>
              <a:path w="98626" h="1168783">
                <a:moveTo>
                  <a:pt x="0" y="0"/>
                </a:moveTo>
                <a:lnTo>
                  <a:pt x="0" y="1168783"/>
                </a:lnTo>
                <a:lnTo>
                  <a:pt x="98626" y="1168783"/>
                </a:lnTo>
                <a:lnTo>
                  <a:pt x="98626" y="0"/>
                </a:lnTo>
              </a:path>
            </a:pathLst>
          </a:custGeom>
          <a:noFill/>
          <a:ln w="24660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1" y="1298136"/>
            <a:ext cx="1284351" cy="1269520"/>
          </a:xfrm>
          <a:custGeom>
            <a:avLst/>
            <a:gdLst/>
            <a:ahLst/>
            <a:cxnLst/>
            <a:rect l="0" t="0" r="0" b="0"/>
            <a:pathLst>
              <a:path w="1284351" h="1269520">
                <a:moveTo>
                  <a:pt x="0" y="1269520"/>
                </a:moveTo>
                <a:lnTo>
                  <a:pt x="98631" y="1269520"/>
                </a:lnTo>
                <a:lnTo>
                  <a:pt x="98631" y="701373"/>
                </a:lnTo>
                <a:cubicBezTo>
                  <a:pt x="98621" y="574195"/>
                  <a:pt x="245163" y="504196"/>
                  <a:pt x="343214" y="585282"/>
                </a:cubicBezTo>
                <a:cubicBezTo>
                  <a:pt x="344862" y="586597"/>
                  <a:pt x="346500" y="587997"/>
                  <a:pt x="348062" y="589397"/>
                </a:cubicBezTo>
                <a:cubicBezTo>
                  <a:pt x="497643" y="716822"/>
                  <a:pt x="685037" y="791175"/>
                  <a:pt x="881548" y="791175"/>
                </a:cubicBezTo>
                <a:lnTo>
                  <a:pt x="887377" y="791175"/>
                </a:lnTo>
                <a:cubicBezTo>
                  <a:pt x="1103699" y="791175"/>
                  <a:pt x="1279912" y="616419"/>
                  <a:pt x="1282131" y="400678"/>
                </a:cubicBezTo>
                <a:cubicBezTo>
                  <a:pt x="1284351" y="179508"/>
                  <a:pt x="1098518" y="0"/>
                  <a:pt x="877271" y="2133"/>
                </a:cubicBezTo>
                <a:cubicBezTo>
                  <a:pt x="803957" y="2790"/>
                  <a:pt x="724900" y="11087"/>
                  <a:pt x="645252" y="23983"/>
                </a:cubicBezTo>
                <a:cubicBezTo>
                  <a:pt x="271881" y="84286"/>
                  <a:pt x="0" y="405441"/>
                  <a:pt x="0" y="783526"/>
                </a:cubicBezTo>
                <a:lnTo>
                  <a:pt x="0" y="1269520"/>
                </a:lnTo>
                <a:moveTo>
                  <a:pt x="887377" y="692581"/>
                </a:moveTo>
                <a:cubicBezTo>
                  <a:pt x="723909" y="692581"/>
                  <a:pt x="591340" y="560060"/>
                  <a:pt x="591340" y="396649"/>
                </a:cubicBezTo>
                <a:cubicBezTo>
                  <a:pt x="591340" y="233238"/>
                  <a:pt x="723909" y="100641"/>
                  <a:pt x="887377" y="100641"/>
                </a:cubicBezTo>
                <a:cubicBezTo>
                  <a:pt x="1050855" y="100641"/>
                  <a:pt x="1183500" y="233162"/>
                  <a:pt x="1183500" y="396649"/>
                </a:cubicBezTo>
                <a:cubicBezTo>
                  <a:pt x="1183500" y="560146"/>
                  <a:pt x="1050931" y="692581"/>
                  <a:pt x="887377" y="692581"/>
                </a:cubicBezTo>
              </a:path>
            </a:pathLst>
          </a:custGeom>
          <a:solidFill>
            <a:srgbClr val="C8A21E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1" y="1298133"/>
            <a:ext cx="1284348" cy="1269527"/>
          </a:xfrm>
          <a:custGeom>
            <a:avLst/>
            <a:gdLst/>
            <a:ahLst/>
            <a:cxnLst/>
            <a:rect l="0" t="0" r="0" b="0"/>
            <a:pathLst>
              <a:path w="1284348" h="1269527">
                <a:moveTo>
                  <a:pt x="98626" y="889759"/>
                </a:moveTo>
                <a:lnTo>
                  <a:pt x="98626" y="1269527"/>
                </a:lnTo>
                <a:moveTo>
                  <a:pt x="0" y="1269527"/>
                </a:moveTo>
                <a:lnTo>
                  <a:pt x="0" y="889759"/>
                </a:lnTo>
                <a:moveTo>
                  <a:pt x="887381" y="692585"/>
                </a:moveTo>
                <a:cubicBezTo>
                  <a:pt x="1050935" y="692585"/>
                  <a:pt x="1183504" y="560148"/>
                  <a:pt x="1183504" y="396655"/>
                </a:cubicBezTo>
                <a:cubicBezTo>
                  <a:pt x="1183504" y="233162"/>
                  <a:pt x="1050853" y="100642"/>
                  <a:pt x="887381" y="100642"/>
                </a:cubicBezTo>
                <a:cubicBezTo>
                  <a:pt x="723909" y="100642"/>
                  <a:pt x="591341" y="233244"/>
                  <a:pt x="591341" y="396655"/>
                </a:cubicBezTo>
                <a:cubicBezTo>
                  <a:pt x="591341" y="560065"/>
                  <a:pt x="723909" y="692585"/>
                  <a:pt x="887381" y="692585"/>
                </a:cubicBezTo>
                <a:close/>
                <a:moveTo>
                  <a:pt x="0" y="889759"/>
                </a:moveTo>
                <a:lnTo>
                  <a:pt x="0" y="783533"/>
                </a:lnTo>
                <a:cubicBezTo>
                  <a:pt x="0" y="405446"/>
                  <a:pt x="271877" y="84293"/>
                  <a:pt x="645256" y="23990"/>
                </a:cubicBezTo>
                <a:cubicBezTo>
                  <a:pt x="724896" y="11091"/>
                  <a:pt x="803961" y="2793"/>
                  <a:pt x="877272" y="2136"/>
                </a:cubicBezTo>
                <a:cubicBezTo>
                  <a:pt x="1098521" y="0"/>
                  <a:pt x="1284348" y="179513"/>
                  <a:pt x="1282129" y="400680"/>
                </a:cubicBezTo>
                <a:cubicBezTo>
                  <a:pt x="1279910" y="616426"/>
                  <a:pt x="1103699" y="791174"/>
                  <a:pt x="887381" y="791174"/>
                </a:cubicBezTo>
                <a:lnTo>
                  <a:pt x="881546" y="791174"/>
                </a:lnTo>
                <a:cubicBezTo>
                  <a:pt x="685035" y="791174"/>
                  <a:pt x="497647" y="716822"/>
                  <a:pt x="348065" y="589396"/>
                </a:cubicBezTo>
                <a:cubicBezTo>
                  <a:pt x="346503" y="587999"/>
                  <a:pt x="344860" y="586603"/>
                  <a:pt x="343216" y="585288"/>
                </a:cubicBezTo>
                <a:cubicBezTo>
                  <a:pt x="245165" y="504199"/>
                  <a:pt x="98625" y="574197"/>
                  <a:pt x="98625" y="701376"/>
                </a:cubicBezTo>
                <a:lnTo>
                  <a:pt x="98625" y="889759"/>
                </a:lnTo>
              </a:path>
            </a:pathLst>
          </a:custGeom>
          <a:noFill/>
          <a:ln w="24660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2" y="2567661"/>
            <a:ext cx="98621" cy="2155050"/>
          </a:xfrm>
          <a:custGeom>
            <a:avLst/>
            <a:gdLst/>
            <a:ahLst/>
            <a:cxnLst/>
            <a:rect l="0" t="0" r="0" b="0"/>
            <a:pathLst>
              <a:path w="98621" h="2155050">
                <a:moveTo>
                  <a:pt x="0" y="0"/>
                </a:moveTo>
                <a:lnTo>
                  <a:pt x="98621" y="0"/>
                </a:lnTo>
                <a:lnTo>
                  <a:pt x="98621" y="2155050"/>
                </a:lnTo>
                <a:lnTo>
                  <a:pt x="0" y="2155050"/>
                </a:lnTo>
                <a:lnTo>
                  <a:pt x="0" y="0"/>
                </a:lnTo>
              </a:path>
            </a:pathLst>
          </a:custGeom>
          <a:solidFill>
            <a:srgbClr val="C8A21E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63782" y="2567661"/>
            <a:ext cx="115064" cy="2155052"/>
          </a:xfrm>
          <a:custGeom>
            <a:avLst/>
            <a:gdLst/>
            <a:ahLst/>
            <a:cxnLst/>
            <a:rect l="0" t="0" r="0" b="0"/>
            <a:pathLst>
              <a:path w="115064" h="2155052">
                <a:moveTo>
                  <a:pt x="106845" y="0"/>
                </a:moveTo>
                <a:lnTo>
                  <a:pt x="106845" y="2155052"/>
                </a:lnTo>
                <a:moveTo>
                  <a:pt x="106845" y="2155052"/>
                </a:moveTo>
                <a:lnTo>
                  <a:pt x="115064" y="2155052"/>
                </a:lnTo>
                <a:moveTo>
                  <a:pt x="106845" y="2155052"/>
                </a:moveTo>
                <a:lnTo>
                  <a:pt x="8218" y="2155052"/>
                </a:lnTo>
                <a:moveTo>
                  <a:pt x="8218" y="2155052"/>
                </a:moveTo>
                <a:lnTo>
                  <a:pt x="8218" y="0"/>
                </a:lnTo>
                <a:moveTo>
                  <a:pt x="8218" y="2155052"/>
                </a:moveTo>
                <a:lnTo>
                  <a:pt x="0" y="2155052"/>
                </a:lnTo>
              </a:path>
            </a:pathLst>
          </a:custGeom>
          <a:noFill/>
          <a:ln w="24660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670628" y="2466920"/>
            <a:ext cx="1284351" cy="1269520"/>
          </a:xfrm>
          <a:custGeom>
            <a:avLst/>
            <a:gdLst/>
            <a:ahLst/>
            <a:cxnLst/>
            <a:rect l="0" t="0" r="0" b="0"/>
            <a:pathLst>
              <a:path w="1284351" h="1269520">
                <a:moveTo>
                  <a:pt x="0" y="1269520"/>
                </a:moveTo>
                <a:lnTo>
                  <a:pt x="98631" y="1269520"/>
                </a:lnTo>
                <a:lnTo>
                  <a:pt x="98631" y="701373"/>
                </a:lnTo>
                <a:cubicBezTo>
                  <a:pt x="98621" y="574195"/>
                  <a:pt x="245163" y="504196"/>
                  <a:pt x="343214" y="585282"/>
                </a:cubicBezTo>
                <a:cubicBezTo>
                  <a:pt x="344862" y="586597"/>
                  <a:pt x="346500" y="587997"/>
                  <a:pt x="348062" y="589397"/>
                </a:cubicBezTo>
                <a:cubicBezTo>
                  <a:pt x="497643" y="716822"/>
                  <a:pt x="685037" y="791175"/>
                  <a:pt x="881548" y="791175"/>
                </a:cubicBezTo>
                <a:lnTo>
                  <a:pt x="887377" y="791175"/>
                </a:lnTo>
                <a:cubicBezTo>
                  <a:pt x="1103699" y="791175"/>
                  <a:pt x="1279912" y="616419"/>
                  <a:pt x="1282131" y="400678"/>
                </a:cubicBezTo>
                <a:cubicBezTo>
                  <a:pt x="1284351" y="179508"/>
                  <a:pt x="1098518" y="0"/>
                  <a:pt x="877271" y="2133"/>
                </a:cubicBezTo>
                <a:cubicBezTo>
                  <a:pt x="803957" y="2790"/>
                  <a:pt x="724900" y="11087"/>
                  <a:pt x="645252" y="23983"/>
                </a:cubicBezTo>
                <a:cubicBezTo>
                  <a:pt x="271881" y="84286"/>
                  <a:pt x="0" y="405441"/>
                  <a:pt x="0" y="783526"/>
                </a:cubicBezTo>
                <a:lnTo>
                  <a:pt x="0" y="1269520"/>
                </a:lnTo>
                <a:moveTo>
                  <a:pt x="887377" y="692581"/>
                </a:moveTo>
                <a:cubicBezTo>
                  <a:pt x="723909" y="692581"/>
                  <a:pt x="591340" y="560060"/>
                  <a:pt x="591340" y="396649"/>
                </a:cubicBezTo>
                <a:cubicBezTo>
                  <a:pt x="591340" y="233238"/>
                  <a:pt x="723909" y="100641"/>
                  <a:pt x="887377" y="100641"/>
                </a:cubicBezTo>
                <a:cubicBezTo>
                  <a:pt x="1050855" y="100641"/>
                  <a:pt x="1183500" y="233162"/>
                  <a:pt x="1183500" y="396649"/>
                </a:cubicBezTo>
                <a:cubicBezTo>
                  <a:pt x="1183500" y="560146"/>
                  <a:pt x="1050931" y="692581"/>
                  <a:pt x="887377" y="692581"/>
                </a:cubicBezTo>
              </a:path>
            </a:pathLst>
          </a:custGeom>
          <a:solidFill>
            <a:srgbClr val="569C6E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670628" y="2466917"/>
            <a:ext cx="1284348" cy="1269527"/>
          </a:xfrm>
          <a:custGeom>
            <a:avLst/>
            <a:gdLst/>
            <a:ahLst/>
            <a:cxnLst/>
            <a:rect l="0" t="0" r="0" b="0"/>
            <a:pathLst>
              <a:path w="1284348" h="1269527">
                <a:moveTo>
                  <a:pt x="98626" y="889759"/>
                </a:moveTo>
                <a:lnTo>
                  <a:pt x="98626" y="1269527"/>
                </a:lnTo>
                <a:moveTo>
                  <a:pt x="0" y="1269527"/>
                </a:moveTo>
                <a:lnTo>
                  <a:pt x="0" y="889759"/>
                </a:lnTo>
                <a:moveTo>
                  <a:pt x="887381" y="692585"/>
                </a:moveTo>
                <a:cubicBezTo>
                  <a:pt x="1050935" y="692585"/>
                  <a:pt x="1183504" y="560148"/>
                  <a:pt x="1183504" y="396655"/>
                </a:cubicBezTo>
                <a:cubicBezTo>
                  <a:pt x="1183504" y="233162"/>
                  <a:pt x="1050853" y="100642"/>
                  <a:pt x="887381" y="100642"/>
                </a:cubicBezTo>
                <a:cubicBezTo>
                  <a:pt x="723909" y="100642"/>
                  <a:pt x="591341" y="233244"/>
                  <a:pt x="591341" y="396655"/>
                </a:cubicBezTo>
                <a:cubicBezTo>
                  <a:pt x="591341" y="560065"/>
                  <a:pt x="723909" y="692585"/>
                  <a:pt x="887381" y="692585"/>
                </a:cubicBezTo>
                <a:close/>
                <a:moveTo>
                  <a:pt x="0" y="889759"/>
                </a:moveTo>
                <a:lnTo>
                  <a:pt x="0" y="783533"/>
                </a:lnTo>
                <a:cubicBezTo>
                  <a:pt x="0" y="405446"/>
                  <a:pt x="271877" y="84293"/>
                  <a:pt x="645256" y="23990"/>
                </a:cubicBezTo>
                <a:cubicBezTo>
                  <a:pt x="724896" y="11091"/>
                  <a:pt x="803961" y="2793"/>
                  <a:pt x="877272" y="2136"/>
                </a:cubicBezTo>
                <a:cubicBezTo>
                  <a:pt x="1098521" y="0"/>
                  <a:pt x="1284348" y="179513"/>
                  <a:pt x="1282129" y="400680"/>
                </a:cubicBezTo>
                <a:cubicBezTo>
                  <a:pt x="1279910" y="616426"/>
                  <a:pt x="1103699" y="791174"/>
                  <a:pt x="887381" y="791174"/>
                </a:cubicBezTo>
                <a:lnTo>
                  <a:pt x="881546" y="791174"/>
                </a:lnTo>
                <a:cubicBezTo>
                  <a:pt x="685035" y="791174"/>
                  <a:pt x="497647" y="716822"/>
                  <a:pt x="348065" y="589396"/>
                </a:cubicBezTo>
                <a:cubicBezTo>
                  <a:pt x="346503" y="587999"/>
                  <a:pt x="344860" y="586603"/>
                  <a:pt x="343216" y="585288"/>
                </a:cubicBezTo>
                <a:cubicBezTo>
                  <a:pt x="245165" y="504199"/>
                  <a:pt x="98625" y="574197"/>
                  <a:pt x="98625" y="701376"/>
                </a:cubicBezTo>
                <a:lnTo>
                  <a:pt x="98625" y="889759"/>
                </a:lnTo>
              </a:path>
            </a:pathLst>
          </a:custGeom>
          <a:noFill/>
          <a:ln w="24660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670627" y="3553927"/>
            <a:ext cx="98621" cy="1168784"/>
          </a:xfrm>
          <a:custGeom>
            <a:avLst/>
            <a:gdLst/>
            <a:ahLst/>
            <a:cxnLst/>
            <a:rect l="0" t="0" r="0" b="0"/>
            <a:pathLst>
              <a:path w="98621" h="1168784">
                <a:moveTo>
                  <a:pt x="0" y="0"/>
                </a:moveTo>
                <a:lnTo>
                  <a:pt x="98621" y="0"/>
                </a:lnTo>
                <a:lnTo>
                  <a:pt x="98621" y="1168784"/>
                </a:lnTo>
                <a:lnTo>
                  <a:pt x="0" y="1168784"/>
                </a:lnTo>
                <a:lnTo>
                  <a:pt x="0" y="0"/>
                </a:lnTo>
              </a:path>
            </a:pathLst>
          </a:custGeom>
          <a:solidFill>
            <a:srgbClr val="569C6E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670627" y="3553927"/>
            <a:ext cx="98626" cy="1168783"/>
          </a:xfrm>
          <a:custGeom>
            <a:avLst/>
            <a:gdLst/>
            <a:ahLst/>
            <a:cxnLst/>
            <a:rect l="0" t="0" r="0" b="0"/>
            <a:pathLst>
              <a:path w="98626" h="1168783">
                <a:moveTo>
                  <a:pt x="98626" y="0"/>
                </a:moveTo>
                <a:lnTo>
                  <a:pt x="98626" y="1168783"/>
                </a:lnTo>
                <a:lnTo>
                  <a:pt x="0" y="1168783"/>
                </a:lnTo>
                <a:lnTo>
                  <a:pt x="0" y="0"/>
                </a:lnTo>
              </a:path>
            </a:pathLst>
          </a:custGeom>
          <a:noFill/>
          <a:ln w="24660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87104" y="1495522"/>
            <a:ext cx="396487" cy="396582"/>
          </a:xfrm>
          <a:custGeom>
            <a:avLst/>
            <a:gdLst/>
            <a:ahLst/>
            <a:cxnLst/>
            <a:rect l="0" t="0" r="0" b="0"/>
            <a:pathLst>
              <a:path w="396487" h="396582">
                <a:moveTo>
                  <a:pt x="8058" y="298846"/>
                </a:moveTo>
                <a:lnTo>
                  <a:pt x="37642" y="298846"/>
                </a:lnTo>
                <a:cubicBezTo>
                  <a:pt x="39728" y="298923"/>
                  <a:pt x="41424" y="300551"/>
                  <a:pt x="41586" y="302628"/>
                </a:cubicBezTo>
                <a:lnTo>
                  <a:pt x="49310" y="389096"/>
                </a:lnTo>
                <a:cubicBezTo>
                  <a:pt x="49730" y="393249"/>
                  <a:pt x="53197" y="396430"/>
                  <a:pt x="57369" y="396487"/>
                </a:cubicBezTo>
                <a:lnTo>
                  <a:pt x="123120" y="396487"/>
                </a:lnTo>
                <a:cubicBezTo>
                  <a:pt x="127330" y="396440"/>
                  <a:pt x="130844" y="393268"/>
                  <a:pt x="131340" y="389096"/>
                </a:cubicBezTo>
                <a:lnTo>
                  <a:pt x="138407" y="302628"/>
                </a:lnTo>
                <a:cubicBezTo>
                  <a:pt x="138579" y="300485"/>
                  <a:pt x="140369" y="298837"/>
                  <a:pt x="142513" y="298846"/>
                </a:cubicBezTo>
                <a:lnTo>
                  <a:pt x="171935" y="298846"/>
                </a:lnTo>
                <a:cubicBezTo>
                  <a:pt x="176412" y="298846"/>
                  <a:pt x="180070" y="295265"/>
                  <a:pt x="180155" y="290798"/>
                </a:cubicBezTo>
                <a:lnTo>
                  <a:pt x="180155" y="233753"/>
                </a:lnTo>
                <a:cubicBezTo>
                  <a:pt x="180155" y="184003"/>
                  <a:pt x="139827" y="143684"/>
                  <a:pt x="90077" y="143684"/>
                </a:cubicBezTo>
                <a:cubicBezTo>
                  <a:pt x="40328" y="143684"/>
                  <a:pt x="9" y="184003"/>
                  <a:pt x="0" y="233753"/>
                </a:cubicBezTo>
                <a:lnTo>
                  <a:pt x="0" y="290798"/>
                </a:lnTo>
                <a:cubicBezTo>
                  <a:pt x="0" y="295246"/>
                  <a:pt x="3609" y="298846"/>
                  <a:pt x="8058" y="298846"/>
                </a:cubicBezTo>
                <a:moveTo>
                  <a:pt x="20383" y="71180"/>
                </a:moveTo>
                <a:cubicBezTo>
                  <a:pt x="20383" y="109423"/>
                  <a:pt x="51396" y="140417"/>
                  <a:pt x="89639" y="140388"/>
                </a:cubicBezTo>
                <a:cubicBezTo>
                  <a:pt x="127882" y="140360"/>
                  <a:pt x="158848" y="109318"/>
                  <a:pt x="158791" y="71075"/>
                </a:cubicBezTo>
                <a:cubicBezTo>
                  <a:pt x="158724" y="32832"/>
                  <a:pt x="127663" y="1885"/>
                  <a:pt x="89420" y="1981"/>
                </a:cubicBezTo>
                <a:cubicBezTo>
                  <a:pt x="71085" y="1981"/>
                  <a:pt x="53501" y="9277"/>
                  <a:pt x="40547" y="22259"/>
                </a:cubicBezTo>
                <a:cubicBezTo>
                  <a:pt x="27593" y="35242"/>
                  <a:pt x="20335" y="52844"/>
                  <a:pt x="20383" y="71180"/>
                </a:cubicBezTo>
                <a:moveTo>
                  <a:pt x="89420" y="107680"/>
                </a:moveTo>
                <a:cubicBezTo>
                  <a:pt x="69303" y="107584"/>
                  <a:pt x="53016" y="91297"/>
                  <a:pt x="52930" y="71180"/>
                </a:cubicBezTo>
                <a:cubicBezTo>
                  <a:pt x="52892" y="66684"/>
                  <a:pt x="53730" y="62217"/>
                  <a:pt x="55397" y="58035"/>
                </a:cubicBezTo>
                <a:cubicBezTo>
                  <a:pt x="55864" y="56959"/>
                  <a:pt x="56759" y="56130"/>
                  <a:pt x="57864" y="55730"/>
                </a:cubicBezTo>
                <a:cubicBezTo>
                  <a:pt x="58940" y="55149"/>
                  <a:pt x="60236" y="55149"/>
                  <a:pt x="61312" y="55730"/>
                </a:cubicBezTo>
                <a:cubicBezTo>
                  <a:pt x="75161" y="64236"/>
                  <a:pt x="91087" y="68732"/>
                  <a:pt x="107337" y="68722"/>
                </a:cubicBezTo>
                <a:cubicBezTo>
                  <a:pt x="112290" y="68808"/>
                  <a:pt x="117243" y="68484"/>
                  <a:pt x="122129" y="67732"/>
                </a:cubicBezTo>
                <a:cubicBezTo>
                  <a:pt x="123024" y="67341"/>
                  <a:pt x="124034" y="67341"/>
                  <a:pt x="124929" y="67732"/>
                </a:cubicBezTo>
                <a:cubicBezTo>
                  <a:pt x="125625" y="68437"/>
                  <a:pt x="126034" y="69370"/>
                  <a:pt x="126082" y="70361"/>
                </a:cubicBezTo>
                <a:cubicBezTo>
                  <a:pt x="126253" y="80200"/>
                  <a:pt x="122472" y="89687"/>
                  <a:pt x="115576" y="96707"/>
                </a:cubicBezTo>
                <a:cubicBezTo>
                  <a:pt x="108680" y="103727"/>
                  <a:pt x="99260" y="107680"/>
                  <a:pt x="89420" y="107680"/>
                </a:cubicBezTo>
                <a:moveTo>
                  <a:pt x="254784" y="211559"/>
                </a:moveTo>
                <a:cubicBezTo>
                  <a:pt x="261594" y="211559"/>
                  <a:pt x="267119" y="206044"/>
                  <a:pt x="267119" y="199234"/>
                </a:cubicBezTo>
                <a:cubicBezTo>
                  <a:pt x="267119" y="192424"/>
                  <a:pt x="261594" y="186909"/>
                  <a:pt x="254784" y="186909"/>
                </a:cubicBezTo>
                <a:lnTo>
                  <a:pt x="226018" y="186909"/>
                </a:lnTo>
                <a:lnTo>
                  <a:pt x="226018" y="92392"/>
                </a:lnTo>
                <a:cubicBezTo>
                  <a:pt x="226018" y="81038"/>
                  <a:pt x="235219" y="71837"/>
                  <a:pt x="246564" y="71837"/>
                </a:cubicBezTo>
                <a:lnTo>
                  <a:pt x="254784" y="71837"/>
                </a:lnTo>
                <a:cubicBezTo>
                  <a:pt x="261594" y="71837"/>
                  <a:pt x="267119" y="66322"/>
                  <a:pt x="267119" y="59512"/>
                </a:cubicBezTo>
                <a:cubicBezTo>
                  <a:pt x="267119" y="52701"/>
                  <a:pt x="261594" y="47186"/>
                  <a:pt x="254784" y="47186"/>
                </a:cubicBezTo>
                <a:lnTo>
                  <a:pt x="246564" y="47186"/>
                </a:lnTo>
                <a:cubicBezTo>
                  <a:pt x="221599" y="47186"/>
                  <a:pt x="201358" y="67427"/>
                  <a:pt x="201358" y="92392"/>
                </a:cubicBezTo>
                <a:lnTo>
                  <a:pt x="201358" y="306076"/>
                </a:lnTo>
                <a:cubicBezTo>
                  <a:pt x="201358" y="331050"/>
                  <a:pt x="221599" y="351281"/>
                  <a:pt x="246564" y="351281"/>
                </a:cubicBezTo>
                <a:lnTo>
                  <a:pt x="254784" y="351281"/>
                </a:lnTo>
                <a:cubicBezTo>
                  <a:pt x="261594" y="351281"/>
                  <a:pt x="267119" y="345767"/>
                  <a:pt x="267119" y="338956"/>
                </a:cubicBezTo>
                <a:cubicBezTo>
                  <a:pt x="267119" y="332146"/>
                  <a:pt x="261594" y="326631"/>
                  <a:pt x="254784" y="326631"/>
                </a:cubicBezTo>
                <a:lnTo>
                  <a:pt x="246564" y="326631"/>
                </a:lnTo>
                <a:cubicBezTo>
                  <a:pt x="235219" y="326631"/>
                  <a:pt x="226018" y="317430"/>
                  <a:pt x="226018" y="306076"/>
                </a:cubicBezTo>
                <a:lnTo>
                  <a:pt x="226018" y="211559"/>
                </a:lnTo>
                <a:lnTo>
                  <a:pt x="254784" y="211559"/>
                </a:lnTo>
                <a:moveTo>
                  <a:pt x="322506" y="79400"/>
                </a:moveTo>
                <a:cubicBezTo>
                  <a:pt x="318115" y="79381"/>
                  <a:pt x="313915" y="77609"/>
                  <a:pt x="310838" y="74475"/>
                </a:cubicBezTo>
                <a:lnTo>
                  <a:pt x="288645" y="52282"/>
                </a:lnTo>
                <a:cubicBezTo>
                  <a:pt x="282244" y="45748"/>
                  <a:pt x="282359" y="35261"/>
                  <a:pt x="288893" y="28860"/>
                </a:cubicBezTo>
                <a:cubicBezTo>
                  <a:pt x="295427" y="22459"/>
                  <a:pt x="305914" y="22564"/>
                  <a:pt x="312315" y="29098"/>
                </a:cubicBezTo>
                <a:lnTo>
                  <a:pt x="324154" y="40938"/>
                </a:lnTo>
                <a:lnTo>
                  <a:pt x="367874" y="5600"/>
                </a:lnTo>
                <a:cubicBezTo>
                  <a:pt x="374970" y="0"/>
                  <a:pt x="385248" y="1181"/>
                  <a:pt x="390886" y="8229"/>
                </a:cubicBezTo>
                <a:cubicBezTo>
                  <a:pt x="396487" y="15316"/>
                  <a:pt x="395316" y="25593"/>
                  <a:pt x="388258" y="31242"/>
                </a:cubicBezTo>
                <a:lnTo>
                  <a:pt x="332698" y="75790"/>
                </a:lnTo>
                <a:cubicBezTo>
                  <a:pt x="329812" y="78104"/>
                  <a:pt x="326221" y="79381"/>
                  <a:pt x="322506" y="79400"/>
                </a:cubicBezTo>
                <a:moveTo>
                  <a:pt x="322506" y="237867"/>
                </a:moveTo>
                <a:cubicBezTo>
                  <a:pt x="318144" y="237886"/>
                  <a:pt x="313943" y="236172"/>
                  <a:pt x="310838" y="233095"/>
                </a:cubicBezTo>
                <a:lnTo>
                  <a:pt x="288645" y="210902"/>
                </a:lnTo>
                <a:cubicBezTo>
                  <a:pt x="285540" y="207816"/>
                  <a:pt x="283787" y="203615"/>
                  <a:pt x="283787" y="199234"/>
                </a:cubicBezTo>
                <a:cubicBezTo>
                  <a:pt x="283787" y="194852"/>
                  <a:pt x="285540" y="190652"/>
                  <a:pt x="288645" y="187566"/>
                </a:cubicBezTo>
                <a:cubicBezTo>
                  <a:pt x="295055" y="181194"/>
                  <a:pt x="305409" y="181194"/>
                  <a:pt x="311829" y="187566"/>
                </a:cubicBezTo>
                <a:lnTo>
                  <a:pt x="323659" y="199396"/>
                </a:lnTo>
                <a:lnTo>
                  <a:pt x="367874" y="164220"/>
                </a:lnTo>
                <a:cubicBezTo>
                  <a:pt x="372389" y="159962"/>
                  <a:pt x="378923" y="158610"/>
                  <a:pt x="384752" y="160715"/>
                </a:cubicBezTo>
                <a:cubicBezTo>
                  <a:pt x="390591" y="162829"/>
                  <a:pt x="394744" y="168049"/>
                  <a:pt x="395477" y="174212"/>
                </a:cubicBezTo>
                <a:cubicBezTo>
                  <a:pt x="396220" y="180374"/>
                  <a:pt x="393430" y="186432"/>
                  <a:pt x="388258" y="189861"/>
                </a:cubicBezTo>
                <a:lnTo>
                  <a:pt x="332698" y="234248"/>
                </a:lnTo>
                <a:cubicBezTo>
                  <a:pt x="329812" y="236572"/>
                  <a:pt x="326221" y="237839"/>
                  <a:pt x="322506" y="237867"/>
                </a:cubicBezTo>
                <a:moveTo>
                  <a:pt x="364264" y="343061"/>
                </a:moveTo>
                <a:lnTo>
                  <a:pt x="389743" y="317753"/>
                </a:lnTo>
                <a:cubicBezTo>
                  <a:pt x="396182" y="311305"/>
                  <a:pt x="396182" y="300856"/>
                  <a:pt x="389743" y="294408"/>
                </a:cubicBezTo>
                <a:cubicBezTo>
                  <a:pt x="383295" y="287959"/>
                  <a:pt x="372846" y="287959"/>
                  <a:pt x="366398" y="294408"/>
                </a:cubicBezTo>
                <a:lnTo>
                  <a:pt x="341080" y="319887"/>
                </a:lnTo>
                <a:lnTo>
                  <a:pt x="315772" y="294408"/>
                </a:lnTo>
                <a:cubicBezTo>
                  <a:pt x="309324" y="287959"/>
                  <a:pt x="298875" y="287959"/>
                  <a:pt x="292427" y="294408"/>
                </a:cubicBezTo>
                <a:cubicBezTo>
                  <a:pt x="285978" y="300856"/>
                  <a:pt x="285978" y="311305"/>
                  <a:pt x="292427" y="317753"/>
                </a:cubicBezTo>
                <a:lnTo>
                  <a:pt x="317906" y="343061"/>
                </a:lnTo>
                <a:lnTo>
                  <a:pt x="292427" y="368379"/>
                </a:lnTo>
                <a:cubicBezTo>
                  <a:pt x="289312" y="371465"/>
                  <a:pt x="287569" y="375666"/>
                  <a:pt x="287569" y="380047"/>
                </a:cubicBezTo>
                <a:cubicBezTo>
                  <a:pt x="287569" y="384438"/>
                  <a:pt x="289312" y="388639"/>
                  <a:pt x="292427" y="391725"/>
                </a:cubicBezTo>
                <a:cubicBezTo>
                  <a:pt x="295513" y="394830"/>
                  <a:pt x="299713" y="396582"/>
                  <a:pt x="304095" y="396582"/>
                </a:cubicBezTo>
                <a:cubicBezTo>
                  <a:pt x="308486" y="396582"/>
                  <a:pt x="312686" y="394830"/>
                  <a:pt x="315772" y="391725"/>
                </a:cubicBezTo>
                <a:lnTo>
                  <a:pt x="341080" y="366245"/>
                </a:lnTo>
                <a:lnTo>
                  <a:pt x="366398" y="391725"/>
                </a:lnTo>
                <a:cubicBezTo>
                  <a:pt x="369484" y="394830"/>
                  <a:pt x="373684" y="396582"/>
                  <a:pt x="378066" y="396582"/>
                </a:cubicBezTo>
                <a:cubicBezTo>
                  <a:pt x="382457" y="396582"/>
                  <a:pt x="386657" y="394830"/>
                  <a:pt x="389743" y="391725"/>
                </a:cubicBezTo>
                <a:cubicBezTo>
                  <a:pt x="392849" y="388639"/>
                  <a:pt x="394601" y="384438"/>
                  <a:pt x="394601" y="380047"/>
                </a:cubicBezTo>
                <a:cubicBezTo>
                  <a:pt x="394601" y="375666"/>
                  <a:pt x="392849" y="371465"/>
                  <a:pt x="389743" y="368379"/>
                </a:cubicBezTo>
                <a:lnTo>
                  <a:pt x="364264" y="343061"/>
                </a:lnTo>
              </a:path>
            </a:pathLst>
          </a:custGeom>
          <a:solidFill>
            <a:srgbClr val="1818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287048" y="1497503"/>
            <a:ext cx="345185" cy="396440"/>
          </a:xfrm>
          <a:custGeom>
            <a:avLst/>
            <a:gdLst/>
            <a:ahLst/>
            <a:cxnLst/>
            <a:rect l="0" t="0" r="0" b="0"/>
            <a:pathLst>
              <a:path w="345185" h="396440">
                <a:moveTo>
                  <a:pt x="231771" y="158134"/>
                </a:moveTo>
                <a:cubicBezTo>
                  <a:pt x="231038" y="159400"/>
                  <a:pt x="231038" y="160972"/>
                  <a:pt x="231771" y="162239"/>
                </a:cubicBezTo>
                <a:cubicBezTo>
                  <a:pt x="232514" y="163534"/>
                  <a:pt x="233886" y="164344"/>
                  <a:pt x="235381" y="164382"/>
                </a:cubicBezTo>
                <a:lnTo>
                  <a:pt x="274510" y="164382"/>
                </a:lnTo>
                <a:cubicBezTo>
                  <a:pt x="276005" y="164344"/>
                  <a:pt x="277377" y="163534"/>
                  <a:pt x="278120" y="162239"/>
                </a:cubicBezTo>
                <a:cubicBezTo>
                  <a:pt x="278853" y="160972"/>
                  <a:pt x="278853" y="159400"/>
                  <a:pt x="278120" y="158134"/>
                </a:cubicBezTo>
                <a:lnTo>
                  <a:pt x="258727" y="125253"/>
                </a:lnTo>
                <a:cubicBezTo>
                  <a:pt x="257946" y="124015"/>
                  <a:pt x="256574" y="123263"/>
                  <a:pt x="255108" y="123263"/>
                </a:cubicBezTo>
                <a:cubicBezTo>
                  <a:pt x="253641" y="123263"/>
                  <a:pt x="252279" y="124015"/>
                  <a:pt x="251498" y="125253"/>
                </a:cubicBezTo>
                <a:lnTo>
                  <a:pt x="231771" y="158134"/>
                </a:lnTo>
                <a:moveTo>
                  <a:pt x="67389" y="158134"/>
                </a:moveTo>
                <a:cubicBezTo>
                  <a:pt x="66655" y="159400"/>
                  <a:pt x="66655" y="160972"/>
                  <a:pt x="67389" y="162239"/>
                </a:cubicBezTo>
                <a:cubicBezTo>
                  <a:pt x="68141" y="163534"/>
                  <a:pt x="69513" y="164344"/>
                  <a:pt x="71008" y="164382"/>
                </a:cubicBezTo>
                <a:lnTo>
                  <a:pt x="109966" y="164382"/>
                </a:lnTo>
                <a:cubicBezTo>
                  <a:pt x="111461" y="164344"/>
                  <a:pt x="112833" y="163534"/>
                  <a:pt x="113585" y="162239"/>
                </a:cubicBezTo>
                <a:cubicBezTo>
                  <a:pt x="114319" y="160972"/>
                  <a:pt x="114319" y="159400"/>
                  <a:pt x="113585" y="158134"/>
                </a:cubicBezTo>
                <a:lnTo>
                  <a:pt x="94183" y="125253"/>
                </a:lnTo>
                <a:cubicBezTo>
                  <a:pt x="93402" y="124015"/>
                  <a:pt x="92040" y="123263"/>
                  <a:pt x="90573" y="123263"/>
                </a:cubicBezTo>
                <a:cubicBezTo>
                  <a:pt x="89096" y="123263"/>
                  <a:pt x="87734" y="124015"/>
                  <a:pt x="86953" y="125253"/>
                </a:cubicBezTo>
                <a:lnTo>
                  <a:pt x="67389" y="158134"/>
                </a:lnTo>
                <a:moveTo>
                  <a:pt x="172592" y="0"/>
                </a:moveTo>
                <a:cubicBezTo>
                  <a:pt x="77419" y="0"/>
                  <a:pt x="0" y="70027"/>
                  <a:pt x="0" y="156162"/>
                </a:cubicBezTo>
                <a:cubicBezTo>
                  <a:pt x="0" y="250678"/>
                  <a:pt x="119995" y="358178"/>
                  <a:pt x="156810" y="388753"/>
                </a:cubicBezTo>
                <a:cubicBezTo>
                  <a:pt x="165935" y="396440"/>
                  <a:pt x="179260" y="396440"/>
                  <a:pt x="188375" y="388753"/>
                </a:cubicBezTo>
                <a:cubicBezTo>
                  <a:pt x="225190" y="358016"/>
                  <a:pt x="345185" y="250678"/>
                  <a:pt x="345185" y="156162"/>
                </a:cubicBezTo>
                <a:cubicBezTo>
                  <a:pt x="345185" y="70027"/>
                  <a:pt x="267766" y="0"/>
                  <a:pt x="172592" y="0"/>
                </a:cubicBezTo>
                <a:moveTo>
                  <a:pt x="254784" y="221913"/>
                </a:moveTo>
                <a:cubicBezTo>
                  <a:pt x="227552" y="221913"/>
                  <a:pt x="205473" y="199834"/>
                  <a:pt x="205473" y="172593"/>
                </a:cubicBezTo>
                <a:cubicBezTo>
                  <a:pt x="205397" y="172050"/>
                  <a:pt x="205397" y="171497"/>
                  <a:pt x="205473" y="170954"/>
                </a:cubicBezTo>
                <a:cubicBezTo>
                  <a:pt x="205397" y="170459"/>
                  <a:pt x="205397" y="169964"/>
                  <a:pt x="205473" y="169478"/>
                </a:cubicBezTo>
                <a:lnTo>
                  <a:pt x="233248" y="122301"/>
                </a:lnTo>
                <a:cubicBezTo>
                  <a:pt x="233895" y="121005"/>
                  <a:pt x="233895" y="119481"/>
                  <a:pt x="233248" y="118186"/>
                </a:cubicBezTo>
                <a:cubicBezTo>
                  <a:pt x="232991" y="116805"/>
                  <a:pt x="232067" y="115633"/>
                  <a:pt x="230781" y="115061"/>
                </a:cubicBezTo>
                <a:lnTo>
                  <a:pt x="196100" y="115061"/>
                </a:lnTo>
                <a:cubicBezTo>
                  <a:pt x="194729" y="115081"/>
                  <a:pt x="193443" y="115747"/>
                  <a:pt x="192643" y="116871"/>
                </a:cubicBezTo>
                <a:cubicBezTo>
                  <a:pt x="191014" y="119157"/>
                  <a:pt x="189014" y="121157"/>
                  <a:pt x="186728" y="122786"/>
                </a:cubicBezTo>
                <a:cubicBezTo>
                  <a:pt x="185604" y="123586"/>
                  <a:pt x="184937" y="124863"/>
                  <a:pt x="184918" y="126244"/>
                </a:cubicBezTo>
                <a:lnTo>
                  <a:pt x="184918" y="215331"/>
                </a:lnTo>
                <a:cubicBezTo>
                  <a:pt x="184842" y="215712"/>
                  <a:pt x="184842" y="216103"/>
                  <a:pt x="184918" y="216484"/>
                </a:cubicBezTo>
                <a:cubicBezTo>
                  <a:pt x="188004" y="229809"/>
                  <a:pt x="197119" y="240925"/>
                  <a:pt x="209578" y="246564"/>
                </a:cubicBezTo>
                <a:cubicBezTo>
                  <a:pt x="215226" y="248631"/>
                  <a:pt x="218551" y="254460"/>
                  <a:pt x="217465" y="260375"/>
                </a:cubicBezTo>
                <a:cubicBezTo>
                  <a:pt x="216503" y="266252"/>
                  <a:pt x="211426" y="270567"/>
                  <a:pt x="205473" y="270567"/>
                </a:cubicBezTo>
                <a:lnTo>
                  <a:pt x="139722" y="270567"/>
                </a:lnTo>
                <a:cubicBezTo>
                  <a:pt x="133692" y="270557"/>
                  <a:pt x="128558" y="266185"/>
                  <a:pt x="127577" y="260242"/>
                </a:cubicBezTo>
                <a:cubicBezTo>
                  <a:pt x="126606" y="254288"/>
                  <a:pt x="130063" y="248507"/>
                  <a:pt x="135769" y="246564"/>
                </a:cubicBezTo>
                <a:cubicBezTo>
                  <a:pt x="148104" y="240553"/>
                  <a:pt x="157000" y="229228"/>
                  <a:pt x="159934" y="215826"/>
                </a:cubicBezTo>
                <a:cubicBezTo>
                  <a:pt x="160019" y="215445"/>
                  <a:pt x="160019" y="215055"/>
                  <a:pt x="159934" y="214674"/>
                </a:cubicBezTo>
                <a:lnTo>
                  <a:pt x="159934" y="126244"/>
                </a:lnTo>
                <a:cubicBezTo>
                  <a:pt x="159924" y="124863"/>
                  <a:pt x="159248" y="123586"/>
                  <a:pt x="158124" y="122786"/>
                </a:cubicBezTo>
                <a:cubicBezTo>
                  <a:pt x="155838" y="121157"/>
                  <a:pt x="153838" y="119157"/>
                  <a:pt x="152209" y="116871"/>
                </a:cubicBezTo>
                <a:cubicBezTo>
                  <a:pt x="151485" y="115843"/>
                  <a:pt x="150342" y="115176"/>
                  <a:pt x="149085" y="115061"/>
                </a:cubicBezTo>
                <a:lnTo>
                  <a:pt x="114404" y="115061"/>
                </a:lnTo>
                <a:cubicBezTo>
                  <a:pt x="112909" y="115090"/>
                  <a:pt x="111537" y="115909"/>
                  <a:pt x="110785" y="117205"/>
                </a:cubicBezTo>
                <a:cubicBezTo>
                  <a:pt x="110137" y="118490"/>
                  <a:pt x="110137" y="120014"/>
                  <a:pt x="110785" y="121310"/>
                </a:cubicBezTo>
                <a:lnTo>
                  <a:pt x="138569" y="168487"/>
                </a:lnTo>
                <a:cubicBezTo>
                  <a:pt x="138636" y="168973"/>
                  <a:pt x="138636" y="169478"/>
                  <a:pt x="138569" y="169964"/>
                </a:cubicBezTo>
                <a:cubicBezTo>
                  <a:pt x="138645" y="170516"/>
                  <a:pt x="138645" y="171069"/>
                  <a:pt x="138569" y="171611"/>
                </a:cubicBezTo>
                <a:cubicBezTo>
                  <a:pt x="138569" y="198843"/>
                  <a:pt x="116490" y="220922"/>
                  <a:pt x="89249" y="220922"/>
                </a:cubicBezTo>
                <a:cubicBezTo>
                  <a:pt x="62017" y="220922"/>
                  <a:pt x="39938" y="198843"/>
                  <a:pt x="39938" y="171611"/>
                </a:cubicBezTo>
                <a:cubicBezTo>
                  <a:pt x="39862" y="171069"/>
                  <a:pt x="39862" y="170516"/>
                  <a:pt x="39938" y="169964"/>
                </a:cubicBezTo>
                <a:cubicBezTo>
                  <a:pt x="39871" y="169478"/>
                  <a:pt x="39871" y="168973"/>
                  <a:pt x="39938" y="168487"/>
                </a:cubicBezTo>
                <a:lnTo>
                  <a:pt x="70018" y="121310"/>
                </a:lnTo>
                <a:cubicBezTo>
                  <a:pt x="70665" y="120014"/>
                  <a:pt x="70665" y="118490"/>
                  <a:pt x="70018" y="117205"/>
                </a:cubicBezTo>
                <a:cubicBezTo>
                  <a:pt x="69275" y="115909"/>
                  <a:pt x="67903" y="115090"/>
                  <a:pt x="66408" y="115061"/>
                </a:cubicBezTo>
                <a:lnTo>
                  <a:pt x="61636" y="115061"/>
                </a:lnTo>
                <a:cubicBezTo>
                  <a:pt x="54825" y="115061"/>
                  <a:pt x="49310" y="109547"/>
                  <a:pt x="49310" y="102736"/>
                </a:cubicBezTo>
                <a:cubicBezTo>
                  <a:pt x="49310" y="95926"/>
                  <a:pt x="54825" y="90411"/>
                  <a:pt x="61636" y="90411"/>
                </a:cubicBezTo>
                <a:lnTo>
                  <a:pt x="149085" y="90411"/>
                </a:lnTo>
                <a:cubicBezTo>
                  <a:pt x="150466" y="90392"/>
                  <a:pt x="151742" y="89725"/>
                  <a:pt x="152542" y="88601"/>
                </a:cubicBezTo>
                <a:cubicBezTo>
                  <a:pt x="157076" y="81991"/>
                  <a:pt x="164582" y="78047"/>
                  <a:pt x="172592" y="78047"/>
                </a:cubicBezTo>
                <a:cubicBezTo>
                  <a:pt x="180613" y="78047"/>
                  <a:pt x="188109" y="81991"/>
                  <a:pt x="192643" y="88601"/>
                </a:cubicBezTo>
                <a:cubicBezTo>
                  <a:pt x="193443" y="89725"/>
                  <a:pt x="194729" y="90392"/>
                  <a:pt x="196100" y="90411"/>
                </a:cubicBezTo>
                <a:lnTo>
                  <a:pt x="283549" y="90411"/>
                </a:lnTo>
                <a:cubicBezTo>
                  <a:pt x="290360" y="90411"/>
                  <a:pt x="295875" y="95926"/>
                  <a:pt x="295875" y="102736"/>
                </a:cubicBezTo>
                <a:cubicBezTo>
                  <a:pt x="295875" y="109547"/>
                  <a:pt x="290360" y="115061"/>
                  <a:pt x="283549" y="115061"/>
                </a:cubicBezTo>
                <a:lnTo>
                  <a:pt x="278777" y="115061"/>
                </a:lnTo>
                <a:cubicBezTo>
                  <a:pt x="277282" y="115090"/>
                  <a:pt x="275910" y="115909"/>
                  <a:pt x="275167" y="117205"/>
                </a:cubicBezTo>
                <a:cubicBezTo>
                  <a:pt x="274520" y="118490"/>
                  <a:pt x="274520" y="120014"/>
                  <a:pt x="275167" y="121310"/>
                </a:cubicBezTo>
                <a:lnTo>
                  <a:pt x="302942" y="168487"/>
                </a:lnTo>
                <a:cubicBezTo>
                  <a:pt x="303018" y="168973"/>
                  <a:pt x="303018" y="169478"/>
                  <a:pt x="302942" y="169964"/>
                </a:cubicBezTo>
                <a:cubicBezTo>
                  <a:pt x="303018" y="170516"/>
                  <a:pt x="303018" y="171069"/>
                  <a:pt x="302942" y="171611"/>
                </a:cubicBezTo>
                <a:cubicBezTo>
                  <a:pt x="303495" y="198786"/>
                  <a:pt x="281959" y="221284"/>
                  <a:pt x="254784" y="221913"/>
                </a:cubicBezTo>
              </a:path>
            </a:pathLst>
          </a:custGeom>
          <a:solidFill>
            <a:srgbClr val="1818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391258" y="2676794"/>
            <a:ext cx="388258" cy="384000"/>
          </a:xfrm>
          <a:custGeom>
            <a:avLst/>
            <a:gdLst/>
            <a:ahLst/>
            <a:cxnLst/>
            <a:rect l="0" t="0" r="0" b="0"/>
            <a:pathLst>
              <a:path w="388258" h="384000">
                <a:moveTo>
                  <a:pt x="142398" y="68151"/>
                </a:moveTo>
                <a:cubicBezTo>
                  <a:pt x="127025" y="71475"/>
                  <a:pt x="111452" y="63455"/>
                  <a:pt x="105241" y="49015"/>
                </a:cubicBezTo>
                <a:cubicBezTo>
                  <a:pt x="99031" y="34566"/>
                  <a:pt x="103908" y="17745"/>
                  <a:pt x="116890" y="8877"/>
                </a:cubicBezTo>
                <a:cubicBezTo>
                  <a:pt x="129873" y="0"/>
                  <a:pt x="147323" y="1571"/>
                  <a:pt x="158524" y="12611"/>
                </a:cubicBezTo>
                <a:cubicBezTo>
                  <a:pt x="169716" y="23641"/>
                  <a:pt x="171535" y="41071"/>
                  <a:pt x="162848" y="54178"/>
                </a:cubicBezTo>
                <a:lnTo>
                  <a:pt x="188042" y="99498"/>
                </a:lnTo>
                <a:lnTo>
                  <a:pt x="212112" y="142694"/>
                </a:lnTo>
                <a:cubicBezTo>
                  <a:pt x="214198" y="146637"/>
                  <a:pt x="218265" y="149151"/>
                  <a:pt x="222732" y="149247"/>
                </a:cubicBezTo>
                <a:cubicBezTo>
                  <a:pt x="227190" y="149342"/>
                  <a:pt x="231362" y="147018"/>
                  <a:pt x="233629" y="143170"/>
                </a:cubicBezTo>
                <a:cubicBezTo>
                  <a:pt x="235896" y="139322"/>
                  <a:pt x="235896" y="134550"/>
                  <a:pt x="233648" y="130692"/>
                </a:cubicBezTo>
                <a:lnTo>
                  <a:pt x="210302" y="88782"/>
                </a:lnTo>
                <a:lnTo>
                  <a:pt x="212369" y="88125"/>
                </a:lnTo>
                <a:cubicBezTo>
                  <a:pt x="235381" y="81543"/>
                  <a:pt x="260042" y="79905"/>
                  <a:pt x="284702" y="86477"/>
                </a:cubicBezTo>
                <a:cubicBezTo>
                  <a:pt x="338956" y="99393"/>
                  <a:pt x="352091" y="141512"/>
                  <a:pt x="352091" y="188394"/>
                </a:cubicBezTo>
                <a:cubicBezTo>
                  <a:pt x="352091" y="188394"/>
                  <a:pt x="371817" y="224551"/>
                  <a:pt x="384971" y="255784"/>
                </a:cubicBezTo>
                <a:cubicBezTo>
                  <a:pt x="388258" y="265652"/>
                  <a:pt x="381685" y="275510"/>
                  <a:pt x="371817" y="275510"/>
                </a:cubicBezTo>
                <a:lnTo>
                  <a:pt x="352091" y="275510"/>
                </a:lnTo>
                <a:lnTo>
                  <a:pt x="352091" y="313315"/>
                </a:lnTo>
                <a:cubicBezTo>
                  <a:pt x="352091" y="323183"/>
                  <a:pt x="343871" y="331403"/>
                  <a:pt x="334013" y="331403"/>
                </a:cubicBezTo>
                <a:lnTo>
                  <a:pt x="297846" y="331403"/>
                </a:lnTo>
                <a:lnTo>
                  <a:pt x="297846" y="384000"/>
                </a:lnTo>
                <a:lnTo>
                  <a:pt x="161420" y="384000"/>
                </a:lnTo>
                <a:lnTo>
                  <a:pt x="161420" y="298523"/>
                </a:lnTo>
                <a:cubicBezTo>
                  <a:pt x="154838" y="293589"/>
                  <a:pt x="148266" y="287016"/>
                  <a:pt x="144980" y="278796"/>
                </a:cubicBezTo>
                <a:cubicBezTo>
                  <a:pt x="127654" y="248650"/>
                  <a:pt x="121358" y="217008"/>
                  <a:pt x="125091" y="188061"/>
                </a:cubicBezTo>
                <a:lnTo>
                  <a:pt x="61702" y="168306"/>
                </a:lnTo>
                <a:cubicBezTo>
                  <a:pt x="51892" y="180603"/>
                  <a:pt x="34747" y="184232"/>
                  <a:pt x="20793" y="176955"/>
                </a:cubicBezTo>
                <a:cubicBezTo>
                  <a:pt x="6838" y="169678"/>
                  <a:pt x="0" y="153533"/>
                  <a:pt x="4486" y="138455"/>
                </a:cubicBezTo>
                <a:cubicBezTo>
                  <a:pt x="8963" y="123367"/>
                  <a:pt x="23498" y="113576"/>
                  <a:pt x="39166" y="115090"/>
                </a:cubicBezTo>
                <a:cubicBezTo>
                  <a:pt x="54825" y="116605"/>
                  <a:pt x="67217" y="129006"/>
                  <a:pt x="68722" y="144665"/>
                </a:cubicBezTo>
                <a:lnTo>
                  <a:pt x="158457" y="172640"/>
                </a:lnTo>
                <a:cubicBezTo>
                  <a:pt x="164811" y="174269"/>
                  <a:pt x="171326" y="170630"/>
                  <a:pt x="173278" y="164372"/>
                </a:cubicBezTo>
                <a:cubicBezTo>
                  <a:pt x="175231" y="158105"/>
                  <a:pt x="171935" y="151418"/>
                  <a:pt x="165792" y="149142"/>
                </a:cubicBezTo>
                <a:lnTo>
                  <a:pt x="141331" y="141493"/>
                </a:lnTo>
                <a:cubicBezTo>
                  <a:pt x="148161" y="130378"/>
                  <a:pt x="156810" y="120481"/>
                  <a:pt x="166925" y="112233"/>
                </a:cubicBezTo>
                <a:lnTo>
                  <a:pt x="142398" y="68151"/>
                </a:lnTo>
              </a:path>
            </a:pathLst>
          </a:custGeom>
          <a:solidFill>
            <a:srgbClr val="1818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380627" y="2666288"/>
            <a:ext cx="356692" cy="398297"/>
          </a:xfrm>
          <a:custGeom>
            <a:avLst/>
            <a:gdLst/>
            <a:ahLst/>
            <a:cxnLst/>
            <a:rect l="0" t="0" r="0" b="0"/>
            <a:pathLst>
              <a:path w="356692" h="398297">
                <a:moveTo>
                  <a:pt x="177641" y="0"/>
                </a:moveTo>
                <a:cubicBezTo>
                  <a:pt x="159705" y="0"/>
                  <a:pt x="143760" y="11401"/>
                  <a:pt x="137960" y="28374"/>
                </a:cubicBezTo>
                <a:cubicBezTo>
                  <a:pt x="132168" y="45348"/>
                  <a:pt x="137817" y="64122"/>
                  <a:pt x="152009" y="75085"/>
                </a:cubicBezTo>
                <a:cubicBezTo>
                  <a:pt x="166201" y="86048"/>
                  <a:pt x="185794" y="86772"/>
                  <a:pt x="200748" y="76876"/>
                </a:cubicBezTo>
                <a:lnTo>
                  <a:pt x="234534" y="98498"/>
                </a:lnTo>
                <a:cubicBezTo>
                  <a:pt x="239344" y="101574"/>
                  <a:pt x="245411" y="101936"/>
                  <a:pt x="250555" y="99440"/>
                </a:cubicBezTo>
                <a:cubicBezTo>
                  <a:pt x="255698" y="96954"/>
                  <a:pt x="259184" y="91963"/>
                  <a:pt x="259746" y="86277"/>
                </a:cubicBezTo>
                <a:lnTo>
                  <a:pt x="263032" y="53406"/>
                </a:lnTo>
                <a:cubicBezTo>
                  <a:pt x="263671" y="47539"/>
                  <a:pt x="261118" y="41767"/>
                  <a:pt x="256327" y="38309"/>
                </a:cubicBezTo>
                <a:cubicBezTo>
                  <a:pt x="251545" y="34851"/>
                  <a:pt x="245268" y="34223"/>
                  <a:pt x="239887" y="36661"/>
                </a:cubicBezTo>
                <a:cubicBezTo>
                  <a:pt x="234515" y="39109"/>
                  <a:pt x="230857" y="44253"/>
                  <a:pt x="230324" y="50139"/>
                </a:cubicBezTo>
                <a:lnTo>
                  <a:pt x="229704" y="56378"/>
                </a:lnTo>
                <a:lnTo>
                  <a:pt x="218884" y="49444"/>
                </a:lnTo>
                <a:cubicBezTo>
                  <a:pt x="221113" y="37214"/>
                  <a:pt x="217808" y="24612"/>
                  <a:pt x="209835" y="15068"/>
                </a:cubicBezTo>
                <a:cubicBezTo>
                  <a:pt x="201872" y="5514"/>
                  <a:pt x="190080" y="0"/>
                  <a:pt x="177641" y="0"/>
                </a:cubicBezTo>
                <a:moveTo>
                  <a:pt x="199901" y="148875"/>
                </a:moveTo>
                <a:cubicBezTo>
                  <a:pt x="200834" y="139846"/>
                  <a:pt x="194271" y="131759"/>
                  <a:pt x="185232" y="130825"/>
                </a:cubicBezTo>
                <a:cubicBezTo>
                  <a:pt x="176202" y="129892"/>
                  <a:pt x="168125" y="136455"/>
                  <a:pt x="167182" y="145494"/>
                </a:cubicBezTo>
                <a:lnTo>
                  <a:pt x="156829" y="245630"/>
                </a:lnTo>
                <a:cubicBezTo>
                  <a:pt x="155895" y="254660"/>
                  <a:pt x="162458" y="262747"/>
                  <a:pt x="171497" y="263680"/>
                </a:cubicBezTo>
                <a:cubicBezTo>
                  <a:pt x="180527" y="264614"/>
                  <a:pt x="188604" y="258051"/>
                  <a:pt x="189547" y="249012"/>
                </a:cubicBezTo>
                <a:lnTo>
                  <a:pt x="199901" y="148875"/>
                </a:lnTo>
                <a:moveTo>
                  <a:pt x="137636" y="155057"/>
                </a:moveTo>
                <a:cubicBezTo>
                  <a:pt x="144770" y="160667"/>
                  <a:pt x="145999" y="171002"/>
                  <a:pt x="140388" y="178136"/>
                </a:cubicBezTo>
                <a:lnTo>
                  <a:pt x="125349" y="197253"/>
                </a:lnTo>
                <a:lnTo>
                  <a:pt x="140388" y="216369"/>
                </a:lnTo>
                <a:cubicBezTo>
                  <a:pt x="146008" y="223504"/>
                  <a:pt x="144780" y="233848"/>
                  <a:pt x="137645" y="239458"/>
                </a:cubicBezTo>
                <a:cubicBezTo>
                  <a:pt x="130502" y="245078"/>
                  <a:pt x="120167" y="243840"/>
                  <a:pt x="114557" y="236705"/>
                </a:cubicBezTo>
                <a:lnTo>
                  <a:pt x="91506" y="207416"/>
                </a:lnTo>
                <a:cubicBezTo>
                  <a:pt x="86820" y="201453"/>
                  <a:pt x="86820" y="193052"/>
                  <a:pt x="91506" y="187099"/>
                </a:cubicBezTo>
                <a:lnTo>
                  <a:pt x="114519" y="157800"/>
                </a:lnTo>
                <a:cubicBezTo>
                  <a:pt x="117214" y="154371"/>
                  <a:pt x="121167" y="152152"/>
                  <a:pt x="125491" y="151638"/>
                </a:cubicBezTo>
                <a:cubicBezTo>
                  <a:pt x="129825" y="151114"/>
                  <a:pt x="134188" y="152342"/>
                  <a:pt x="137617" y="155038"/>
                </a:cubicBezTo>
                <a:moveTo>
                  <a:pt x="219160" y="154790"/>
                </a:moveTo>
                <a:cubicBezTo>
                  <a:pt x="226447" y="149361"/>
                  <a:pt x="236753" y="150866"/>
                  <a:pt x="242173" y="158143"/>
                </a:cubicBezTo>
                <a:lnTo>
                  <a:pt x="264023" y="187423"/>
                </a:lnTo>
                <a:cubicBezTo>
                  <a:pt x="268376" y="193252"/>
                  <a:pt x="268376" y="201253"/>
                  <a:pt x="264023" y="207083"/>
                </a:cubicBezTo>
                <a:lnTo>
                  <a:pt x="242173" y="236362"/>
                </a:lnTo>
                <a:cubicBezTo>
                  <a:pt x="236667" y="243382"/>
                  <a:pt x="226571" y="244725"/>
                  <a:pt x="219417" y="239391"/>
                </a:cubicBezTo>
                <a:cubicBezTo>
                  <a:pt x="212264" y="234067"/>
                  <a:pt x="210673" y="223999"/>
                  <a:pt x="215826" y="216712"/>
                </a:cubicBezTo>
                <a:lnTo>
                  <a:pt x="230343" y="197253"/>
                </a:lnTo>
                <a:lnTo>
                  <a:pt x="215826" y="177803"/>
                </a:lnTo>
                <a:cubicBezTo>
                  <a:pt x="210397" y="170526"/>
                  <a:pt x="211893" y="160220"/>
                  <a:pt x="219179" y="154790"/>
                </a:cubicBezTo>
                <a:moveTo>
                  <a:pt x="2581" y="120815"/>
                </a:moveTo>
                <a:cubicBezTo>
                  <a:pt x="2581" y="104479"/>
                  <a:pt x="12077" y="89639"/>
                  <a:pt x="26898" y="82781"/>
                </a:cubicBezTo>
                <a:cubicBezTo>
                  <a:pt x="41729" y="75923"/>
                  <a:pt x="59188" y="78305"/>
                  <a:pt x="71637" y="88877"/>
                </a:cubicBezTo>
                <a:lnTo>
                  <a:pt x="82400" y="83486"/>
                </a:lnTo>
                <a:lnTo>
                  <a:pt x="77371" y="79724"/>
                </a:lnTo>
                <a:cubicBezTo>
                  <a:pt x="70104" y="74275"/>
                  <a:pt x="68637" y="63969"/>
                  <a:pt x="74085" y="56711"/>
                </a:cubicBezTo>
                <a:cubicBezTo>
                  <a:pt x="79533" y="49444"/>
                  <a:pt x="89830" y="47977"/>
                  <a:pt x="97097" y="53425"/>
                </a:cubicBezTo>
                <a:lnTo>
                  <a:pt x="123396" y="73152"/>
                </a:lnTo>
                <a:cubicBezTo>
                  <a:pt x="127958" y="76561"/>
                  <a:pt x="130425" y="82105"/>
                  <a:pt x="129911" y="87782"/>
                </a:cubicBezTo>
                <a:cubicBezTo>
                  <a:pt x="129397" y="93459"/>
                  <a:pt x="125977" y="98459"/>
                  <a:pt x="120881" y="101012"/>
                </a:cubicBezTo>
                <a:lnTo>
                  <a:pt x="86325" y="118271"/>
                </a:lnTo>
                <a:cubicBezTo>
                  <a:pt x="87287" y="133540"/>
                  <a:pt x="79848" y="148113"/>
                  <a:pt x="66932" y="156305"/>
                </a:cubicBezTo>
                <a:cubicBezTo>
                  <a:pt x="54006" y="164487"/>
                  <a:pt x="37652" y="164982"/>
                  <a:pt x="24260" y="157600"/>
                </a:cubicBezTo>
                <a:cubicBezTo>
                  <a:pt x="10858" y="150209"/>
                  <a:pt x="2552" y="136112"/>
                  <a:pt x="2581" y="120815"/>
                </a:cubicBezTo>
                <a:moveTo>
                  <a:pt x="65827" y="197567"/>
                </a:moveTo>
                <a:lnTo>
                  <a:pt x="63169" y="236143"/>
                </a:lnTo>
                <a:cubicBezTo>
                  <a:pt x="81000" y="245011"/>
                  <a:pt x="90125" y="265204"/>
                  <a:pt x="85010" y="284454"/>
                </a:cubicBezTo>
                <a:cubicBezTo>
                  <a:pt x="79886" y="303695"/>
                  <a:pt x="61931" y="316687"/>
                  <a:pt x="42052" y="315515"/>
                </a:cubicBezTo>
                <a:cubicBezTo>
                  <a:pt x="22164" y="314353"/>
                  <a:pt x="5848" y="299361"/>
                  <a:pt x="3009" y="279654"/>
                </a:cubicBezTo>
                <a:cubicBezTo>
                  <a:pt x="171" y="259937"/>
                  <a:pt x="11601" y="240953"/>
                  <a:pt x="30346" y="234219"/>
                </a:cubicBezTo>
                <a:lnTo>
                  <a:pt x="31280" y="220627"/>
                </a:lnTo>
                <a:lnTo>
                  <a:pt x="23879" y="223361"/>
                </a:lnTo>
                <a:cubicBezTo>
                  <a:pt x="15430" y="226275"/>
                  <a:pt x="6191" y="221894"/>
                  <a:pt x="3095" y="213512"/>
                </a:cubicBezTo>
                <a:cubicBezTo>
                  <a:pt x="0" y="205120"/>
                  <a:pt x="4181" y="195786"/>
                  <a:pt x="12506" y="192519"/>
                </a:cubicBezTo>
                <a:lnTo>
                  <a:pt x="43738" y="181013"/>
                </a:lnTo>
                <a:cubicBezTo>
                  <a:pt x="48968" y="179079"/>
                  <a:pt x="54825" y="179936"/>
                  <a:pt x="59293" y="183280"/>
                </a:cubicBezTo>
                <a:cubicBezTo>
                  <a:pt x="63750" y="186623"/>
                  <a:pt x="66217" y="192004"/>
                  <a:pt x="65827" y="197567"/>
                </a:cubicBezTo>
                <a:moveTo>
                  <a:pt x="150933" y="320287"/>
                </a:moveTo>
                <a:cubicBezTo>
                  <a:pt x="166258" y="307609"/>
                  <a:pt x="188385" y="307457"/>
                  <a:pt x="203892" y="319906"/>
                </a:cubicBezTo>
                <a:cubicBezTo>
                  <a:pt x="219398" y="332365"/>
                  <a:pt x="224018" y="354006"/>
                  <a:pt x="214950" y="371713"/>
                </a:cubicBezTo>
                <a:cubicBezTo>
                  <a:pt x="205873" y="389410"/>
                  <a:pt x="185613" y="398297"/>
                  <a:pt x="166439" y="392982"/>
                </a:cubicBezTo>
                <a:cubicBezTo>
                  <a:pt x="147275" y="387667"/>
                  <a:pt x="134483" y="369608"/>
                  <a:pt x="135826" y="349767"/>
                </a:cubicBezTo>
                <a:lnTo>
                  <a:pt x="120996" y="339737"/>
                </a:lnTo>
                <a:lnTo>
                  <a:pt x="119929" y="346805"/>
                </a:lnTo>
                <a:cubicBezTo>
                  <a:pt x="118586" y="355787"/>
                  <a:pt x="110213" y="361978"/>
                  <a:pt x="101241" y="360635"/>
                </a:cubicBezTo>
                <a:cubicBezTo>
                  <a:pt x="92259" y="359292"/>
                  <a:pt x="86067" y="350920"/>
                  <a:pt x="87410" y="341937"/>
                </a:cubicBezTo>
                <a:lnTo>
                  <a:pt x="92344" y="309067"/>
                </a:lnTo>
                <a:cubicBezTo>
                  <a:pt x="93183" y="303476"/>
                  <a:pt x="96821" y="298713"/>
                  <a:pt x="102003" y="296437"/>
                </a:cubicBezTo>
                <a:cubicBezTo>
                  <a:pt x="107175" y="294170"/>
                  <a:pt x="113147" y="294713"/>
                  <a:pt x="117824" y="297884"/>
                </a:cubicBezTo>
                <a:lnTo>
                  <a:pt x="150933" y="320287"/>
                </a:lnTo>
                <a:moveTo>
                  <a:pt x="310791" y="231771"/>
                </a:moveTo>
                <a:cubicBezTo>
                  <a:pt x="298989" y="231771"/>
                  <a:pt x="287731" y="236734"/>
                  <a:pt x="279787" y="245459"/>
                </a:cubicBezTo>
                <a:cubicBezTo>
                  <a:pt x="271833" y="254184"/>
                  <a:pt x="267938" y="265852"/>
                  <a:pt x="269033" y="277606"/>
                </a:cubicBezTo>
                <a:lnTo>
                  <a:pt x="232952" y="295055"/>
                </a:lnTo>
                <a:cubicBezTo>
                  <a:pt x="227790" y="297551"/>
                  <a:pt x="224304" y="302561"/>
                  <a:pt x="223751" y="308267"/>
                </a:cubicBezTo>
                <a:cubicBezTo>
                  <a:pt x="223199" y="313972"/>
                  <a:pt x="225656" y="319563"/>
                  <a:pt x="230238" y="323002"/>
                </a:cubicBezTo>
                <a:lnTo>
                  <a:pt x="256546" y="342728"/>
                </a:lnTo>
                <a:cubicBezTo>
                  <a:pt x="263804" y="348176"/>
                  <a:pt x="274110" y="346700"/>
                  <a:pt x="279558" y="339442"/>
                </a:cubicBezTo>
                <a:cubicBezTo>
                  <a:pt x="285007" y="332174"/>
                  <a:pt x="283530" y="321878"/>
                  <a:pt x="276272" y="316430"/>
                </a:cubicBezTo>
                <a:lnTo>
                  <a:pt x="271567" y="312896"/>
                </a:lnTo>
                <a:lnTo>
                  <a:pt x="284730" y="306533"/>
                </a:lnTo>
                <a:cubicBezTo>
                  <a:pt x="299132" y="317954"/>
                  <a:pt x="319287" y="318658"/>
                  <a:pt x="334451" y="308276"/>
                </a:cubicBezTo>
                <a:cubicBezTo>
                  <a:pt x="349615" y="297903"/>
                  <a:pt x="356254" y="278863"/>
                  <a:pt x="350824" y="261299"/>
                </a:cubicBezTo>
                <a:cubicBezTo>
                  <a:pt x="345395" y="243744"/>
                  <a:pt x="329164" y="231781"/>
                  <a:pt x="310791" y="231771"/>
                </a:cubicBezTo>
                <a:moveTo>
                  <a:pt x="268871" y="120815"/>
                </a:moveTo>
                <a:cubicBezTo>
                  <a:pt x="268881" y="99755"/>
                  <a:pt x="284502" y="81972"/>
                  <a:pt x="305390" y="79257"/>
                </a:cubicBezTo>
                <a:cubicBezTo>
                  <a:pt x="326269" y="76552"/>
                  <a:pt x="345919" y="89754"/>
                  <a:pt x="351310" y="110109"/>
                </a:cubicBezTo>
                <a:cubicBezTo>
                  <a:pt x="356692" y="130463"/>
                  <a:pt x="346138" y="151657"/>
                  <a:pt x="326650" y="159629"/>
                </a:cubicBezTo>
                <a:lnTo>
                  <a:pt x="325716" y="173631"/>
                </a:lnTo>
                <a:lnTo>
                  <a:pt x="330412" y="171545"/>
                </a:lnTo>
                <a:cubicBezTo>
                  <a:pt x="338709" y="167859"/>
                  <a:pt x="348424" y="171602"/>
                  <a:pt x="352110" y="179898"/>
                </a:cubicBezTo>
                <a:cubicBezTo>
                  <a:pt x="355796" y="188194"/>
                  <a:pt x="352063" y="197910"/>
                  <a:pt x="343766" y="201596"/>
                </a:cubicBezTo>
                <a:lnTo>
                  <a:pt x="314172" y="214741"/>
                </a:lnTo>
                <a:cubicBezTo>
                  <a:pt x="308914" y="217084"/>
                  <a:pt x="302809" y="216493"/>
                  <a:pt x="298084" y="213198"/>
                </a:cubicBezTo>
                <a:cubicBezTo>
                  <a:pt x="293370" y="209902"/>
                  <a:pt x="290712" y="204377"/>
                  <a:pt x="291093" y="198634"/>
                </a:cubicBezTo>
                <a:lnTo>
                  <a:pt x="293722" y="159115"/>
                </a:lnTo>
                <a:cubicBezTo>
                  <a:pt x="278606" y="152380"/>
                  <a:pt x="268862" y="137369"/>
                  <a:pt x="268871" y="120815"/>
                </a:cubicBezTo>
              </a:path>
            </a:pathLst>
          </a:custGeom>
          <a:solidFill>
            <a:srgbClr val="1818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49788" y="1448189"/>
            <a:ext cx="1023758" cy="1775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100" b="1">
                <a:solidFill>
                  <a:srgbClr val="18181E"/>
                </a:solidFill>
                <a:latin typeface="Montserrat"/>
              </a:rPr>
              <a:t>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70453" y="1448189"/>
            <a:ext cx="545496" cy="1775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18181E"/>
                </a:solidFill>
                <a:latin typeface="Montserrat"/>
              </a:rPr>
              <a:t>Ethics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1926851" y="1724409"/>
            <a:ext cx="1146695" cy="399372"/>
            <a:chOff x="1926851" y="1724409"/>
            <a:chExt cx="1146695" cy="399372"/>
          </a:xfrm>
        </p:grpSpPr>
        <p:sp>
          <p:nvSpPr>
            <p:cNvPr id="24" name="TextBox 23"/>
            <p:cNvSpPr txBox="1"/>
            <p:nvPr/>
          </p:nvSpPr>
          <p:spPr>
            <a:xfrm>
              <a:off x="1754847" y="1724409"/>
              <a:ext cx="1318699" cy="133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18181E"/>
                  </a:solidFill>
                  <a:latin typeface="Montserrat"/>
                </a:rPr>
                <a:t>Verification is non-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754847" y="1857473"/>
              <a:ext cx="1318699" cy="133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18181E"/>
                  </a:solidFill>
                  <a:latin typeface="Montserrat"/>
                </a:rPr>
                <a:t>negotiable to ensure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754847" y="1990632"/>
              <a:ext cx="1318699" cy="1331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18181E"/>
                  </a:solidFill>
                  <a:latin typeface="Montserrat"/>
                </a:rPr>
                <a:t>accuracy.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6070453" y="1724409"/>
            <a:ext cx="1448400" cy="399372"/>
            <a:chOff x="6070453" y="1724409"/>
            <a:chExt cx="1448400" cy="399372"/>
          </a:xfrm>
        </p:grpSpPr>
        <p:sp>
          <p:nvSpPr>
            <p:cNvPr id="28" name="TextBox 27"/>
            <p:cNvSpPr txBox="1"/>
            <p:nvPr/>
          </p:nvSpPr>
          <p:spPr>
            <a:xfrm>
              <a:off x="6070453" y="1724409"/>
              <a:ext cx="1665660" cy="133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18181E"/>
                  </a:solidFill>
                  <a:latin typeface="Montserrat"/>
                </a:rPr>
                <a:t>Ethical considerations are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070453" y="1857473"/>
              <a:ext cx="1665660" cy="133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18181E"/>
                  </a:solidFill>
                  <a:latin typeface="Montserrat"/>
                </a:rPr>
                <a:t>crucial for responsible AI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070453" y="1990632"/>
              <a:ext cx="1665660" cy="1331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18181E"/>
                  </a:solidFill>
                  <a:latin typeface="Montserrat"/>
                </a:rPr>
                <a:t>use.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1697855" y="2616973"/>
            <a:ext cx="1277064" cy="1775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100" b="1">
                <a:solidFill>
                  <a:srgbClr val="18181E"/>
                </a:solidFill>
                <a:latin typeface="Montserrat"/>
              </a:rPr>
              <a:t>Hallucinations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5620" y="371474"/>
            <a:ext cx="6372759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700" b="1">
                <a:solidFill>
                  <a:srgbClr val="18181E"/>
                </a:solidFill>
                <a:latin typeface="Montserrat"/>
              </a:rPr>
              <a:t>AI Limitations Impact Faculty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9080" y="2616973"/>
            <a:ext cx="375855" cy="1775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18181E"/>
                </a:solidFill>
                <a:latin typeface="Montserrat"/>
              </a:rPr>
              <a:t>Bias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1538673" y="2893194"/>
            <a:ext cx="1436246" cy="399372"/>
            <a:chOff x="1538673" y="2893194"/>
            <a:chExt cx="1436246" cy="399372"/>
          </a:xfrm>
        </p:grpSpPr>
        <p:sp>
          <p:nvSpPr>
            <p:cNvPr id="35" name="TextBox 34"/>
            <p:cNvSpPr txBox="1"/>
            <p:nvPr/>
          </p:nvSpPr>
          <p:spPr>
            <a:xfrm>
              <a:off x="1323237" y="2893194"/>
              <a:ext cx="1651682" cy="133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18181E"/>
                  </a:solidFill>
                  <a:latin typeface="Montserrat"/>
                </a:rPr>
                <a:t>AI models can confidently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323237" y="3026258"/>
              <a:ext cx="1651682" cy="133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18181E"/>
                  </a:solidFill>
                  <a:latin typeface="Montserrat"/>
                </a:rPr>
                <a:t>state falsehoods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323237" y="3159417"/>
              <a:ext cx="1651682" cy="1331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18181E"/>
                  </a:solidFill>
                  <a:latin typeface="Montserrat"/>
                </a:rPr>
                <a:t>(hallucinations).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6169080" y="2893194"/>
            <a:ext cx="1339681" cy="399372"/>
            <a:chOff x="6169080" y="2893194"/>
            <a:chExt cx="1339681" cy="399372"/>
          </a:xfrm>
        </p:grpSpPr>
        <p:sp>
          <p:nvSpPr>
            <p:cNvPr id="39" name="TextBox 38"/>
            <p:cNvSpPr txBox="1"/>
            <p:nvPr/>
          </p:nvSpPr>
          <p:spPr>
            <a:xfrm>
              <a:off x="6169080" y="2893194"/>
              <a:ext cx="1540633" cy="133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18181E"/>
                  </a:solidFill>
                  <a:latin typeface="Montserrat"/>
                </a:rPr>
                <a:t>AI models reflect biases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169080" y="3026258"/>
              <a:ext cx="1540633" cy="133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18181E"/>
                  </a:solidFill>
                  <a:latin typeface="Montserrat"/>
                </a:rPr>
                <a:t>present in their training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169080" y="3159417"/>
              <a:ext cx="1540633" cy="1331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18181E"/>
                  </a:solidFill>
                  <a:latin typeface="Montserrat"/>
                </a:rPr>
                <a:t>data.</a:t>
              </a:r>
            </a:p>
          </p:txBody>
        </p:sp>
      </p:grpSp>
      <p:sp>
        <p:nvSpPr>
          <p:cNvPr id="43" name="Rounded Rectangle 42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896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47678" y="2189481"/>
            <a:ext cx="2155012" cy="1691487"/>
          </a:xfrm>
          <a:custGeom>
            <a:avLst/>
            <a:gdLst/>
            <a:ahLst/>
            <a:cxnLst/>
            <a:rect l="0" t="0" r="0" b="0"/>
            <a:pathLst>
              <a:path w="2155012" h="1691487">
                <a:moveTo>
                  <a:pt x="0" y="1294237"/>
                </a:moveTo>
                <a:cubicBezTo>
                  <a:pt x="0" y="1313287"/>
                  <a:pt x="16078" y="1332337"/>
                  <a:pt x="47491" y="1343405"/>
                </a:cubicBezTo>
                <a:lnTo>
                  <a:pt x="1019994" y="1677390"/>
                </a:lnTo>
                <a:cubicBezTo>
                  <a:pt x="1057446" y="1691487"/>
                  <a:pt x="1097565" y="1691487"/>
                  <a:pt x="1135018" y="1677390"/>
                </a:cubicBezTo>
                <a:lnTo>
                  <a:pt x="2107520" y="1343405"/>
                </a:lnTo>
                <a:cubicBezTo>
                  <a:pt x="2138934" y="1332337"/>
                  <a:pt x="2155012" y="1313287"/>
                  <a:pt x="2155012" y="1294237"/>
                </a:cubicBezTo>
                <a:cubicBezTo>
                  <a:pt x="2155012" y="1104595"/>
                  <a:pt x="2155012" y="618715"/>
                  <a:pt x="2155012" y="397249"/>
                </a:cubicBezTo>
                <a:cubicBezTo>
                  <a:pt x="2155012" y="378199"/>
                  <a:pt x="2138934" y="359149"/>
                  <a:pt x="2107520" y="348081"/>
                </a:cubicBezTo>
                <a:lnTo>
                  <a:pt x="1135018" y="14097"/>
                </a:lnTo>
                <a:cubicBezTo>
                  <a:pt x="1097565" y="0"/>
                  <a:pt x="1057446" y="0"/>
                  <a:pt x="1019994" y="14097"/>
                </a:cubicBezTo>
                <a:lnTo>
                  <a:pt x="47491" y="348081"/>
                </a:lnTo>
                <a:cubicBezTo>
                  <a:pt x="16078" y="359149"/>
                  <a:pt x="0" y="378199"/>
                  <a:pt x="0" y="397249"/>
                </a:cubicBezTo>
                <a:cubicBezTo>
                  <a:pt x="0" y="593455"/>
                  <a:pt x="0" y="1104595"/>
                  <a:pt x="9" y="1294237"/>
                </a:cubicBezTo>
              </a:path>
            </a:pathLst>
          </a:custGeom>
          <a:solidFill>
            <a:srgbClr val="E49B0F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7675" y="2189481"/>
            <a:ext cx="2155016" cy="1691484"/>
          </a:xfrm>
          <a:custGeom>
            <a:avLst/>
            <a:gdLst/>
            <a:ahLst/>
            <a:cxnLst/>
            <a:rect l="0" t="0" r="0" b="0"/>
            <a:pathLst>
              <a:path w="2155016" h="1691484">
                <a:moveTo>
                  <a:pt x="3" y="397247"/>
                </a:moveTo>
                <a:cubicBezTo>
                  <a:pt x="3" y="378196"/>
                  <a:pt x="16085" y="359145"/>
                  <a:pt x="47494" y="348081"/>
                </a:cubicBezTo>
                <a:lnTo>
                  <a:pt x="1019997" y="14097"/>
                </a:lnTo>
                <a:cubicBezTo>
                  <a:pt x="1057454" y="0"/>
                  <a:pt x="1097565" y="0"/>
                  <a:pt x="1135022" y="14097"/>
                </a:cubicBezTo>
                <a:lnTo>
                  <a:pt x="2107525" y="348081"/>
                </a:lnTo>
                <a:cubicBezTo>
                  <a:pt x="2138934" y="359145"/>
                  <a:pt x="2155016" y="378196"/>
                  <a:pt x="2155016" y="397247"/>
                </a:cubicBezTo>
                <a:moveTo>
                  <a:pt x="3" y="1294236"/>
                </a:moveTo>
                <a:cubicBezTo>
                  <a:pt x="3" y="1313287"/>
                  <a:pt x="16085" y="1332338"/>
                  <a:pt x="47494" y="1343402"/>
                </a:cubicBezTo>
                <a:lnTo>
                  <a:pt x="1019997" y="1677386"/>
                </a:lnTo>
                <a:cubicBezTo>
                  <a:pt x="1057454" y="1691484"/>
                  <a:pt x="1097565" y="1691484"/>
                  <a:pt x="1135022" y="1677386"/>
                </a:cubicBezTo>
                <a:lnTo>
                  <a:pt x="2107525" y="1343402"/>
                </a:lnTo>
                <a:cubicBezTo>
                  <a:pt x="2138934" y="1332338"/>
                  <a:pt x="2155016" y="1313287"/>
                  <a:pt x="2155016" y="1294236"/>
                </a:cubicBezTo>
                <a:moveTo>
                  <a:pt x="8" y="397255"/>
                </a:moveTo>
                <a:cubicBezTo>
                  <a:pt x="0" y="593456"/>
                  <a:pt x="4" y="1104598"/>
                  <a:pt x="8" y="1294236"/>
                </a:cubicBezTo>
                <a:moveTo>
                  <a:pt x="2155016" y="1294236"/>
                </a:moveTo>
                <a:cubicBezTo>
                  <a:pt x="2155016" y="1104598"/>
                  <a:pt x="2155015" y="618714"/>
                  <a:pt x="2155016" y="397247"/>
                </a:cubicBezTo>
              </a:path>
            </a:pathLst>
          </a:custGeom>
          <a:noFill/>
          <a:ln w="19052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517145" y="2006663"/>
            <a:ext cx="2174166" cy="901550"/>
          </a:xfrm>
          <a:custGeom>
            <a:avLst/>
            <a:gdLst/>
            <a:ahLst/>
            <a:cxnLst/>
            <a:rect l="0" t="0" r="0" b="0"/>
            <a:pathLst>
              <a:path w="2174166" h="901550">
                <a:moveTo>
                  <a:pt x="2097966" y="901550"/>
                </a:moveTo>
                <a:lnTo>
                  <a:pt x="2123370" y="901550"/>
                </a:lnTo>
                <a:cubicBezTo>
                  <a:pt x="2151421" y="901550"/>
                  <a:pt x="2174166" y="878805"/>
                  <a:pt x="2174166" y="850744"/>
                </a:cubicBezTo>
                <a:lnTo>
                  <a:pt x="2174166" y="50806"/>
                </a:lnTo>
                <a:cubicBezTo>
                  <a:pt x="2174166" y="22745"/>
                  <a:pt x="2151421" y="0"/>
                  <a:pt x="2123370" y="0"/>
                </a:cubicBezTo>
                <a:lnTo>
                  <a:pt x="50806" y="0"/>
                </a:lnTo>
                <a:cubicBezTo>
                  <a:pt x="22745" y="0"/>
                  <a:pt x="0" y="22745"/>
                  <a:pt x="0" y="50806"/>
                </a:cubicBezTo>
                <a:lnTo>
                  <a:pt x="0" y="850744"/>
                </a:lnTo>
                <a:cubicBezTo>
                  <a:pt x="0" y="878805"/>
                  <a:pt x="22745" y="901550"/>
                  <a:pt x="50806" y="901550"/>
                </a:cubicBezTo>
                <a:lnTo>
                  <a:pt x="2097966" y="901550"/>
                </a:lnTo>
              </a:path>
            </a:pathLst>
          </a:custGeom>
          <a:solidFill>
            <a:srgbClr val="32928C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517145" y="2006663"/>
            <a:ext cx="2174170" cy="901550"/>
          </a:xfrm>
          <a:custGeom>
            <a:avLst/>
            <a:gdLst/>
            <a:ahLst/>
            <a:cxnLst/>
            <a:rect l="0" t="0" r="0" b="0"/>
            <a:pathLst>
              <a:path w="2174170" h="901550">
                <a:moveTo>
                  <a:pt x="76204" y="0"/>
                </a:moveTo>
                <a:lnTo>
                  <a:pt x="50803" y="0"/>
                </a:lnTo>
                <a:cubicBezTo>
                  <a:pt x="22745" y="0"/>
                  <a:pt x="0" y="22745"/>
                  <a:pt x="0" y="50803"/>
                </a:cubicBezTo>
                <a:lnTo>
                  <a:pt x="0" y="76204"/>
                </a:lnTo>
                <a:moveTo>
                  <a:pt x="0" y="76204"/>
                </a:moveTo>
                <a:lnTo>
                  <a:pt x="0" y="825345"/>
                </a:lnTo>
                <a:moveTo>
                  <a:pt x="2174170" y="76204"/>
                </a:moveTo>
                <a:lnTo>
                  <a:pt x="2174170" y="825345"/>
                </a:lnTo>
                <a:moveTo>
                  <a:pt x="76204" y="0"/>
                </a:moveTo>
                <a:lnTo>
                  <a:pt x="2097965" y="0"/>
                </a:lnTo>
                <a:moveTo>
                  <a:pt x="76204" y="901550"/>
                </a:moveTo>
                <a:lnTo>
                  <a:pt x="50803" y="901550"/>
                </a:lnTo>
                <a:cubicBezTo>
                  <a:pt x="22745" y="901550"/>
                  <a:pt x="0" y="878804"/>
                  <a:pt x="0" y="850747"/>
                </a:cubicBezTo>
                <a:lnTo>
                  <a:pt x="0" y="825345"/>
                </a:lnTo>
                <a:moveTo>
                  <a:pt x="2097965" y="0"/>
                </a:moveTo>
                <a:lnTo>
                  <a:pt x="2123367" y="0"/>
                </a:lnTo>
                <a:cubicBezTo>
                  <a:pt x="2151424" y="0"/>
                  <a:pt x="2174170" y="22745"/>
                  <a:pt x="2174170" y="50803"/>
                </a:cubicBezTo>
                <a:lnTo>
                  <a:pt x="2174170" y="76204"/>
                </a:lnTo>
                <a:moveTo>
                  <a:pt x="2097965" y="901550"/>
                </a:moveTo>
                <a:lnTo>
                  <a:pt x="76204" y="901550"/>
                </a:lnTo>
                <a:moveTo>
                  <a:pt x="2097965" y="901550"/>
                </a:moveTo>
                <a:lnTo>
                  <a:pt x="2123367" y="901550"/>
                </a:lnTo>
                <a:cubicBezTo>
                  <a:pt x="2151424" y="901550"/>
                  <a:pt x="2174170" y="878804"/>
                  <a:pt x="2174170" y="850747"/>
                </a:cubicBezTo>
                <a:lnTo>
                  <a:pt x="2174170" y="825345"/>
                </a:lnTo>
              </a:path>
            </a:pathLst>
          </a:custGeom>
          <a:noFill/>
          <a:ln w="19052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17146" y="3162258"/>
            <a:ext cx="2222306" cy="1066114"/>
          </a:xfrm>
          <a:custGeom>
            <a:avLst/>
            <a:gdLst/>
            <a:ahLst/>
            <a:cxnLst/>
            <a:rect l="0" t="0" r="0" b="0"/>
            <a:pathLst>
              <a:path w="2222306" h="1066114">
                <a:moveTo>
                  <a:pt x="2146106" y="1066114"/>
                </a:moveTo>
                <a:lnTo>
                  <a:pt x="2171509" y="1066114"/>
                </a:lnTo>
                <a:cubicBezTo>
                  <a:pt x="2199560" y="1066114"/>
                  <a:pt x="2222306" y="1043368"/>
                  <a:pt x="2222306" y="1015307"/>
                </a:cubicBezTo>
                <a:lnTo>
                  <a:pt x="2222306" y="50806"/>
                </a:lnTo>
                <a:cubicBezTo>
                  <a:pt x="2222306" y="22745"/>
                  <a:pt x="2199560" y="0"/>
                  <a:pt x="2171509" y="0"/>
                </a:cubicBezTo>
                <a:lnTo>
                  <a:pt x="50806" y="0"/>
                </a:lnTo>
                <a:cubicBezTo>
                  <a:pt x="22745" y="0"/>
                  <a:pt x="0" y="22745"/>
                  <a:pt x="0" y="50806"/>
                </a:cubicBezTo>
                <a:lnTo>
                  <a:pt x="0" y="1015307"/>
                </a:lnTo>
                <a:cubicBezTo>
                  <a:pt x="0" y="1043368"/>
                  <a:pt x="22745" y="1066114"/>
                  <a:pt x="50806" y="1066114"/>
                </a:cubicBezTo>
                <a:lnTo>
                  <a:pt x="2146106" y="1066114"/>
                </a:lnTo>
              </a:path>
            </a:pathLst>
          </a:custGeom>
          <a:solidFill>
            <a:srgbClr val="32928C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517146" y="3162258"/>
            <a:ext cx="2222309" cy="1066111"/>
          </a:xfrm>
          <a:custGeom>
            <a:avLst/>
            <a:gdLst/>
            <a:ahLst/>
            <a:cxnLst/>
            <a:rect l="0" t="0" r="0" b="0"/>
            <a:pathLst>
              <a:path w="2222309" h="1066111">
                <a:moveTo>
                  <a:pt x="76204" y="0"/>
                </a:moveTo>
                <a:lnTo>
                  <a:pt x="50803" y="0"/>
                </a:lnTo>
                <a:cubicBezTo>
                  <a:pt x="22745" y="0"/>
                  <a:pt x="0" y="22745"/>
                  <a:pt x="0" y="50803"/>
                </a:cubicBezTo>
                <a:lnTo>
                  <a:pt x="0" y="76204"/>
                </a:lnTo>
                <a:moveTo>
                  <a:pt x="0" y="76204"/>
                </a:moveTo>
                <a:lnTo>
                  <a:pt x="0" y="989907"/>
                </a:lnTo>
                <a:moveTo>
                  <a:pt x="2222309" y="76204"/>
                </a:moveTo>
                <a:lnTo>
                  <a:pt x="2222309" y="989907"/>
                </a:lnTo>
                <a:moveTo>
                  <a:pt x="76204" y="0"/>
                </a:moveTo>
                <a:lnTo>
                  <a:pt x="2146105" y="0"/>
                </a:lnTo>
                <a:moveTo>
                  <a:pt x="76204" y="1066111"/>
                </a:moveTo>
                <a:lnTo>
                  <a:pt x="50803" y="1066111"/>
                </a:lnTo>
                <a:cubicBezTo>
                  <a:pt x="22745" y="1066111"/>
                  <a:pt x="0" y="1043366"/>
                  <a:pt x="0" y="1015308"/>
                </a:cubicBezTo>
                <a:lnTo>
                  <a:pt x="0" y="989907"/>
                </a:lnTo>
                <a:moveTo>
                  <a:pt x="2146105" y="0"/>
                </a:moveTo>
                <a:lnTo>
                  <a:pt x="2171506" y="0"/>
                </a:lnTo>
                <a:cubicBezTo>
                  <a:pt x="2199563" y="0"/>
                  <a:pt x="2222309" y="22745"/>
                  <a:pt x="2222309" y="50803"/>
                </a:cubicBezTo>
                <a:lnTo>
                  <a:pt x="2222309" y="76204"/>
                </a:lnTo>
                <a:moveTo>
                  <a:pt x="2146105" y="1066111"/>
                </a:moveTo>
                <a:lnTo>
                  <a:pt x="76204" y="1066111"/>
                </a:lnTo>
                <a:moveTo>
                  <a:pt x="2146105" y="1066111"/>
                </a:moveTo>
                <a:lnTo>
                  <a:pt x="2171506" y="1066111"/>
                </a:lnTo>
                <a:cubicBezTo>
                  <a:pt x="2199563" y="1066111"/>
                  <a:pt x="2222309" y="1043366"/>
                  <a:pt x="2222309" y="1015308"/>
                </a:cubicBezTo>
                <a:lnTo>
                  <a:pt x="2222309" y="989907"/>
                </a:lnTo>
              </a:path>
            </a:pathLst>
          </a:custGeom>
          <a:noFill/>
          <a:ln w="19052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653910" y="2502182"/>
            <a:ext cx="2042407" cy="1066114"/>
          </a:xfrm>
          <a:custGeom>
            <a:avLst/>
            <a:gdLst/>
            <a:ahLst/>
            <a:cxnLst/>
            <a:rect l="0" t="0" r="0" b="0"/>
            <a:pathLst>
              <a:path w="2042407" h="1066114">
                <a:moveTo>
                  <a:pt x="1851898" y="0"/>
                </a:moveTo>
                <a:cubicBezTo>
                  <a:pt x="1957120" y="0"/>
                  <a:pt x="2042407" y="238658"/>
                  <a:pt x="2042407" y="533057"/>
                </a:cubicBezTo>
                <a:cubicBezTo>
                  <a:pt x="2042407" y="827455"/>
                  <a:pt x="1957120" y="1066114"/>
                  <a:pt x="1851898" y="1066114"/>
                </a:cubicBezTo>
                <a:lnTo>
                  <a:pt x="190509" y="1066114"/>
                </a:lnTo>
                <a:cubicBezTo>
                  <a:pt x="85296" y="1066114"/>
                  <a:pt x="0" y="827455"/>
                  <a:pt x="0" y="533057"/>
                </a:cubicBezTo>
                <a:cubicBezTo>
                  <a:pt x="0" y="238658"/>
                  <a:pt x="85296" y="0"/>
                  <a:pt x="190509" y="0"/>
                </a:cubicBezTo>
                <a:lnTo>
                  <a:pt x="1851898" y="0"/>
                </a:lnTo>
              </a:path>
            </a:pathLst>
          </a:custGeom>
          <a:solidFill>
            <a:srgbClr val="32928C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53910" y="2502182"/>
            <a:ext cx="2042411" cy="1066113"/>
          </a:xfrm>
          <a:custGeom>
            <a:avLst/>
            <a:gdLst/>
            <a:ahLst/>
            <a:cxnLst/>
            <a:rect l="0" t="0" r="0" b="0"/>
            <a:pathLst>
              <a:path w="2042411" h="1066113">
                <a:moveTo>
                  <a:pt x="190511" y="1066113"/>
                </a:moveTo>
                <a:cubicBezTo>
                  <a:pt x="85294" y="1066113"/>
                  <a:pt x="0" y="827454"/>
                  <a:pt x="0" y="533056"/>
                </a:cubicBezTo>
                <a:cubicBezTo>
                  <a:pt x="0" y="238658"/>
                  <a:pt x="85294" y="0"/>
                  <a:pt x="190511" y="0"/>
                </a:cubicBezTo>
                <a:moveTo>
                  <a:pt x="1851900" y="1066113"/>
                </a:moveTo>
                <a:cubicBezTo>
                  <a:pt x="1957117" y="1066113"/>
                  <a:pt x="2042411" y="827454"/>
                  <a:pt x="2042411" y="533056"/>
                </a:cubicBezTo>
                <a:cubicBezTo>
                  <a:pt x="2042411" y="238658"/>
                  <a:pt x="1957117" y="0"/>
                  <a:pt x="1851900" y="0"/>
                </a:cubicBezTo>
                <a:moveTo>
                  <a:pt x="190511" y="0"/>
                </a:moveTo>
                <a:lnTo>
                  <a:pt x="1851900" y="0"/>
                </a:lnTo>
                <a:moveTo>
                  <a:pt x="1851900" y="1066113"/>
                </a:moveTo>
                <a:lnTo>
                  <a:pt x="190511" y="1066113"/>
                </a:lnTo>
              </a:path>
            </a:pathLst>
          </a:custGeom>
          <a:noFill/>
          <a:ln w="19052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2" name="Group 11"/>
          <p:cNvGrpSpPr/>
          <p:nvPr/>
        </p:nvGrpSpPr>
        <p:grpSpPr>
          <a:xfrm>
            <a:off x="2602691" y="2356489"/>
            <a:ext cx="891540" cy="678751"/>
            <a:chOff x="2602691" y="2356489"/>
            <a:chExt cx="891540" cy="678751"/>
          </a:xfrm>
        </p:grpSpPr>
        <p:sp>
          <p:nvSpPr>
            <p:cNvPr id="10" name="Rounded Rectangle 9"/>
            <p:cNvSpPr/>
            <p:nvPr/>
          </p:nvSpPr>
          <p:spPr>
            <a:xfrm>
              <a:off x="2602691" y="2457454"/>
              <a:ext cx="883348" cy="577786"/>
            </a:xfrm>
            <a:custGeom>
              <a:avLst/>
              <a:gdLst/>
              <a:ahLst/>
              <a:cxnLst/>
              <a:rect l="0" t="0" r="0" b="0"/>
              <a:pathLst>
                <a:path w="883348" h="577786">
                  <a:moveTo>
                    <a:pt x="0" y="577786"/>
                  </a:moveTo>
                  <a:lnTo>
                    <a:pt x="342900" y="577786"/>
                  </a:lnTo>
                  <a:cubicBezTo>
                    <a:pt x="406050" y="577786"/>
                    <a:pt x="457200" y="526637"/>
                    <a:pt x="457200" y="463486"/>
                  </a:cubicBezTo>
                  <a:lnTo>
                    <a:pt x="457200" y="114300"/>
                  </a:lnTo>
                  <a:cubicBezTo>
                    <a:pt x="457200" y="51149"/>
                    <a:pt x="508444" y="0"/>
                    <a:pt x="571500" y="0"/>
                  </a:cubicBezTo>
                  <a:lnTo>
                    <a:pt x="883348" y="0"/>
                  </a:lnTo>
                </a:path>
              </a:pathLst>
            </a:custGeom>
            <a:noFill/>
            <a:ln w="38104">
              <a:solidFill>
                <a:srgbClr val="A3A3A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392314" y="2356489"/>
              <a:ext cx="101917" cy="201930"/>
            </a:xfrm>
            <a:custGeom>
              <a:avLst/>
              <a:gdLst/>
              <a:ahLst/>
              <a:cxnLst/>
              <a:rect l="0" t="0" r="0" b="0"/>
              <a:pathLst>
                <a:path w="101917" h="201930">
                  <a:moveTo>
                    <a:pt x="0" y="201930"/>
                  </a:moveTo>
                  <a:lnTo>
                    <a:pt x="101917" y="100964"/>
                  </a:lnTo>
                  <a:lnTo>
                    <a:pt x="0" y="0"/>
                  </a:lnTo>
                </a:path>
              </a:pathLst>
            </a:custGeom>
            <a:noFill/>
            <a:ln w="38104">
              <a:solidFill>
                <a:srgbClr val="A3A3A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602691" y="3035251"/>
            <a:ext cx="891540" cy="761048"/>
            <a:chOff x="2602691" y="3035251"/>
            <a:chExt cx="891540" cy="761048"/>
          </a:xfrm>
        </p:grpSpPr>
        <p:sp>
          <p:nvSpPr>
            <p:cNvPr id="13" name="Rounded Rectangle 12"/>
            <p:cNvSpPr/>
            <p:nvPr/>
          </p:nvSpPr>
          <p:spPr>
            <a:xfrm>
              <a:off x="2602691" y="3035251"/>
              <a:ext cx="883348" cy="660082"/>
            </a:xfrm>
            <a:custGeom>
              <a:avLst/>
              <a:gdLst/>
              <a:ahLst/>
              <a:cxnLst/>
              <a:rect l="0" t="0" r="0" b="0"/>
              <a:pathLst>
                <a:path w="883348" h="660082">
                  <a:moveTo>
                    <a:pt x="0" y="0"/>
                  </a:moveTo>
                  <a:lnTo>
                    <a:pt x="342900" y="0"/>
                  </a:lnTo>
                  <a:cubicBezTo>
                    <a:pt x="406050" y="0"/>
                    <a:pt x="457200" y="51149"/>
                    <a:pt x="457200" y="114300"/>
                  </a:cubicBezTo>
                  <a:lnTo>
                    <a:pt x="457200" y="545782"/>
                  </a:lnTo>
                  <a:cubicBezTo>
                    <a:pt x="457200" y="608933"/>
                    <a:pt x="508444" y="660082"/>
                    <a:pt x="571500" y="660082"/>
                  </a:cubicBezTo>
                  <a:lnTo>
                    <a:pt x="883348" y="660082"/>
                  </a:lnTo>
                </a:path>
              </a:pathLst>
            </a:custGeom>
            <a:noFill/>
            <a:ln w="38104">
              <a:solidFill>
                <a:srgbClr val="A3A3A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392314" y="3594369"/>
              <a:ext cx="101917" cy="201930"/>
            </a:xfrm>
            <a:custGeom>
              <a:avLst/>
              <a:gdLst/>
              <a:ahLst/>
              <a:cxnLst/>
              <a:rect l="0" t="0" r="0" b="0"/>
              <a:pathLst>
                <a:path w="101917" h="201930">
                  <a:moveTo>
                    <a:pt x="0" y="201930"/>
                  </a:moveTo>
                  <a:lnTo>
                    <a:pt x="101917" y="100965"/>
                  </a:lnTo>
                  <a:lnTo>
                    <a:pt x="0" y="0"/>
                  </a:lnTo>
                </a:path>
              </a:pathLst>
            </a:custGeom>
            <a:noFill/>
            <a:ln w="38104">
              <a:solidFill>
                <a:srgbClr val="A3A3A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691315" y="2457454"/>
            <a:ext cx="939164" cy="679132"/>
            <a:chOff x="5691315" y="2457454"/>
            <a:chExt cx="939164" cy="679132"/>
          </a:xfrm>
        </p:grpSpPr>
        <p:sp>
          <p:nvSpPr>
            <p:cNvPr id="16" name="Rounded Rectangle 15"/>
            <p:cNvSpPr/>
            <p:nvPr/>
          </p:nvSpPr>
          <p:spPr>
            <a:xfrm>
              <a:off x="5691315" y="2457454"/>
              <a:ext cx="931449" cy="577786"/>
            </a:xfrm>
            <a:custGeom>
              <a:avLst/>
              <a:gdLst/>
              <a:ahLst/>
              <a:cxnLst/>
              <a:rect l="0" t="0" r="0" b="0"/>
              <a:pathLst>
                <a:path w="931449" h="577786">
                  <a:moveTo>
                    <a:pt x="0" y="0"/>
                  </a:moveTo>
                  <a:lnTo>
                    <a:pt x="391096" y="0"/>
                  </a:lnTo>
                  <a:cubicBezTo>
                    <a:pt x="454152" y="0"/>
                    <a:pt x="505396" y="51149"/>
                    <a:pt x="505396" y="114300"/>
                  </a:cubicBezTo>
                  <a:lnTo>
                    <a:pt x="505396" y="463486"/>
                  </a:lnTo>
                  <a:cubicBezTo>
                    <a:pt x="505396" y="526637"/>
                    <a:pt x="556545" y="577786"/>
                    <a:pt x="619696" y="577786"/>
                  </a:cubicBezTo>
                  <a:lnTo>
                    <a:pt x="931449" y="577786"/>
                  </a:lnTo>
                </a:path>
              </a:pathLst>
            </a:custGeom>
            <a:noFill/>
            <a:ln w="38104">
              <a:solidFill>
                <a:srgbClr val="A3A3A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529515" y="2933704"/>
              <a:ext cx="100964" cy="202882"/>
            </a:xfrm>
            <a:custGeom>
              <a:avLst/>
              <a:gdLst/>
              <a:ahLst/>
              <a:cxnLst/>
              <a:rect l="0" t="0" r="0" b="0"/>
              <a:pathLst>
                <a:path w="100964" h="202882">
                  <a:moveTo>
                    <a:pt x="0" y="202882"/>
                  </a:moveTo>
                  <a:lnTo>
                    <a:pt x="100964" y="101917"/>
                  </a:lnTo>
                  <a:lnTo>
                    <a:pt x="0" y="0"/>
                  </a:lnTo>
                </a:path>
              </a:pathLst>
            </a:custGeom>
            <a:noFill/>
            <a:ln w="38104">
              <a:solidFill>
                <a:srgbClr val="A3A3A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739456" y="2934286"/>
            <a:ext cx="891539" cy="761047"/>
            <a:chOff x="5739456" y="2934286"/>
            <a:chExt cx="891539" cy="761047"/>
          </a:xfrm>
        </p:grpSpPr>
        <p:sp>
          <p:nvSpPr>
            <p:cNvPr id="19" name="Rounded Rectangle 18"/>
            <p:cNvSpPr/>
            <p:nvPr/>
          </p:nvSpPr>
          <p:spPr>
            <a:xfrm>
              <a:off x="5739456" y="3035251"/>
              <a:ext cx="883348" cy="660082"/>
            </a:xfrm>
            <a:custGeom>
              <a:avLst/>
              <a:gdLst/>
              <a:ahLst/>
              <a:cxnLst/>
              <a:rect l="0" t="0" r="0" b="0"/>
              <a:pathLst>
                <a:path w="883348" h="660082">
                  <a:moveTo>
                    <a:pt x="0" y="660082"/>
                  </a:moveTo>
                  <a:lnTo>
                    <a:pt x="342900" y="660082"/>
                  </a:lnTo>
                  <a:cubicBezTo>
                    <a:pt x="406050" y="660082"/>
                    <a:pt x="457200" y="608933"/>
                    <a:pt x="457200" y="545782"/>
                  </a:cubicBezTo>
                  <a:lnTo>
                    <a:pt x="457200" y="114300"/>
                  </a:lnTo>
                  <a:cubicBezTo>
                    <a:pt x="457200" y="51149"/>
                    <a:pt x="508444" y="0"/>
                    <a:pt x="571500" y="0"/>
                  </a:cubicBezTo>
                  <a:lnTo>
                    <a:pt x="883348" y="0"/>
                  </a:lnTo>
                </a:path>
              </a:pathLst>
            </a:custGeom>
            <a:noFill/>
            <a:ln w="38104">
              <a:solidFill>
                <a:srgbClr val="A3A3A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529078" y="2934286"/>
              <a:ext cx="101917" cy="201930"/>
            </a:xfrm>
            <a:custGeom>
              <a:avLst/>
              <a:gdLst/>
              <a:ahLst/>
              <a:cxnLst/>
              <a:rect l="0" t="0" r="0" b="0"/>
              <a:pathLst>
                <a:path w="101917" h="201930">
                  <a:moveTo>
                    <a:pt x="0" y="201930"/>
                  </a:moveTo>
                  <a:lnTo>
                    <a:pt x="101917" y="100965"/>
                  </a:lnTo>
                  <a:lnTo>
                    <a:pt x="0" y="0"/>
                  </a:lnTo>
                </a:path>
              </a:pathLst>
            </a:custGeom>
            <a:noFill/>
            <a:ln w="38104">
              <a:solidFill>
                <a:srgbClr val="A3A3A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2" name="Rounded Rectangle 21"/>
          <p:cNvSpPr/>
          <p:nvPr/>
        </p:nvSpPr>
        <p:spPr>
          <a:xfrm>
            <a:off x="3631453" y="2305045"/>
            <a:ext cx="304819" cy="304819"/>
          </a:xfrm>
          <a:custGeom>
            <a:avLst/>
            <a:gdLst/>
            <a:ahLst/>
            <a:cxnLst/>
            <a:rect l="0" t="0" r="0" b="0"/>
            <a:pathLst>
              <a:path w="304819" h="304819">
                <a:moveTo>
                  <a:pt x="123958" y="142884"/>
                </a:moveTo>
                <a:lnTo>
                  <a:pt x="180860" y="142884"/>
                </a:lnTo>
                <a:cubicBezTo>
                  <a:pt x="179031" y="115100"/>
                  <a:pt x="171278" y="88039"/>
                  <a:pt x="158124" y="63503"/>
                </a:cubicBezTo>
                <a:lnTo>
                  <a:pt x="146694" y="63503"/>
                </a:lnTo>
                <a:cubicBezTo>
                  <a:pt x="133540" y="88039"/>
                  <a:pt x="125787" y="115100"/>
                  <a:pt x="123958" y="142884"/>
                </a:cubicBezTo>
                <a:moveTo>
                  <a:pt x="105032" y="142884"/>
                </a:moveTo>
                <a:cubicBezTo>
                  <a:pt x="106508" y="117119"/>
                  <a:pt x="112709" y="91849"/>
                  <a:pt x="123320" y="68332"/>
                </a:cubicBezTo>
                <a:cubicBezTo>
                  <a:pt x="90582" y="79438"/>
                  <a:pt x="67256" y="108518"/>
                  <a:pt x="63503" y="142884"/>
                </a:cubicBezTo>
                <a:lnTo>
                  <a:pt x="105032" y="142884"/>
                </a:lnTo>
                <a:moveTo>
                  <a:pt x="199786" y="142884"/>
                </a:moveTo>
                <a:lnTo>
                  <a:pt x="241315" y="142884"/>
                </a:lnTo>
                <a:cubicBezTo>
                  <a:pt x="237648" y="108642"/>
                  <a:pt x="214541" y="79600"/>
                  <a:pt x="182003" y="68332"/>
                </a:cubicBezTo>
                <a:cubicBezTo>
                  <a:pt x="192443" y="91887"/>
                  <a:pt x="198462" y="117157"/>
                  <a:pt x="199786" y="142884"/>
                </a:cubicBezTo>
                <a:moveTo>
                  <a:pt x="199786" y="161934"/>
                </a:moveTo>
                <a:cubicBezTo>
                  <a:pt x="198310" y="187699"/>
                  <a:pt x="192109" y="212969"/>
                  <a:pt x="181489" y="236486"/>
                </a:cubicBezTo>
                <a:cubicBezTo>
                  <a:pt x="214236" y="225380"/>
                  <a:pt x="237563" y="196300"/>
                  <a:pt x="241315" y="161934"/>
                </a:cubicBezTo>
                <a:lnTo>
                  <a:pt x="199786" y="161934"/>
                </a:lnTo>
                <a:moveTo>
                  <a:pt x="105032" y="161934"/>
                </a:moveTo>
                <a:lnTo>
                  <a:pt x="63503" y="161934"/>
                </a:lnTo>
                <a:cubicBezTo>
                  <a:pt x="67170" y="196176"/>
                  <a:pt x="90277" y="225218"/>
                  <a:pt x="122815" y="236486"/>
                </a:cubicBezTo>
                <a:cubicBezTo>
                  <a:pt x="112375" y="212931"/>
                  <a:pt x="106356" y="187661"/>
                  <a:pt x="105032" y="161934"/>
                </a:cubicBezTo>
                <a:moveTo>
                  <a:pt x="180860" y="161934"/>
                </a:moveTo>
                <a:lnTo>
                  <a:pt x="123958" y="161934"/>
                </a:lnTo>
                <a:cubicBezTo>
                  <a:pt x="125844" y="189699"/>
                  <a:pt x="133588" y="216760"/>
                  <a:pt x="146694" y="241315"/>
                </a:cubicBezTo>
                <a:lnTo>
                  <a:pt x="158124" y="241315"/>
                </a:lnTo>
                <a:cubicBezTo>
                  <a:pt x="171278" y="216779"/>
                  <a:pt x="179031" y="189709"/>
                  <a:pt x="180860" y="161934"/>
                </a:cubicBezTo>
                <a:moveTo>
                  <a:pt x="152409" y="0"/>
                </a:moveTo>
                <a:cubicBezTo>
                  <a:pt x="141884" y="0"/>
                  <a:pt x="133359" y="8524"/>
                  <a:pt x="133359" y="19050"/>
                </a:cubicBezTo>
                <a:cubicBezTo>
                  <a:pt x="133359" y="29575"/>
                  <a:pt x="141884" y="38100"/>
                  <a:pt x="152409" y="38100"/>
                </a:cubicBezTo>
                <a:cubicBezTo>
                  <a:pt x="162934" y="38100"/>
                  <a:pt x="171459" y="29575"/>
                  <a:pt x="171459" y="19050"/>
                </a:cubicBezTo>
                <a:cubicBezTo>
                  <a:pt x="171459" y="8524"/>
                  <a:pt x="162934" y="0"/>
                  <a:pt x="152409" y="0"/>
                </a:cubicBezTo>
                <a:moveTo>
                  <a:pt x="152409" y="266719"/>
                </a:moveTo>
                <a:cubicBezTo>
                  <a:pt x="141884" y="266719"/>
                  <a:pt x="133359" y="275243"/>
                  <a:pt x="133359" y="285769"/>
                </a:cubicBezTo>
                <a:cubicBezTo>
                  <a:pt x="133359" y="296284"/>
                  <a:pt x="141884" y="304819"/>
                  <a:pt x="152409" y="304819"/>
                </a:cubicBezTo>
                <a:cubicBezTo>
                  <a:pt x="162934" y="304819"/>
                  <a:pt x="171459" y="296284"/>
                  <a:pt x="171459" y="285769"/>
                </a:cubicBezTo>
                <a:cubicBezTo>
                  <a:pt x="171459" y="275243"/>
                  <a:pt x="162934" y="266719"/>
                  <a:pt x="152409" y="266719"/>
                </a:cubicBezTo>
                <a:moveTo>
                  <a:pt x="260242" y="44577"/>
                </a:moveTo>
                <a:cubicBezTo>
                  <a:pt x="254765" y="39071"/>
                  <a:pt x="246506" y="37414"/>
                  <a:pt x="239325" y="40376"/>
                </a:cubicBezTo>
                <a:cubicBezTo>
                  <a:pt x="232143" y="43338"/>
                  <a:pt x="227466" y="50339"/>
                  <a:pt x="227466" y="58102"/>
                </a:cubicBezTo>
                <a:cubicBezTo>
                  <a:pt x="227466" y="65874"/>
                  <a:pt x="232143" y="72866"/>
                  <a:pt x="239325" y="75838"/>
                </a:cubicBezTo>
                <a:cubicBezTo>
                  <a:pt x="246506" y="78800"/>
                  <a:pt x="254765" y="77133"/>
                  <a:pt x="260242" y="71628"/>
                </a:cubicBezTo>
                <a:cubicBezTo>
                  <a:pt x="267614" y="64122"/>
                  <a:pt x="267614" y="52092"/>
                  <a:pt x="260242" y="44577"/>
                </a:cubicBezTo>
                <a:moveTo>
                  <a:pt x="71627" y="233181"/>
                </a:moveTo>
                <a:cubicBezTo>
                  <a:pt x="66151" y="227676"/>
                  <a:pt x="57902" y="226018"/>
                  <a:pt x="50720" y="228981"/>
                </a:cubicBezTo>
                <a:cubicBezTo>
                  <a:pt x="43538" y="231943"/>
                  <a:pt x="38861" y="238944"/>
                  <a:pt x="38861" y="246716"/>
                </a:cubicBezTo>
                <a:cubicBezTo>
                  <a:pt x="38861" y="254479"/>
                  <a:pt x="43538" y="261480"/>
                  <a:pt x="50720" y="264442"/>
                </a:cubicBezTo>
                <a:cubicBezTo>
                  <a:pt x="57902" y="267404"/>
                  <a:pt x="66151" y="265747"/>
                  <a:pt x="71627" y="260242"/>
                </a:cubicBezTo>
                <a:cubicBezTo>
                  <a:pt x="79009" y="252726"/>
                  <a:pt x="79009" y="240696"/>
                  <a:pt x="71627" y="233181"/>
                </a:cubicBezTo>
                <a:moveTo>
                  <a:pt x="304819" y="152409"/>
                </a:moveTo>
                <a:cubicBezTo>
                  <a:pt x="304819" y="141884"/>
                  <a:pt x="296284" y="133359"/>
                  <a:pt x="285769" y="133359"/>
                </a:cubicBezTo>
                <a:cubicBezTo>
                  <a:pt x="275243" y="133359"/>
                  <a:pt x="266719" y="141884"/>
                  <a:pt x="266719" y="152409"/>
                </a:cubicBezTo>
                <a:cubicBezTo>
                  <a:pt x="266719" y="162934"/>
                  <a:pt x="275243" y="171459"/>
                  <a:pt x="285769" y="171459"/>
                </a:cubicBezTo>
                <a:cubicBezTo>
                  <a:pt x="296284" y="171459"/>
                  <a:pt x="304819" y="162934"/>
                  <a:pt x="304819" y="152409"/>
                </a:cubicBezTo>
                <a:moveTo>
                  <a:pt x="38100" y="152409"/>
                </a:moveTo>
                <a:cubicBezTo>
                  <a:pt x="38100" y="141884"/>
                  <a:pt x="29575" y="133359"/>
                  <a:pt x="19050" y="133359"/>
                </a:cubicBezTo>
                <a:cubicBezTo>
                  <a:pt x="8524" y="133359"/>
                  <a:pt x="0" y="141884"/>
                  <a:pt x="0" y="152409"/>
                </a:cubicBezTo>
                <a:cubicBezTo>
                  <a:pt x="0" y="162934"/>
                  <a:pt x="8524" y="171459"/>
                  <a:pt x="19050" y="171459"/>
                </a:cubicBezTo>
                <a:cubicBezTo>
                  <a:pt x="29575" y="171459"/>
                  <a:pt x="38100" y="162934"/>
                  <a:pt x="38100" y="152409"/>
                </a:cubicBezTo>
                <a:moveTo>
                  <a:pt x="260242" y="260242"/>
                </a:moveTo>
                <a:cubicBezTo>
                  <a:pt x="265747" y="254765"/>
                  <a:pt x="267404" y="246506"/>
                  <a:pt x="264442" y="239325"/>
                </a:cubicBezTo>
                <a:cubicBezTo>
                  <a:pt x="261480" y="232143"/>
                  <a:pt x="254479" y="227466"/>
                  <a:pt x="246716" y="227466"/>
                </a:cubicBezTo>
                <a:cubicBezTo>
                  <a:pt x="238944" y="227466"/>
                  <a:pt x="231943" y="232143"/>
                  <a:pt x="228981" y="239325"/>
                </a:cubicBezTo>
                <a:cubicBezTo>
                  <a:pt x="226018" y="246506"/>
                  <a:pt x="227676" y="254765"/>
                  <a:pt x="233181" y="260242"/>
                </a:cubicBezTo>
                <a:cubicBezTo>
                  <a:pt x="240696" y="267614"/>
                  <a:pt x="252726" y="267614"/>
                  <a:pt x="260242" y="260242"/>
                </a:cubicBezTo>
                <a:moveTo>
                  <a:pt x="71627" y="71628"/>
                </a:moveTo>
                <a:cubicBezTo>
                  <a:pt x="77133" y="66151"/>
                  <a:pt x="78800" y="57902"/>
                  <a:pt x="75838" y="50720"/>
                </a:cubicBezTo>
                <a:cubicBezTo>
                  <a:pt x="72866" y="43538"/>
                  <a:pt x="65874" y="38862"/>
                  <a:pt x="58102" y="38862"/>
                </a:cubicBezTo>
                <a:cubicBezTo>
                  <a:pt x="50339" y="38862"/>
                  <a:pt x="43338" y="43538"/>
                  <a:pt x="40376" y="50720"/>
                </a:cubicBezTo>
                <a:cubicBezTo>
                  <a:pt x="37414" y="57902"/>
                  <a:pt x="39071" y="66151"/>
                  <a:pt x="44577" y="71628"/>
                </a:cubicBezTo>
                <a:cubicBezTo>
                  <a:pt x="52092" y="79009"/>
                  <a:pt x="64122" y="79009"/>
                  <a:pt x="71627" y="71628"/>
                </a:cubicBezTo>
              </a:path>
            </a:pathLst>
          </a:custGeom>
          <a:solidFill>
            <a:srgbClr val="32928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90599" y="2882842"/>
            <a:ext cx="304819" cy="304819"/>
          </a:xfrm>
          <a:custGeom>
            <a:avLst/>
            <a:gdLst/>
            <a:ahLst/>
            <a:cxnLst/>
            <a:rect l="0" t="0" r="0" b="0"/>
            <a:pathLst>
              <a:path w="304819" h="304819">
                <a:moveTo>
                  <a:pt x="241315" y="107956"/>
                </a:moveTo>
                <a:lnTo>
                  <a:pt x="152409" y="107956"/>
                </a:lnTo>
                <a:cubicBezTo>
                  <a:pt x="145399" y="107956"/>
                  <a:pt x="139712" y="102269"/>
                  <a:pt x="139712" y="95259"/>
                </a:cubicBezTo>
                <a:cubicBezTo>
                  <a:pt x="139712" y="88239"/>
                  <a:pt x="145399" y="82553"/>
                  <a:pt x="152409" y="82553"/>
                </a:cubicBezTo>
                <a:lnTo>
                  <a:pt x="241315" y="82553"/>
                </a:lnTo>
                <a:cubicBezTo>
                  <a:pt x="248326" y="82553"/>
                  <a:pt x="254012" y="88239"/>
                  <a:pt x="254012" y="95259"/>
                </a:cubicBezTo>
                <a:cubicBezTo>
                  <a:pt x="254012" y="102269"/>
                  <a:pt x="248326" y="107956"/>
                  <a:pt x="241315" y="107956"/>
                </a:cubicBezTo>
                <a:moveTo>
                  <a:pt x="158762" y="139712"/>
                </a:moveTo>
                <a:lnTo>
                  <a:pt x="209559" y="139712"/>
                </a:lnTo>
                <a:cubicBezTo>
                  <a:pt x="216579" y="139712"/>
                  <a:pt x="222265" y="145399"/>
                  <a:pt x="222265" y="152409"/>
                </a:cubicBezTo>
                <a:cubicBezTo>
                  <a:pt x="222265" y="159419"/>
                  <a:pt x="216579" y="165106"/>
                  <a:pt x="209559" y="165106"/>
                </a:cubicBezTo>
                <a:lnTo>
                  <a:pt x="158762" y="165106"/>
                </a:lnTo>
                <a:cubicBezTo>
                  <a:pt x="151742" y="165106"/>
                  <a:pt x="146056" y="159419"/>
                  <a:pt x="146056" y="152409"/>
                </a:cubicBezTo>
                <a:cubicBezTo>
                  <a:pt x="146056" y="145399"/>
                  <a:pt x="151742" y="139712"/>
                  <a:pt x="158762" y="139712"/>
                </a:cubicBezTo>
                <a:moveTo>
                  <a:pt x="297322" y="38100"/>
                </a:moveTo>
                <a:lnTo>
                  <a:pt x="266719" y="7496"/>
                </a:lnTo>
                <a:cubicBezTo>
                  <a:pt x="261975" y="2724"/>
                  <a:pt x="255536" y="28"/>
                  <a:pt x="248812" y="0"/>
                </a:cubicBezTo>
                <a:lnTo>
                  <a:pt x="101603" y="0"/>
                </a:lnTo>
                <a:cubicBezTo>
                  <a:pt x="87572" y="0"/>
                  <a:pt x="76200" y="11372"/>
                  <a:pt x="76200" y="25403"/>
                </a:cubicBezTo>
                <a:lnTo>
                  <a:pt x="76200" y="122939"/>
                </a:lnTo>
                <a:cubicBezTo>
                  <a:pt x="76247" y="124339"/>
                  <a:pt x="77162" y="125558"/>
                  <a:pt x="78485" y="125987"/>
                </a:cubicBezTo>
                <a:cubicBezTo>
                  <a:pt x="85010" y="127768"/>
                  <a:pt x="91154" y="130692"/>
                  <a:pt x="96650" y="134626"/>
                </a:cubicBezTo>
                <a:cubicBezTo>
                  <a:pt x="97612" y="135274"/>
                  <a:pt x="98850" y="135350"/>
                  <a:pt x="99879" y="134826"/>
                </a:cubicBezTo>
                <a:cubicBezTo>
                  <a:pt x="100907" y="134292"/>
                  <a:pt x="101574" y="133245"/>
                  <a:pt x="101603" y="132083"/>
                </a:cubicBezTo>
                <a:lnTo>
                  <a:pt x="101603" y="31756"/>
                </a:lnTo>
                <a:cubicBezTo>
                  <a:pt x="101603" y="28241"/>
                  <a:pt x="104451" y="25403"/>
                  <a:pt x="107956" y="25403"/>
                </a:cubicBezTo>
                <a:lnTo>
                  <a:pt x="246145" y="25403"/>
                </a:lnTo>
                <a:cubicBezTo>
                  <a:pt x="247821" y="25384"/>
                  <a:pt x="249440" y="26069"/>
                  <a:pt x="250583" y="27308"/>
                </a:cubicBezTo>
                <a:lnTo>
                  <a:pt x="277510" y="54235"/>
                </a:lnTo>
                <a:cubicBezTo>
                  <a:pt x="278749" y="55378"/>
                  <a:pt x="279434" y="56997"/>
                  <a:pt x="279415" y="58674"/>
                </a:cubicBezTo>
                <a:lnTo>
                  <a:pt x="279415" y="228609"/>
                </a:lnTo>
                <a:cubicBezTo>
                  <a:pt x="279415" y="232124"/>
                  <a:pt x="276577" y="234962"/>
                  <a:pt x="273062" y="234962"/>
                </a:cubicBezTo>
                <a:lnTo>
                  <a:pt x="149237" y="234962"/>
                </a:lnTo>
                <a:cubicBezTo>
                  <a:pt x="147475" y="234962"/>
                  <a:pt x="146056" y="236381"/>
                  <a:pt x="146056" y="238134"/>
                </a:cubicBezTo>
                <a:lnTo>
                  <a:pt x="146056" y="257194"/>
                </a:lnTo>
                <a:cubicBezTo>
                  <a:pt x="146056" y="258946"/>
                  <a:pt x="147475" y="260365"/>
                  <a:pt x="149237" y="260365"/>
                </a:cubicBezTo>
                <a:lnTo>
                  <a:pt x="279415" y="260365"/>
                </a:lnTo>
                <a:cubicBezTo>
                  <a:pt x="293446" y="260365"/>
                  <a:pt x="304819" y="248993"/>
                  <a:pt x="304819" y="234962"/>
                </a:cubicBezTo>
                <a:lnTo>
                  <a:pt x="304819" y="56006"/>
                </a:lnTo>
                <a:cubicBezTo>
                  <a:pt x="304790" y="49282"/>
                  <a:pt x="302094" y="42843"/>
                  <a:pt x="297322" y="38100"/>
                </a:cubicBezTo>
                <a:moveTo>
                  <a:pt x="109356" y="196986"/>
                </a:moveTo>
                <a:cubicBezTo>
                  <a:pt x="108565" y="196919"/>
                  <a:pt x="107956" y="196262"/>
                  <a:pt x="107956" y="195462"/>
                </a:cubicBezTo>
                <a:lnTo>
                  <a:pt x="107956" y="180984"/>
                </a:lnTo>
                <a:cubicBezTo>
                  <a:pt x="107956" y="156438"/>
                  <a:pt x="88058" y="136531"/>
                  <a:pt x="63503" y="136531"/>
                </a:cubicBezTo>
                <a:cubicBezTo>
                  <a:pt x="38957" y="136531"/>
                  <a:pt x="19050" y="156438"/>
                  <a:pt x="19050" y="180984"/>
                </a:cubicBezTo>
                <a:lnTo>
                  <a:pt x="19050" y="195338"/>
                </a:lnTo>
                <a:cubicBezTo>
                  <a:pt x="19088" y="195738"/>
                  <a:pt x="18954" y="196148"/>
                  <a:pt x="18697" y="196453"/>
                </a:cubicBezTo>
                <a:cubicBezTo>
                  <a:pt x="18430" y="196767"/>
                  <a:pt x="18059" y="196957"/>
                  <a:pt x="17649" y="196986"/>
                </a:cubicBezTo>
                <a:cubicBezTo>
                  <a:pt x="7734" y="197719"/>
                  <a:pt x="38" y="205959"/>
                  <a:pt x="0" y="215912"/>
                </a:cubicBezTo>
                <a:lnTo>
                  <a:pt x="0" y="285769"/>
                </a:lnTo>
                <a:cubicBezTo>
                  <a:pt x="0" y="296284"/>
                  <a:pt x="8524" y="304819"/>
                  <a:pt x="19050" y="304819"/>
                </a:cubicBezTo>
                <a:lnTo>
                  <a:pt x="107956" y="304819"/>
                </a:lnTo>
                <a:cubicBezTo>
                  <a:pt x="118481" y="304819"/>
                  <a:pt x="127006" y="296284"/>
                  <a:pt x="127006" y="285769"/>
                </a:cubicBezTo>
                <a:lnTo>
                  <a:pt x="127006" y="215912"/>
                </a:lnTo>
                <a:cubicBezTo>
                  <a:pt x="126968" y="205959"/>
                  <a:pt x="119281" y="197719"/>
                  <a:pt x="109356" y="196986"/>
                </a:cubicBezTo>
                <a:moveTo>
                  <a:pt x="63503" y="269890"/>
                </a:moveTo>
                <a:cubicBezTo>
                  <a:pt x="56492" y="269890"/>
                  <a:pt x="50806" y="264204"/>
                  <a:pt x="50806" y="257194"/>
                </a:cubicBezTo>
                <a:cubicBezTo>
                  <a:pt x="50806" y="250174"/>
                  <a:pt x="56492" y="244487"/>
                  <a:pt x="63503" y="244487"/>
                </a:cubicBezTo>
                <a:cubicBezTo>
                  <a:pt x="70513" y="244487"/>
                  <a:pt x="76200" y="250174"/>
                  <a:pt x="76200" y="257194"/>
                </a:cubicBezTo>
                <a:cubicBezTo>
                  <a:pt x="76200" y="264204"/>
                  <a:pt x="70513" y="269890"/>
                  <a:pt x="63503" y="269890"/>
                </a:cubicBezTo>
                <a:moveTo>
                  <a:pt x="82553" y="195338"/>
                </a:moveTo>
                <a:cubicBezTo>
                  <a:pt x="82553" y="196129"/>
                  <a:pt x="81953" y="196796"/>
                  <a:pt x="81162" y="196862"/>
                </a:cubicBezTo>
                <a:lnTo>
                  <a:pt x="45853" y="196862"/>
                </a:lnTo>
                <a:cubicBezTo>
                  <a:pt x="45081" y="196748"/>
                  <a:pt x="44500" y="196110"/>
                  <a:pt x="44453" y="195338"/>
                </a:cubicBezTo>
                <a:lnTo>
                  <a:pt x="44453" y="180984"/>
                </a:lnTo>
                <a:cubicBezTo>
                  <a:pt x="44453" y="170459"/>
                  <a:pt x="52978" y="161934"/>
                  <a:pt x="63503" y="161934"/>
                </a:cubicBezTo>
                <a:cubicBezTo>
                  <a:pt x="74028" y="161934"/>
                  <a:pt x="82553" y="170459"/>
                  <a:pt x="82553" y="180984"/>
                </a:cubicBezTo>
                <a:lnTo>
                  <a:pt x="82553" y="195338"/>
                </a:lnTo>
              </a:path>
            </a:pathLst>
          </a:custGeom>
          <a:solidFill>
            <a:srgbClr val="E49B0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806319" y="2882842"/>
            <a:ext cx="304819" cy="304819"/>
          </a:xfrm>
          <a:custGeom>
            <a:avLst/>
            <a:gdLst/>
            <a:ahLst/>
            <a:cxnLst/>
            <a:rect l="0" t="0" r="0" b="0"/>
            <a:pathLst>
              <a:path w="304819" h="304819">
                <a:moveTo>
                  <a:pt x="152409" y="107956"/>
                </a:moveTo>
                <a:cubicBezTo>
                  <a:pt x="145399" y="107956"/>
                  <a:pt x="139712" y="102269"/>
                  <a:pt x="139712" y="95259"/>
                </a:cubicBezTo>
                <a:cubicBezTo>
                  <a:pt x="139712" y="88239"/>
                  <a:pt x="145399" y="82553"/>
                  <a:pt x="152409" y="82553"/>
                </a:cubicBezTo>
                <a:lnTo>
                  <a:pt x="241315" y="82553"/>
                </a:lnTo>
                <a:cubicBezTo>
                  <a:pt x="248326" y="82553"/>
                  <a:pt x="254012" y="88239"/>
                  <a:pt x="254012" y="95259"/>
                </a:cubicBezTo>
                <a:cubicBezTo>
                  <a:pt x="254012" y="102269"/>
                  <a:pt x="248326" y="107956"/>
                  <a:pt x="241315" y="107956"/>
                </a:cubicBezTo>
                <a:lnTo>
                  <a:pt x="152409" y="107956"/>
                </a:lnTo>
                <a:moveTo>
                  <a:pt x="297322" y="38100"/>
                </a:moveTo>
                <a:lnTo>
                  <a:pt x="266719" y="7496"/>
                </a:lnTo>
                <a:cubicBezTo>
                  <a:pt x="261975" y="2724"/>
                  <a:pt x="255536" y="28"/>
                  <a:pt x="248812" y="0"/>
                </a:cubicBezTo>
                <a:lnTo>
                  <a:pt x="101603" y="0"/>
                </a:lnTo>
                <a:cubicBezTo>
                  <a:pt x="87572" y="0"/>
                  <a:pt x="76200" y="11372"/>
                  <a:pt x="76200" y="25403"/>
                </a:cubicBezTo>
                <a:lnTo>
                  <a:pt x="76200" y="117862"/>
                </a:lnTo>
                <a:cubicBezTo>
                  <a:pt x="76266" y="119538"/>
                  <a:pt x="77581" y="120910"/>
                  <a:pt x="79248" y="121034"/>
                </a:cubicBezTo>
                <a:cubicBezTo>
                  <a:pt x="83953" y="121034"/>
                  <a:pt x="91954" y="121034"/>
                  <a:pt x="98174" y="122053"/>
                </a:cubicBezTo>
                <a:cubicBezTo>
                  <a:pt x="99059" y="122129"/>
                  <a:pt x="99936" y="121824"/>
                  <a:pt x="100583" y="121215"/>
                </a:cubicBezTo>
                <a:cubicBezTo>
                  <a:pt x="101241" y="120615"/>
                  <a:pt x="101612" y="119767"/>
                  <a:pt x="101603" y="118881"/>
                </a:cubicBezTo>
                <a:lnTo>
                  <a:pt x="101603" y="31756"/>
                </a:lnTo>
                <a:cubicBezTo>
                  <a:pt x="101603" y="28241"/>
                  <a:pt x="104451" y="25403"/>
                  <a:pt x="107956" y="25403"/>
                </a:cubicBezTo>
                <a:lnTo>
                  <a:pt x="246145" y="25403"/>
                </a:lnTo>
                <a:cubicBezTo>
                  <a:pt x="247821" y="25384"/>
                  <a:pt x="249440" y="26069"/>
                  <a:pt x="250583" y="27308"/>
                </a:cubicBezTo>
                <a:lnTo>
                  <a:pt x="277510" y="54235"/>
                </a:lnTo>
                <a:cubicBezTo>
                  <a:pt x="278749" y="55378"/>
                  <a:pt x="279434" y="56997"/>
                  <a:pt x="279415" y="58674"/>
                </a:cubicBezTo>
                <a:lnTo>
                  <a:pt x="279415" y="228609"/>
                </a:lnTo>
                <a:cubicBezTo>
                  <a:pt x="279415" y="232124"/>
                  <a:pt x="276577" y="234962"/>
                  <a:pt x="273062" y="234962"/>
                </a:cubicBezTo>
                <a:lnTo>
                  <a:pt x="185937" y="234962"/>
                </a:lnTo>
                <a:cubicBezTo>
                  <a:pt x="184413" y="235000"/>
                  <a:pt x="183137" y="236124"/>
                  <a:pt x="182889" y="237629"/>
                </a:cubicBezTo>
                <a:cubicBezTo>
                  <a:pt x="181727" y="243944"/>
                  <a:pt x="180032" y="250145"/>
                  <a:pt x="177812" y="256174"/>
                </a:cubicBezTo>
                <a:cubicBezTo>
                  <a:pt x="177422" y="257127"/>
                  <a:pt x="177545" y="258213"/>
                  <a:pt x="178136" y="259060"/>
                </a:cubicBezTo>
                <a:cubicBezTo>
                  <a:pt x="178727" y="259908"/>
                  <a:pt x="179698" y="260394"/>
                  <a:pt x="180727" y="260365"/>
                </a:cubicBezTo>
                <a:lnTo>
                  <a:pt x="279415" y="260365"/>
                </a:lnTo>
                <a:cubicBezTo>
                  <a:pt x="293446" y="260365"/>
                  <a:pt x="304819" y="248993"/>
                  <a:pt x="304819" y="234962"/>
                </a:cubicBezTo>
                <a:lnTo>
                  <a:pt x="304819" y="56006"/>
                </a:lnTo>
                <a:cubicBezTo>
                  <a:pt x="304790" y="49282"/>
                  <a:pt x="302094" y="42843"/>
                  <a:pt x="297322" y="38100"/>
                </a:cubicBezTo>
                <a:moveTo>
                  <a:pt x="222265" y="152409"/>
                </a:moveTo>
                <a:cubicBezTo>
                  <a:pt x="222265" y="159419"/>
                  <a:pt x="216579" y="165106"/>
                  <a:pt x="209559" y="165106"/>
                </a:cubicBezTo>
                <a:lnTo>
                  <a:pt x="167525" y="165106"/>
                </a:lnTo>
                <a:cubicBezTo>
                  <a:pt x="166563" y="165087"/>
                  <a:pt x="165668" y="164620"/>
                  <a:pt x="165106" y="163839"/>
                </a:cubicBezTo>
                <a:cubicBezTo>
                  <a:pt x="160972" y="157772"/>
                  <a:pt x="156152" y="152190"/>
                  <a:pt x="150761" y="147199"/>
                </a:cubicBezTo>
                <a:cubicBezTo>
                  <a:pt x="150104" y="146646"/>
                  <a:pt x="149733" y="145837"/>
                  <a:pt x="149733" y="144980"/>
                </a:cubicBezTo>
                <a:cubicBezTo>
                  <a:pt x="149733" y="144122"/>
                  <a:pt x="150104" y="143313"/>
                  <a:pt x="150761" y="142760"/>
                </a:cubicBezTo>
                <a:cubicBezTo>
                  <a:pt x="152952" y="140779"/>
                  <a:pt x="155800" y="139684"/>
                  <a:pt x="158762" y="139712"/>
                </a:cubicBezTo>
                <a:lnTo>
                  <a:pt x="209559" y="139712"/>
                </a:lnTo>
                <a:cubicBezTo>
                  <a:pt x="216579" y="139712"/>
                  <a:pt x="222265" y="145399"/>
                  <a:pt x="222265" y="152409"/>
                </a:cubicBezTo>
                <a:moveTo>
                  <a:pt x="82553" y="139712"/>
                </a:moveTo>
                <a:cubicBezTo>
                  <a:pt x="36956" y="139712"/>
                  <a:pt x="0" y="176669"/>
                  <a:pt x="0" y="222265"/>
                </a:cubicBezTo>
                <a:cubicBezTo>
                  <a:pt x="0" y="267852"/>
                  <a:pt x="36956" y="304819"/>
                  <a:pt x="82553" y="304819"/>
                </a:cubicBezTo>
                <a:cubicBezTo>
                  <a:pt x="128149" y="304819"/>
                  <a:pt x="165106" y="267852"/>
                  <a:pt x="165106" y="222265"/>
                </a:cubicBezTo>
                <a:cubicBezTo>
                  <a:pt x="165039" y="176698"/>
                  <a:pt x="128120" y="139779"/>
                  <a:pt x="82553" y="139712"/>
                </a:cubicBezTo>
                <a:moveTo>
                  <a:pt x="124082" y="205882"/>
                </a:moveTo>
                <a:lnTo>
                  <a:pt x="87258" y="255031"/>
                </a:lnTo>
                <a:cubicBezTo>
                  <a:pt x="83619" y="259851"/>
                  <a:pt x="77924" y="262670"/>
                  <a:pt x="71885" y="262651"/>
                </a:cubicBezTo>
                <a:cubicBezTo>
                  <a:pt x="67094" y="262461"/>
                  <a:pt x="62560" y="260470"/>
                  <a:pt x="59188" y="257060"/>
                </a:cubicBezTo>
                <a:lnTo>
                  <a:pt x="40138" y="238010"/>
                </a:lnTo>
                <a:cubicBezTo>
                  <a:pt x="36633" y="234257"/>
                  <a:pt x="36737" y="228409"/>
                  <a:pt x="40366" y="224780"/>
                </a:cubicBezTo>
                <a:cubicBezTo>
                  <a:pt x="43995" y="221151"/>
                  <a:pt x="49844" y="221056"/>
                  <a:pt x="53597" y="224551"/>
                </a:cubicBezTo>
                <a:lnTo>
                  <a:pt x="69475" y="241315"/>
                </a:lnTo>
                <a:cubicBezTo>
                  <a:pt x="70056" y="242011"/>
                  <a:pt x="70913" y="242420"/>
                  <a:pt x="71818" y="242420"/>
                </a:cubicBezTo>
                <a:cubicBezTo>
                  <a:pt x="72732" y="242420"/>
                  <a:pt x="73590" y="242011"/>
                  <a:pt x="74171" y="241315"/>
                </a:cubicBezTo>
                <a:lnTo>
                  <a:pt x="108842" y="194319"/>
                </a:lnTo>
                <a:cubicBezTo>
                  <a:pt x="111985" y="190538"/>
                  <a:pt x="117490" y="189766"/>
                  <a:pt x="121548" y="192547"/>
                </a:cubicBezTo>
                <a:cubicBezTo>
                  <a:pt x="123691" y="193938"/>
                  <a:pt x="125187" y="196148"/>
                  <a:pt x="125663" y="198672"/>
                </a:cubicBezTo>
                <a:cubicBezTo>
                  <a:pt x="126139" y="201187"/>
                  <a:pt x="125577" y="203787"/>
                  <a:pt x="124082" y="205882"/>
                </a:cubicBezTo>
              </a:path>
            </a:pathLst>
          </a:custGeom>
          <a:solidFill>
            <a:srgbClr val="32928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631453" y="3542918"/>
            <a:ext cx="304819" cy="304819"/>
          </a:xfrm>
          <a:custGeom>
            <a:avLst/>
            <a:gdLst/>
            <a:ahLst/>
            <a:cxnLst/>
            <a:rect l="0" t="0" r="0" b="0"/>
            <a:pathLst>
              <a:path w="304819" h="304819">
                <a:moveTo>
                  <a:pt x="0" y="44453"/>
                </a:moveTo>
                <a:cubicBezTo>
                  <a:pt x="0" y="61988"/>
                  <a:pt x="14211" y="76200"/>
                  <a:pt x="31756" y="76200"/>
                </a:cubicBezTo>
                <a:lnTo>
                  <a:pt x="247669" y="76200"/>
                </a:lnTo>
                <a:cubicBezTo>
                  <a:pt x="265204" y="76200"/>
                  <a:pt x="279415" y="61988"/>
                  <a:pt x="279415" y="44453"/>
                </a:cubicBezTo>
                <a:lnTo>
                  <a:pt x="279415" y="31756"/>
                </a:lnTo>
                <a:cubicBezTo>
                  <a:pt x="279415" y="14211"/>
                  <a:pt x="265204" y="0"/>
                  <a:pt x="247669" y="0"/>
                </a:cubicBezTo>
                <a:lnTo>
                  <a:pt x="31756" y="0"/>
                </a:lnTo>
                <a:cubicBezTo>
                  <a:pt x="14211" y="0"/>
                  <a:pt x="0" y="14211"/>
                  <a:pt x="0" y="31756"/>
                </a:cubicBezTo>
                <a:lnTo>
                  <a:pt x="0" y="44453"/>
                </a:lnTo>
                <a:moveTo>
                  <a:pt x="46234" y="38100"/>
                </a:moveTo>
                <a:cubicBezTo>
                  <a:pt x="46234" y="30318"/>
                  <a:pt x="52539" y="24002"/>
                  <a:pt x="60331" y="24002"/>
                </a:cubicBezTo>
                <a:cubicBezTo>
                  <a:pt x="68113" y="24002"/>
                  <a:pt x="74428" y="30318"/>
                  <a:pt x="74428" y="38100"/>
                </a:cubicBezTo>
                <a:cubicBezTo>
                  <a:pt x="74428" y="45891"/>
                  <a:pt x="68113" y="52197"/>
                  <a:pt x="60331" y="52197"/>
                </a:cubicBezTo>
                <a:cubicBezTo>
                  <a:pt x="56578" y="52235"/>
                  <a:pt x="52978" y="50758"/>
                  <a:pt x="50320" y="48110"/>
                </a:cubicBezTo>
                <a:cubicBezTo>
                  <a:pt x="47672" y="45453"/>
                  <a:pt x="46196" y="41852"/>
                  <a:pt x="46234" y="38100"/>
                </a:cubicBezTo>
                <a:moveTo>
                  <a:pt x="95259" y="38100"/>
                </a:moveTo>
                <a:cubicBezTo>
                  <a:pt x="95202" y="32327"/>
                  <a:pt x="98650" y="27089"/>
                  <a:pt x="103974" y="24860"/>
                </a:cubicBezTo>
                <a:cubicBezTo>
                  <a:pt x="109308" y="22621"/>
                  <a:pt x="115452" y="23831"/>
                  <a:pt x="119538" y="27917"/>
                </a:cubicBezTo>
                <a:cubicBezTo>
                  <a:pt x="123624" y="32004"/>
                  <a:pt x="124834" y="38147"/>
                  <a:pt x="122596" y="43481"/>
                </a:cubicBezTo>
                <a:cubicBezTo>
                  <a:pt x="120367" y="48806"/>
                  <a:pt x="115128" y="52254"/>
                  <a:pt x="109356" y="52197"/>
                </a:cubicBezTo>
                <a:cubicBezTo>
                  <a:pt x="101565" y="52197"/>
                  <a:pt x="95259" y="45891"/>
                  <a:pt x="95259" y="38100"/>
                </a:cubicBezTo>
                <a:moveTo>
                  <a:pt x="241315" y="114309"/>
                </a:moveTo>
                <a:cubicBezTo>
                  <a:pt x="252841" y="114309"/>
                  <a:pt x="264147" y="117519"/>
                  <a:pt x="273958" y="123577"/>
                </a:cubicBezTo>
                <a:cubicBezTo>
                  <a:pt x="275034" y="124263"/>
                  <a:pt x="276405" y="124320"/>
                  <a:pt x="277539" y="123710"/>
                </a:cubicBezTo>
                <a:cubicBezTo>
                  <a:pt x="278672" y="123110"/>
                  <a:pt x="279387" y="121939"/>
                  <a:pt x="279415" y="120653"/>
                </a:cubicBezTo>
                <a:cubicBezTo>
                  <a:pt x="279415" y="103117"/>
                  <a:pt x="265204" y="88906"/>
                  <a:pt x="247669" y="88906"/>
                </a:cubicBezTo>
                <a:lnTo>
                  <a:pt x="31756" y="88906"/>
                </a:lnTo>
                <a:cubicBezTo>
                  <a:pt x="14211" y="88906"/>
                  <a:pt x="0" y="103117"/>
                  <a:pt x="0" y="120653"/>
                </a:cubicBezTo>
                <a:lnTo>
                  <a:pt x="0" y="133359"/>
                </a:lnTo>
                <a:cubicBezTo>
                  <a:pt x="0" y="150895"/>
                  <a:pt x="14211" y="165106"/>
                  <a:pt x="31756" y="165106"/>
                </a:cubicBezTo>
                <a:lnTo>
                  <a:pt x="174126" y="165106"/>
                </a:lnTo>
                <a:cubicBezTo>
                  <a:pt x="177022" y="165077"/>
                  <a:pt x="179527" y="163096"/>
                  <a:pt x="180222" y="160286"/>
                </a:cubicBezTo>
                <a:cubicBezTo>
                  <a:pt x="188042" y="133045"/>
                  <a:pt x="212969" y="114280"/>
                  <a:pt x="241315" y="114309"/>
                </a:cubicBezTo>
                <a:moveTo>
                  <a:pt x="123577" y="127006"/>
                </a:moveTo>
                <a:cubicBezTo>
                  <a:pt x="123634" y="132768"/>
                  <a:pt x="120195" y="137998"/>
                  <a:pt x="114881" y="140236"/>
                </a:cubicBezTo>
                <a:cubicBezTo>
                  <a:pt x="109575" y="142484"/>
                  <a:pt x="103431" y="141293"/>
                  <a:pt x="99336" y="137236"/>
                </a:cubicBezTo>
                <a:cubicBezTo>
                  <a:pt x="95250" y="133178"/>
                  <a:pt x="94002" y="127053"/>
                  <a:pt x="96202" y="121719"/>
                </a:cubicBezTo>
                <a:cubicBezTo>
                  <a:pt x="98393" y="116385"/>
                  <a:pt x="103584" y="112909"/>
                  <a:pt x="109356" y="112909"/>
                </a:cubicBezTo>
                <a:cubicBezTo>
                  <a:pt x="113118" y="112871"/>
                  <a:pt x="116728" y="114347"/>
                  <a:pt x="119405" y="116995"/>
                </a:cubicBezTo>
                <a:cubicBezTo>
                  <a:pt x="122072" y="119643"/>
                  <a:pt x="123577" y="123243"/>
                  <a:pt x="123577" y="127006"/>
                </a:cubicBezTo>
                <a:moveTo>
                  <a:pt x="74428" y="127006"/>
                </a:moveTo>
                <a:cubicBezTo>
                  <a:pt x="74428" y="134797"/>
                  <a:pt x="68113" y="141103"/>
                  <a:pt x="60331" y="141103"/>
                </a:cubicBezTo>
                <a:cubicBezTo>
                  <a:pt x="52539" y="141103"/>
                  <a:pt x="46234" y="134797"/>
                  <a:pt x="46234" y="127006"/>
                </a:cubicBezTo>
                <a:cubicBezTo>
                  <a:pt x="46234" y="119224"/>
                  <a:pt x="52539" y="112909"/>
                  <a:pt x="60331" y="112909"/>
                </a:cubicBezTo>
                <a:cubicBezTo>
                  <a:pt x="64074" y="112871"/>
                  <a:pt x="67684" y="114347"/>
                  <a:pt x="70332" y="117005"/>
                </a:cubicBezTo>
                <a:cubicBezTo>
                  <a:pt x="72990" y="119653"/>
                  <a:pt x="74456" y="123253"/>
                  <a:pt x="74428" y="127006"/>
                </a:cubicBezTo>
                <a:moveTo>
                  <a:pt x="31756" y="254012"/>
                </a:moveTo>
                <a:lnTo>
                  <a:pt x="152409" y="254012"/>
                </a:lnTo>
                <a:cubicBezTo>
                  <a:pt x="155914" y="254012"/>
                  <a:pt x="158762" y="251174"/>
                  <a:pt x="158762" y="247669"/>
                </a:cubicBezTo>
                <a:lnTo>
                  <a:pt x="158762" y="203215"/>
                </a:lnTo>
                <a:cubicBezTo>
                  <a:pt x="158457" y="195472"/>
                  <a:pt x="162029" y="188090"/>
                  <a:pt x="168287" y="183527"/>
                </a:cubicBezTo>
                <a:cubicBezTo>
                  <a:pt x="169402" y="182689"/>
                  <a:pt x="169840" y="181232"/>
                  <a:pt x="169373" y="179917"/>
                </a:cubicBezTo>
                <a:cubicBezTo>
                  <a:pt x="168906" y="178612"/>
                  <a:pt x="167640" y="177755"/>
                  <a:pt x="166249" y="177812"/>
                </a:cubicBezTo>
                <a:lnTo>
                  <a:pt x="31756" y="177812"/>
                </a:lnTo>
                <a:cubicBezTo>
                  <a:pt x="14211" y="177812"/>
                  <a:pt x="0" y="192024"/>
                  <a:pt x="0" y="209559"/>
                </a:cubicBezTo>
                <a:lnTo>
                  <a:pt x="0" y="222265"/>
                </a:lnTo>
                <a:cubicBezTo>
                  <a:pt x="0" y="239801"/>
                  <a:pt x="14211" y="254012"/>
                  <a:pt x="31756" y="254012"/>
                </a:cubicBezTo>
                <a:moveTo>
                  <a:pt x="46234" y="215912"/>
                </a:moveTo>
                <a:cubicBezTo>
                  <a:pt x="46234" y="208130"/>
                  <a:pt x="52539" y="201815"/>
                  <a:pt x="60331" y="201815"/>
                </a:cubicBezTo>
                <a:cubicBezTo>
                  <a:pt x="68113" y="201815"/>
                  <a:pt x="74428" y="208130"/>
                  <a:pt x="74428" y="215912"/>
                </a:cubicBezTo>
                <a:cubicBezTo>
                  <a:pt x="74428" y="223694"/>
                  <a:pt x="68113" y="230009"/>
                  <a:pt x="60331" y="230009"/>
                </a:cubicBezTo>
                <a:cubicBezTo>
                  <a:pt x="56578" y="230047"/>
                  <a:pt x="52978" y="228571"/>
                  <a:pt x="50320" y="225923"/>
                </a:cubicBezTo>
                <a:cubicBezTo>
                  <a:pt x="47672" y="223265"/>
                  <a:pt x="46196" y="219665"/>
                  <a:pt x="46234" y="215912"/>
                </a:cubicBezTo>
                <a:moveTo>
                  <a:pt x="95259" y="215912"/>
                </a:moveTo>
                <a:cubicBezTo>
                  <a:pt x="95202" y="210140"/>
                  <a:pt x="98650" y="204901"/>
                  <a:pt x="103974" y="202672"/>
                </a:cubicBezTo>
                <a:cubicBezTo>
                  <a:pt x="109308" y="200434"/>
                  <a:pt x="115452" y="201644"/>
                  <a:pt x="119538" y="205730"/>
                </a:cubicBezTo>
                <a:cubicBezTo>
                  <a:pt x="123624" y="209816"/>
                  <a:pt x="124834" y="215960"/>
                  <a:pt x="122596" y="221284"/>
                </a:cubicBezTo>
                <a:cubicBezTo>
                  <a:pt x="120367" y="226618"/>
                  <a:pt x="115128" y="230057"/>
                  <a:pt x="109356" y="230009"/>
                </a:cubicBezTo>
                <a:cubicBezTo>
                  <a:pt x="101565" y="230009"/>
                  <a:pt x="95259" y="223694"/>
                  <a:pt x="95259" y="215912"/>
                </a:cubicBezTo>
                <a:moveTo>
                  <a:pt x="196862" y="193938"/>
                </a:moveTo>
                <a:cubicBezTo>
                  <a:pt x="196872" y="195481"/>
                  <a:pt x="195729" y="196796"/>
                  <a:pt x="194195" y="196986"/>
                </a:cubicBezTo>
                <a:cubicBezTo>
                  <a:pt x="184832" y="198424"/>
                  <a:pt x="177888" y="206435"/>
                  <a:pt x="177812" y="215912"/>
                </a:cubicBezTo>
                <a:lnTo>
                  <a:pt x="177812" y="285769"/>
                </a:lnTo>
                <a:cubicBezTo>
                  <a:pt x="177812" y="296284"/>
                  <a:pt x="186337" y="304819"/>
                  <a:pt x="196862" y="304819"/>
                </a:cubicBezTo>
                <a:lnTo>
                  <a:pt x="285769" y="304819"/>
                </a:lnTo>
                <a:cubicBezTo>
                  <a:pt x="296284" y="304819"/>
                  <a:pt x="304819" y="296284"/>
                  <a:pt x="304819" y="285769"/>
                </a:cubicBezTo>
                <a:lnTo>
                  <a:pt x="304819" y="215912"/>
                </a:lnTo>
                <a:cubicBezTo>
                  <a:pt x="304742" y="206435"/>
                  <a:pt x="297799" y="198424"/>
                  <a:pt x="288436" y="196986"/>
                </a:cubicBezTo>
                <a:cubicBezTo>
                  <a:pt x="286902" y="196796"/>
                  <a:pt x="285759" y="195481"/>
                  <a:pt x="285769" y="193938"/>
                </a:cubicBezTo>
                <a:lnTo>
                  <a:pt x="285769" y="181241"/>
                </a:lnTo>
                <a:cubicBezTo>
                  <a:pt x="285769" y="156686"/>
                  <a:pt x="265861" y="136788"/>
                  <a:pt x="241315" y="136788"/>
                </a:cubicBezTo>
                <a:cubicBezTo>
                  <a:pt x="216760" y="136788"/>
                  <a:pt x="196862" y="156686"/>
                  <a:pt x="196862" y="181241"/>
                </a:cubicBezTo>
                <a:lnTo>
                  <a:pt x="196862" y="193938"/>
                </a:lnTo>
                <a:moveTo>
                  <a:pt x="254012" y="257441"/>
                </a:moveTo>
                <a:cubicBezTo>
                  <a:pt x="254012" y="264461"/>
                  <a:pt x="248326" y="270148"/>
                  <a:pt x="241315" y="270148"/>
                </a:cubicBezTo>
                <a:cubicBezTo>
                  <a:pt x="234295" y="270148"/>
                  <a:pt x="228609" y="264461"/>
                  <a:pt x="228609" y="257441"/>
                </a:cubicBezTo>
                <a:cubicBezTo>
                  <a:pt x="228609" y="250431"/>
                  <a:pt x="234295" y="244744"/>
                  <a:pt x="241315" y="244744"/>
                </a:cubicBezTo>
                <a:cubicBezTo>
                  <a:pt x="248231" y="244744"/>
                  <a:pt x="253879" y="250278"/>
                  <a:pt x="254012" y="257194"/>
                </a:cubicBezTo>
                <a:moveTo>
                  <a:pt x="241315" y="162191"/>
                </a:moveTo>
                <a:cubicBezTo>
                  <a:pt x="251831" y="162191"/>
                  <a:pt x="260365" y="170716"/>
                  <a:pt x="260365" y="181241"/>
                </a:cubicBezTo>
                <a:lnTo>
                  <a:pt x="260365" y="193938"/>
                </a:lnTo>
                <a:cubicBezTo>
                  <a:pt x="260365" y="195691"/>
                  <a:pt x="258946" y="197119"/>
                  <a:pt x="257194" y="197119"/>
                </a:cubicBezTo>
                <a:lnTo>
                  <a:pt x="225437" y="197119"/>
                </a:lnTo>
                <a:cubicBezTo>
                  <a:pt x="223685" y="197119"/>
                  <a:pt x="222265" y="195691"/>
                  <a:pt x="222265" y="193938"/>
                </a:cubicBezTo>
                <a:lnTo>
                  <a:pt x="222265" y="181241"/>
                </a:lnTo>
                <a:cubicBezTo>
                  <a:pt x="222199" y="176145"/>
                  <a:pt x="224170" y="171230"/>
                  <a:pt x="227752" y="167601"/>
                </a:cubicBezTo>
                <a:cubicBezTo>
                  <a:pt x="231333" y="163972"/>
                  <a:pt x="236220" y="161934"/>
                  <a:pt x="241315" y="161934"/>
                </a:cubicBezTo>
              </a:path>
            </a:pathLst>
          </a:custGeom>
          <a:solidFill>
            <a:srgbClr val="32928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74954" y="2178542"/>
            <a:ext cx="227146" cy="16460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 b="0">
                <a:solidFill>
                  <a:srgbClr val="18181E"/>
                </a:solidFill>
                <a:latin typeface="Montserrat"/>
              </a:rPr>
              <a:t>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31525" y="2120969"/>
            <a:ext cx="1728775" cy="16460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18181E"/>
                </a:solidFill>
                <a:latin typeface="Montserrat"/>
              </a:rPr>
              <a:t>Use Public AI Models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4031525" y="2361781"/>
            <a:ext cx="1521494" cy="432157"/>
            <a:chOff x="4031525" y="2361781"/>
            <a:chExt cx="1521494" cy="432157"/>
          </a:xfrm>
        </p:grpSpPr>
        <p:sp>
          <p:nvSpPr>
            <p:cNvPr id="28" name="TextBox 27"/>
            <p:cNvSpPr txBox="1"/>
            <p:nvPr/>
          </p:nvSpPr>
          <p:spPr>
            <a:xfrm>
              <a:off x="4031525" y="2361781"/>
              <a:ext cx="1749718" cy="144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Proceed with caution if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031525" y="2505894"/>
              <a:ext cx="1749718" cy="144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data is non-sensitive and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031525" y="2649912"/>
              <a:ext cx="1749718" cy="1440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public.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190671" y="2472428"/>
            <a:ext cx="797356" cy="329144"/>
            <a:chOff x="1190671" y="2472428"/>
            <a:chExt cx="797356" cy="329144"/>
          </a:xfrm>
        </p:grpSpPr>
        <p:sp>
          <p:nvSpPr>
            <p:cNvPr id="32" name="TextBox 31"/>
            <p:cNvSpPr txBox="1"/>
            <p:nvPr/>
          </p:nvSpPr>
          <p:spPr>
            <a:xfrm>
              <a:off x="1190671" y="2472428"/>
              <a:ext cx="916959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18181E"/>
                  </a:solidFill>
                  <a:latin typeface="Montserrat"/>
                </a:rPr>
                <a:t>Is the data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90671" y="2637020"/>
              <a:ext cx="916959" cy="1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18181E"/>
                  </a:solidFill>
                  <a:latin typeface="Montserrat"/>
                </a:rPr>
                <a:t>sensitive?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206392" y="2616494"/>
            <a:ext cx="1069895" cy="329144"/>
            <a:chOff x="7206392" y="2616494"/>
            <a:chExt cx="1069895" cy="329144"/>
          </a:xfrm>
        </p:grpSpPr>
        <p:sp>
          <p:nvSpPr>
            <p:cNvPr id="35" name="TextBox 34"/>
            <p:cNvSpPr txBox="1"/>
            <p:nvPr/>
          </p:nvSpPr>
          <p:spPr>
            <a:xfrm>
              <a:off x="7206392" y="2616494"/>
              <a:ext cx="1230379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18181E"/>
                  </a:solidFill>
                  <a:latin typeface="Montserrat"/>
                </a:rPr>
                <a:t>Ensure Ethical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06392" y="2781086"/>
              <a:ext cx="1230379" cy="1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18181E"/>
                  </a:solidFill>
                  <a:latin typeface="Montserrat"/>
                </a:rPr>
                <a:t>Compliance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1190671" y="2877796"/>
            <a:ext cx="1046683" cy="720289"/>
            <a:chOff x="1190671" y="2877796"/>
            <a:chExt cx="1046683" cy="720289"/>
          </a:xfrm>
        </p:grpSpPr>
        <p:sp>
          <p:nvSpPr>
            <p:cNvPr id="38" name="TextBox 37"/>
            <p:cNvSpPr txBox="1"/>
            <p:nvPr/>
          </p:nvSpPr>
          <p:spPr>
            <a:xfrm>
              <a:off x="1190671" y="2877796"/>
              <a:ext cx="1203685" cy="144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Evaluate if the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190671" y="3021814"/>
              <a:ext cx="1203685" cy="144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information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190671" y="3165927"/>
              <a:ext cx="1203685" cy="144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contains student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190671" y="3309945"/>
              <a:ext cx="1203685" cy="144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or institutional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190671" y="3454058"/>
              <a:ext cx="1203685" cy="144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data.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7206392" y="3021862"/>
            <a:ext cx="1314211" cy="432157"/>
            <a:chOff x="7206392" y="3021862"/>
            <a:chExt cx="1314211" cy="432157"/>
          </a:xfrm>
        </p:grpSpPr>
        <p:sp>
          <p:nvSpPr>
            <p:cNvPr id="44" name="TextBox 43"/>
            <p:cNvSpPr txBox="1"/>
            <p:nvPr/>
          </p:nvSpPr>
          <p:spPr>
            <a:xfrm>
              <a:off x="7206392" y="3021862"/>
              <a:ext cx="1511342" cy="144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Maintain institutional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206392" y="3165975"/>
              <a:ext cx="1511342" cy="144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standards for data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206392" y="3309993"/>
              <a:ext cx="1511342" cy="1440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privacy and ethics.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4031525" y="3276575"/>
            <a:ext cx="1569472" cy="329144"/>
            <a:chOff x="4031525" y="3276575"/>
            <a:chExt cx="1569472" cy="329144"/>
          </a:xfrm>
        </p:grpSpPr>
        <p:sp>
          <p:nvSpPr>
            <p:cNvPr id="48" name="TextBox 47"/>
            <p:cNvSpPr txBox="1"/>
            <p:nvPr/>
          </p:nvSpPr>
          <p:spPr>
            <a:xfrm>
              <a:off x="4031525" y="3276575"/>
              <a:ext cx="1804892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18181E"/>
                  </a:solidFill>
                  <a:latin typeface="Montserrat"/>
                </a:rPr>
                <a:t>Use Enterprise-Grade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031525" y="3441167"/>
              <a:ext cx="1804892" cy="1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18181E"/>
                  </a:solidFill>
                  <a:latin typeface="Montserrat"/>
                </a:rPr>
                <a:t>Private AI</a:t>
              </a: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3157021" y="3809629"/>
            <a:ext cx="263031" cy="16460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 b="0">
                <a:solidFill>
                  <a:srgbClr val="18181E"/>
                </a:solidFill>
                <a:latin typeface="Montserrat"/>
              </a:rPr>
              <a:t>Yes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4031525" y="3681938"/>
            <a:ext cx="1367189" cy="432157"/>
            <a:chOff x="4031525" y="3681938"/>
            <a:chExt cx="1367189" cy="432157"/>
          </a:xfrm>
        </p:grpSpPr>
        <p:sp>
          <p:nvSpPr>
            <p:cNvPr id="52" name="TextBox 51"/>
            <p:cNvSpPr txBox="1"/>
            <p:nvPr/>
          </p:nvSpPr>
          <p:spPr>
            <a:xfrm>
              <a:off x="4031525" y="3681938"/>
              <a:ext cx="1572267" cy="144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Implement secure,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031525" y="3826051"/>
              <a:ext cx="1572267" cy="144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private AI solutions for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031525" y="3970069"/>
              <a:ext cx="1572267" cy="1440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8181E"/>
                  </a:solidFill>
                  <a:latin typeface="Montserrat"/>
                </a:rPr>
                <a:t>sensitive data.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570966" y="371473"/>
            <a:ext cx="8002066" cy="720089"/>
            <a:chOff x="570966" y="371473"/>
            <a:chExt cx="8002066" cy="720089"/>
          </a:xfrm>
        </p:grpSpPr>
        <p:sp>
          <p:nvSpPr>
            <p:cNvPr id="56" name="TextBox 55"/>
            <p:cNvSpPr txBox="1"/>
            <p:nvPr/>
          </p:nvSpPr>
          <p:spPr>
            <a:xfrm>
              <a:off x="-29188" y="371473"/>
              <a:ext cx="9202375" cy="360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2700" b="1">
                  <a:solidFill>
                    <a:srgbClr val="18181E"/>
                  </a:solidFill>
                  <a:latin typeface="Montserrat"/>
                </a:rPr>
                <a:t>Which AI deployment model best secures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-29188" y="731517"/>
              <a:ext cx="9202375" cy="360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2700" b="1">
                  <a:solidFill>
                    <a:srgbClr val="18181E"/>
                  </a:solidFill>
                  <a:latin typeface="Montserrat"/>
                </a:rPr>
                <a:t>academic information?</a:t>
              </a:r>
            </a:p>
          </p:txBody>
        </p:sp>
      </p:grpSp>
      <p:sp>
        <p:nvSpPr>
          <p:cNvPr id="59" name="Rounded Rectangle 58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896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14153" y="1325360"/>
            <a:ext cx="2223658" cy="769010"/>
          </a:xfrm>
          <a:custGeom>
            <a:avLst/>
            <a:gdLst/>
            <a:ahLst/>
            <a:cxnLst/>
            <a:rect l="0" t="0" r="0" b="0"/>
            <a:pathLst>
              <a:path w="2223658" h="769010">
                <a:moveTo>
                  <a:pt x="1445371" y="333546"/>
                </a:moveTo>
                <a:cubicBezTo>
                  <a:pt x="1445371" y="149352"/>
                  <a:pt x="1296019" y="0"/>
                  <a:pt x="1111824" y="0"/>
                </a:cubicBezTo>
                <a:cubicBezTo>
                  <a:pt x="927630" y="0"/>
                  <a:pt x="778278" y="149352"/>
                  <a:pt x="778278" y="333546"/>
                </a:cubicBezTo>
                <a:lnTo>
                  <a:pt x="111185" y="333546"/>
                </a:lnTo>
                <a:cubicBezTo>
                  <a:pt x="49777" y="333546"/>
                  <a:pt x="0" y="383324"/>
                  <a:pt x="0" y="444731"/>
                </a:cubicBezTo>
                <a:lnTo>
                  <a:pt x="0" y="769010"/>
                </a:lnTo>
                <a:lnTo>
                  <a:pt x="2223658" y="769010"/>
                </a:lnTo>
                <a:lnTo>
                  <a:pt x="2223658" y="444731"/>
                </a:lnTo>
                <a:cubicBezTo>
                  <a:pt x="2223658" y="383324"/>
                  <a:pt x="2173871" y="333546"/>
                  <a:pt x="2112473" y="333546"/>
                </a:cubicBezTo>
                <a:lnTo>
                  <a:pt x="1445371" y="333546"/>
                </a:lnTo>
              </a:path>
            </a:pathLst>
          </a:custGeom>
          <a:solidFill>
            <a:srgbClr val="375FA7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14153" y="1325360"/>
            <a:ext cx="2223654" cy="769013"/>
          </a:xfrm>
          <a:custGeom>
            <a:avLst/>
            <a:gdLst/>
            <a:ahLst/>
            <a:cxnLst/>
            <a:rect l="0" t="0" r="0" b="0"/>
            <a:pathLst>
              <a:path w="2223654" h="769013">
                <a:moveTo>
                  <a:pt x="1445375" y="333548"/>
                </a:moveTo>
                <a:cubicBezTo>
                  <a:pt x="1445375" y="149355"/>
                  <a:pt x="1296020" y="0"/>
                  <a:pt x="1111827" y="0"/>
                </a:cubicBezTo>
                <a:cubicBezTo>
                  <a:pt x="927634" y="0"/>
                  <a:pt x="778279" y="149355"/>
                  <a:pt x="778279" y="333548"/>
                </a:cubicBezTo>
                <a:lnTo>
                  <a:pt x="111182" y="333548"/>
                </a:lnTo>
                <a:cubicBezTo>
                  <a:pt x="49778" y="333548"/>
                  <a:pt x="0" y="383326"/>
                  <a:pt x="0" y="444730"/>
                </a:cubicBezTo>
                <a:lnTo>
                  <a:pt x="0" y="769013"/>
                </a:lnTo>
                <a:lnTo>
                  <a:pt x="2223654" y="769013"/>
                </a:lnTo>
                <a:lnTo>
                  <a:pt x="2223654" y="444730"/>
                </a:lnTo>
                <a:cubicBezTo>
                  <a:pt x="2223654" y="383326"/>
                  <a:pt x="2173876" y="333548"/>
                  <a:pt x="2112471" y="333548"/>
                </a:cubicBezTo>
                <a:lnTo>
                  <a:pt x="1445375" y="333548"/>
                </a:lnTo>
                <a:close/>
              </a:path>
            </a:pathLst>
          </a:custGeom>
          <a:noFill/>
          <a:ln w="27795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14152" y="2103639"/>
            <a:ext cx="2223658" cy="889463"/>
          </a:xfrm>
          <a:custGeom>
            <a:avLst/>
            <a:gdLst/>
            <a:ahLst/>
            <a:cxnLst/>
            <a:rect l="0" t="0" r="0" b="0"/>
            <a:pathLst>
              <a:path w="2223658" h="889463">
                <a:moveTo>
                  <a:pt x="2223658" y="889463"/>
                </a:moveTo>
                <a:lnTo>
                  <a:pt x="0" y="889463"/>
                </a:lnTo>
                <a:lnTo>
                  <a:pt x="0" y="0"/>
                </a:lnTo>
                <a:lnTo>
                  <a:pt x="2223658" y="0"/>
                </a:lnTo>
                <a:lnTo>
                  <a:pt x="2223658" y="889463"/>
                </a:lnTo>
              </a:path>
            </a:pathLst>
          </a:custGeom>
          <a:solidFill>
            <a:srgbClr val="E6E6E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4152" y="2103639"/>
            <a:ext cx="2223654" cy="889461"/>
          </a:xfrm>
          <a:custGeom>
            <a:avLst/>
            <a:gdLst/>
            <a:ahLst/>
            <a:cxnLst/>
            <a:rect l="0" t="0" r="0" b="0"/>
            <a:pathLst>
              <a:path w="2223654" h="889461">
                <a:moveTo>
                  <a:pt x="2223654" y="0"/>
                </a:moveTo>
                <a:lnTo>
                  <a:pt x="2223654" y="222365"/>
                </a:lnTo>
                <a:moveTo>
                  <a:pt x="0" y="222365"/>
                </a:moveTo>
                <a:lnTo>
                  <a:pt x="0" y="0"/>
                </a:lnTo>
                <a:moveTo>
                  <a:pt x="0" y="667096"/>
                </a:moveTo>
                <a:lnTo>
                  <a:pt x="0" y="889461"/>
                </a:lnTo>
                <a:moveTo>
                  <a:pt x="2223654" y="667096"/>
                </a:moveTo>
                <a:lnTo>
                  <a:pt x="2223654" y="889461"/>
                </a:lnTo>
                <a:moveTo>
                  <a:pt x="0" y="222365"/>
                </a:moveTo>
                <a:lnTo>
                  <a:pt x="0" y="667096"/>
                </a:lnTo>
                <a:moveTo>
                  <a:pt x="2223654" y="222365"/>
                </a:moveTo>
                <a:lnTo>
                  <a:pt x="2223654" y="667096"/>
                </a:lnTo>
              </a:path>
            </a:pathLst>
          </a:custGeom>
          <a:noFill/>
          <a:ln w="27795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236518" y="2983836"/>
            <a:ext cx="1778923" cy="9525"/>
          </a:xfrm>
          <a:custGeom>
            <a:avLst/>
            <a:gdLst/>
            <a:ahLst/>
            <a:cxnLst/>
            <a:rect l="0" t="0" r="0" b="0"/>
            <a:pathLst>
              <a:path w="1778923" h="9525">
                <a:moveTo>
                  <a:pt x="0" y="0"/>
                </a:moveTo>
                <a:lnTo>
                  <a:pt x="1778923" y="0"/>
                </a:lnTo>
              </a:path>
            </a:pathLst>
          </a:custGeom>
          <a:noFill/>
          <a:ln w="27795">
            <a:solidFill>
              <a:srgbClr val="18181E">
                <a:alpha val="90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60173" y="1325360"/>
            <a:ext cx="2223658" cy="769010"/>
          </a:xfrm>
          <a:custGeom>
            <a:avLst/>
            <a:gdLst/>
            <a:ahLst/>
            <a:cxnLst/>
            <a:rect l="0" t="0" r="0" b="0"/>
            <a:pathLst>
              <a:path w="2223658" h="769010">
                <a:moveTo>
                  <a:pt x="1445371" y="333546"/>
                </a:moveTo>
                <a:cubicBezTo>
                  <a:pt x="1445371" y="149352"/>
                  <a:pt x="1296019" y="0"/>
                  <a:pt x="1111824" y="0"/>
                </a:cubicBezTo>
                <a:cubicBezTo>
                  <a:pt x="927630" y="0"/>
                  <a:pt x="778278" y="149352"/>
                  <a:pt x="778278" y="333546"/>
                </a:cubicBezTo>
                <a:lnTo>
                  <a:pt x="111185" y="333546"/>
                </a:lnTo>
                <a:cubicBezTo>
                  <a:pt x="49777" y="333546"/>
                  <a:pt x="0" y="383324"/>
                  <a:pt x="0" y="444731"/>
                </a:cubicBezTo>
                <a:lnTo>
                  <a:pt x="0" y="769010"/>
                </a:lnTo>
                <a:lnTo>
                  <a:pt x="2223658" y="769010"/>
                </a:lnTo>
                <a:lnTo>
                  <a:pt x="2223658" y="444731"/>
                </a:lnTo>
                <a:cubicBezTo>
                  <a:pt x="2223658" y="383324"/>
                  <a:pt x="2173871" y="333546"/>
                  <a:pt x="2112473" y="333546"/>
                </a:cubicBezTo>
                <a:lnTo>
                  <a:pt x="1445371" y="333546"/>
                </a:lnTo>
              </a:path>
            </a:pathLst>
          </a:custGeom>
          <a:solidFill>
            <a:srgbClr val="844882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60173" y="1325360"/>
            <a:ext cx="2223654" cy="769013"/>
          </a:xfrm>
          <a:custGeom>
            <a:avLst/>
            <a:gdLst/>
            <a:ahLst/>
            <a:cxnLst/>
            <a:rect l="0" t="0" r="0" b="0"/>
            <a:pathLst>
              <a:path w="2223654" h="769013">
                <a:moveTo>
                  <a:pt x="1445375" y="333548"/>
                </a:moveTo>
                <a:cubicBezTo>
                  <a:pt x="1445375" y="149355"/>
                  <a:pt x="1296020" y="0"/>
                  <a:pt x="1111827" y="0"/>
                </a:cubicBezTo>
                <a:cubicBezTo>
                  <a:pt x="927634" y="0"/>
                  <a:pt x="778279" y="149355"/>
                  <a:pt x="778279" y="333548"/>
                </a:cubicBezTo>
                <a:lnTo>
                  <a:pt x="111182" y="333548"/>
                </a:lnTo>
                <a:cubicBezTo>
                  <a:pt x="49778" y="333548"/>
                  <a:pt x="0" y="383326"/>
                  <a:pt x="0" y="444730"/>
                </a:cubicBezTo>
                <a:lnTo>
                  <a:pt x="0" y="769013"/>
                </a:lnTo>
                <a:lnTo>
                  <a:pt x="2223654" y="769013"/>
                </a:lnTo>
                <a:lnTo>
                  <a:pt x="2223654" y="444730"/>
                </a:lnTo>
                <a:cubicBezTo>
                  <a:pt x="2223654" y="383326"/>
                  <a:pt x="2173876" y="333548"/>
                  <a:pt x="2112471" y="333548"/>
                </a:cubicBezTo>
                <a:lnTo>
                  <a:pt x="1445375" y="333548"/>
                </a:lnTo>
                <a:close/>
              </a:path>
            </a:pathLst>
          </a:custGeom>
          <a:noFill/>
          <a:ln w="27795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460173" y="2103639"/>
            <a:ext cx="2223658" cy="889463"/>
          </a:xfrm>
          <a:custGeom>
            <a:avLst/>
            <a:gdLst/>
            <a:ahLst/>
            <a:cxnLst/>
            <a:rect l="0" t="0" r="0" b="0"/>
            <a:pathLst>
              <a:path w="2223658" h="889463">
                <a:moveTo>
                  <a:pt x="2223658" y="889463"/>
                </a:moveTo>
                <a:lnTo>
                  <a:pt x="0" y="889463"/>
                </a:lnTo>
                <a:lnTo>
                  <a:pt x="0" y="0"/>
                </a:lnTo>
                <a:lnTo>
                  <a:pt x="2223658" y="0"/>
                </a:lnTo>
                <a:lnTo>
                  <a:pt x="2223658" y="889463"/>
                </a:lnTo>
              </a:path>
            </a:pathLst>
          </a:custGeom>
          <a:solidFill>
            <a:srgbClr val="E6E6E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60173" y="2103639"/>
            <a:ext cx="2223654" cy="889461"/>
          </a:xfrm>
          <a:custGeom>
            <a:avLst/>
            <a:gdLst/>
            <a:ahLst/>
            <a:cxnLst/>
            <a:rect l="0" t="0" r="0" b="0"/>
            <a:pathLst>
              <a:path w="2223654" h="889461">
                <a:moveTo>
                  <a:pt x="2223654" y="0"/>
                </a:moveTo>
                <a:lnTo>
                  <a:pt x="2223654" y="222365"/>
                </a:lnTo>
                <a:moveTo>
                  <a:pt x="0" y="222365"/>
                </a:moveTo>
                <a:lnTo>
                  <a:pt x="0" y="0"/>
                </a:lnTo>
                <a:moveTo>
                  <a:pt x="0" y="667096"/>
                </a:moveTo>
                <a:lnTo>
                  <a:pt x="0" y="889461"/>
                </a:lnTo>
                <a:moveTo>
                  <a:pt x="2223654" y="667096"/>
                </a:moveTo>
                <a:lnTo>
                  <a:pt x="2223654" y="889461"/>
                </a:lnTo>
                <a:moveTo>
                  <a:pt x="0" y="222365"/>
                </a:moveTo>
                <a:lnTo>
                  <a:pt x="0" y="667096"/>
                </a:lnTo>
                <a:moveTo>
                  <a:pt x="2223654" y="222365"/>
                </a:moveTo>
                <a:lnTo>
                  <a:pt x="2223654" y="667096"/>
                </a:lnTo>
              </a:path>
            </a:pathLst>
          </a:custGeom>
          <a:noFill/>
          <a:ln w="27795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82538" y="2983836"/>
            <a:ext cx="1778923" cy="9525"/>
          </a:xfrm>
          <a:custGeom>
            <a:avLst/>
            <a:gdLst/>
            <a:ahLst/>
            <a:cxnLst/>
            <a:rect l="0" t="0" r="0" b="0"/>
            <a:pathLst>
              <a:path w="1778923" h="9525">
                <a:moveTo>
                  <a:pt x="0" y="0"/>
                </a:moveTo>
                <a:lnTo>
                  <a:pt x="1778923" y="0"/>
                </a:lnTo>
              </a:path>
            </a:pathLst>
          </a:custGeom>
          <a:noFill/>
          <a:ln w="27795">
            <a:solidFill>
              <a:srgbClr val="18181E">
                <a:alpha val="90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06193" y="1325360"/>
            <a:ext cx="2223658" cy="769010"/>
          </a:xfrm>
          <a:custGeom>
            <a:avLst/>
            <a:gdLst/>
            <a:ahLst/>
            <a:cxnLst/>
            <a:rect l="0" t="0" r="0" b="0"/>
            <a:pathLst>
              <a:path w="2223658" h="769010">
                <a:moveTo>
                  <a:pt x="1445371" y="333546"/>
                </a:moveTo>
                <a:cubicBezTo>
                  <a:pt x="1445371" y="149352"/>
                  <a:pt x="1296019" y="0"/>
                  <a:pt x="1111824" y="0"/>
                </a:cubicBezTo>
                <a:cubicBezTo>
                  <a:pt x="927630" y="0"/>
                  <a:pt x="778278" y="149352"/>
                  <a:pt x="778278" y="333546"/>
                </a:cubicBezTo>
                <a:lnTo>
                  <a:pt x="111185" y="333546"/>
                </a:lnTo>
                <a:cubicBezTo>
                  <a:pt x="49777" y="333546"/>
                  <a:pt x="0" y="383324"/>
                  <a:pt x="0" y="444731"/>
                </a:cubicBezTo>
                <a:lnTo>
                  <a:pt x="0" y="769010"/>
                </a:lnTo>
                <a:lnTo>
                  <a:pt x="2223658" y="769010"/>
                </a:lnTo>
                <a:lnTo>
                  <a:pt x="2223658" y="444731"/>
                </a:lnTo>
                <a:cubicBezTo>
                  <a:pt x="2223658" y="383324"/>
                  <a:pt x="2173871" y="333546"/>
                  <a:pt x="2112473" y="333546"/>
                </a:cubicBezTo>
                <a:lnTo>
                  <a:pt x="1445371" y="333546"/>
                </a:lnTo>
              </a:path>
            </a:pathLst>
          </a:custGeom>
          <a:solidFill>
            <a:srgbClr val="B16652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06193" y="1325360"/>
            <a:ext cx="2223654" cy="769013"/>
          </a:xfrm>
          <a:custGeom>
            <a:avLst/>
            <a:gdLst/>
            <a:ahLst/>
            <a:cxnLst/>
            <a:rect l="0" t="0" r="0" b="0"/>
            <a:pathLst>
              <a:path w="2223654" h="769013">
                <a:moveTo>
                  <a:pt x="1445375" y="333548"/>
                </a:moveTo>
                <a:cubicBezTo>
                  <a:pt x="1445375" y="149355"/>
                  <a:pt x="1296020" y="0"/>
                  <a:pt x="1111827" y="0"/>
                </a:cubicBezTo>
                <a:cubicBezTo>
                  <a:pt x="927634" y="0"/>
                  <a:pt x="778279" y="149355"/>
                  <a:pt x="778279" y="333548"/>
                </a:cubicBezTo>
                <a:lnTo>
                  <a:pt x="111182" y="333548"/>
                </a:lnTo>
                <a:cubicBezTo>
                  <a:pt x="49778" y="333548"/>
                  <a:pt x="0" y="383326"/>
                  <a:pt x="0" y="444730"/>
                </a:cubicBezTo>
                <a:lnTo>
                  <a:pt x="0" y="769013"/>
                </a:lnTo>
                <a:lnTo>
                  <a:pt x="2223654" y="769013"/>
                </a:lnTo>
                <a:lnTo>
                  <a:pt x="2223654" y="444730"/>
                </a:lnTo>
                <a:cubicBezTo>
                  <a:pt x="2223654" y="383326"/>
                  <a:pt x="2173876" y="333548"/>
                  <a:pt x="2112471" y="333548"/>
                </a:cubicBezTo>
                <a:lnTo>
                  <a:pt x="1445375" y="333548"/>
                </a:lnTo>
                <a:close/>
              </a:path>
            </a:pathLst>
          </a:custGeom>
          <a:noFill/>
          <a:ln w="27795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06193" y="2103639"/>
            <a:ext cx="2223658" cy="889463"/>
          </a:xfrm>
          <a:custGeom>
            <a:avLst/>
            <a:gdLst/>
            <a:ahLst/>
            <a:cxnLst/>
            <a:rect l="0" t="0" r="0" b="0"/>
            <a:pathLst>
              <a:path w="2223658" h="889463">
                <a:moveTo>
                  <a:pt x="2223658" y="889463"/>
                </a:moveTo>
                <a:lnTo>
                  <a:pt x="0" y="889463"/>
                </a:lnTo>
                <a:lnTo>
                  <a:pt x="0" y="0"/>
                </a:lnTo>
                <a:lnTo>
                  <a:pt x="2223658" y="0"/>
                </a:lnTo>
                <a:lnTo>
                  <a:pt x="2223658" y="889463"/>
                </a:lnTo>
              </a:path>
            </a:pathLst>
          </a:custGeom>
          <a:solidFill>
            <a:srgbClr val="E6E6E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906193" y="2103639"/>
            <a:ext cx="2223654" cy="889461"/>
          </a:xfrm>
          <a:custGeom>
            <a:avLst/>
            <a:gdLst/>
            <a:ahLst/>
            <a:cxnLst/>
            <a:rect l="0" t="0" r="0" b="0"/>
            <a:pathLst>
              <a:path w="2223654" h="889461">
                <a:moveTo>
                  <a:pt x="2223654" y="0"/>
                </a:moveTo>
                <a:lnTo>
                  <a:pt x="2223654" y="222365"/>
                </a:lnTo>
                <a:moveTo>
                  <a:pt x="0" y="222365"/>
                </a:moveTo>
                <a:lnTo>
                  <a:pt x="0" y="0"/>
                </a:lnTo>
                <a:moveTo>
                  <a:pt x="0" y="667096"/>
                </a:moveTo>
                <a:lnTo>
                  <a:pt x="0" y="889461"/>
                </a:lnTo>
                <a:moveTo>
                  <a:pt x="2223654" y="667096"/>
                </a:moveTo>
                <a:lnTo>
                  <a:pt x="2223654" y="889461"/>
                </a:lnTo>
                <a:moveTo>
                  <a:pt x="0" y="222365"/>
                </a:moveTo>
                <a:lnTo>
                  <a:pt x="0" y="667096"/>
                </a:lnTo>
                <a:moveTo>
                  <a:pt x="2223654" y="222365"/>
                </a:moveTo>
                <a:lnTo>
                  <a:pt x="2223654" y="667096"/>
                </a:lnTo>
              </a:path>
            </a:pathLst>
          </a:custGeom>
          <a:noFill/>
          <a:ln w="27795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28559" y="2983836"/>
            <a:ext cx="1778923" cy="9525"/>
          </a:xfrm>
          <a:custGeom>
            <a:avLst/>
            <a:gdLst/>
            <a:ahLst/>
            <a:cxnLst/>
            <a:rect l="0" t="0" r="0" b="0"/>
            <a:pathLst>
              <a:path w="1778923" h="9525">
                <a:moveTo>
                  <a:pt x="0" y="0"/>
                </a:moveTo>
                <a:lnTo>
                  <a:pt x="1778923" y="0"/>
                </a:lnTo>
              </a:path>
            </a:pathLst>
          </a:custGeom>
          <a:noFill/>
          <a:ln w="27795">
            <a:solidFill>
              <a:srgbClr val="18181E">
                <a:alpha val="90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4153" y="2993101"/>
            <a:ext cx="2223658" cy="1556556"/>
          </a:xfrm>
          <a:custGeom>
            <a:avLst/>
            <a:gdLst/>
            <a:ahLst/>
            <a:cxnLst/>
            <a:rect l="0" t="0" r="0" b="0"/>
            <a:pathLst>
              <a:path w="2223658" h="1556556">
                <a:moveTo>
                  <a:pt x="2223658" y="1445371"/>
                </a:moveTo>
                <a:cubicBezTo>
                  <a:pt x="2223658" y="1506712"/>
                  <a:pt x="2161346" y="1556556"/>
                  <a:pt x="2084679" y="1556556"/>
                </a:cubicBezTo>
                <a:lnTo>
                  <a:pt x="138979" y="1556556"/>
                </a:lnTo>
                <a:cubicBezTo>
                  <a:pt x="62312" y="1556556"/>
                  <a:pt x="0" y="1506712"/>
                  <a:pt x="0" y="1445371"/>
                </a:cubicBezTo>
                <a:lnTo>
                  <a:pt x="0" y="0"/>
                </a:lnTo>
                <a:lnTo>
                  <a:pt x="2223658" y="0"/>
                </a:lnTo>
                <a:lnTo>
                  <a:pt x="2223658" y="1445371"/>
                </a:lnTo>
              </a:path>
            </a:pathLst>
          </a:custGeom>
          <a:solidFill>
            <a:srgbClr val="E6E6E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14153" y="2993101"/>
            <a:ext cx="2223654" cy="1556558"/>
          </a:xfrm>
          <a:custGeom>
            <a:avLst/>
            <a:gdLst/>
            <a:ahLst/>
            <a:cxnLst/>
            <a:rect l="0" t="0" r="0" b="0"/>
            <a:pathLst>
              <a:path w="2223654" h="1556558">
                <a:moveTo>
                  <a:pt x="0" y="0"/>
                </a:moveTo>
                <a:lnTo>
                  <a:pt x="0" y="222365"/>
                </a:lnTo>
                <a:moveTo>
                  <a:pt x="2223654" y="0"/>
                </a:moveTo>
                <a:lnTo>
                  <a:pt x="2223654" y="222365"/>
                </a:lnTo>
                <a:moveTo>
                  <a:pt x="0" y="222365"/>
                </a:moveTo>
                <a:lnTo>
                  <a:pt x="0" y="1334192"/>
                </a:lnTo>
                <a:moveTo>
                  <a:pt x="2223654" y="222365"/>
                </a:moveTo>
                <a:lnTo>
                  <a:pt x="2223654" y="1334192"/>
                </a:lnTo>
                <a:moveTo>
                  <a:pt x="0" y="1334192"/>
                </a:moveTo>
                <a:lnTo>
                  <a:pt x="0" y="1445375"/>
                </a:lnTo>
                <a:cubicBezTo>
                  <a:pt x="0" y="1506711"/>
                  <a:pt x="62308" y="1556558"/>
                  <a:pt x="138978" y="1556558"/>
                </a:cubicBezTo>
                <a:lnTo>
                  <a:pt x="2084676" y="1556558"/>
                </a:lnTo>
                <a:cubicBezTo>
                  <a:pt x="2161345" y="1556558"/>
                  <a:pt x="2223654" y="1506711"/>
                  <a:pt x="2223654" y="1445375"/>
                </a:cubicBezTo>
                <a:lnTo>
                  <a:pt x="2223654" y="1334192"/>
                </a:lnTo>
              </a:path>
            </a:pathLst>
          </a:custGeom>
          <a:noFill/>
          <a:ln w="27795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236518" y="3271056"/>
            <a:ext cx="111185" cy="111185"/>
          </a:xfrm>
          <a:custGeom>
            <a:avLst/>
            <a:gdLst/>
            <a:ahLst/>
            <a:cxnLst/>
            <a:rect l="0" t="0" r="0" b="0"/>
            <a:pathLst>
              <a:path w="111185" h="111185">
                <a:moveTo>
                  <a:pt x="0" y="55587"/>
                </a:moveTo>
                <a:cubicBezTo>
                  <a:pt x="0" y="86296"/>
                  <a:pt x="24888" y="111185"/>
                  <a:pt x="55587" y="111185"/>
                </a:cubicBezTo>
                <a:cubicBezTo>
                  <a:pt x="86296" y="111185"/>
                  <a:pt x="111185" y="86296"/>
                  <a:pt x="111185" y="55587"/>
                </a:cubicBezTo>
                <a:cubicBezTo>
                  <a:pt x="111185" y="24888"/>
                  <a:pt x="86296" y="0"/>
                  <a:pt x="55587" y="0"/>
                </a:cubicBezTo>
                <a:cubicBezTo>
                  <a:pt x="24888" y="0"/>
                  <a:pt x="0" y="24888"/>
                  <a:pt x="0" y="55587"/>
                </a:cubicBezTo>
              </a:path>
            </a:pathLst>
          </a:custGeom>
          <a:solidFill>
            <a:srgbClr val="375FA7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236518" y="3271056"/>
            <a:ext cx="111182" cy="111182"/>
          </a:xfrm>
          <a:custGeom>
            <a:avLst/>
            <a:gdLst/>
            <a:ahLst/>
            <a:cxnLst/>
            <a:rect l="0" t="0" r="0" b="0"/>
            <a:pathLst>
              <a:path w="111182" h="111182">
                <a:moveTo>
                  <a:pt x="0" y="55591"/>
                </a:moveTo>
                <a:cubicBezTo>
                  <a:pt x="0" y="86293"/>
                  <a:pt x="24889" y="111182"/>
                  <a:pt x="55591" y="111182"/>
                </a:cubicBezTo>
                <a:cubicBezTo>
                  <a:pt x="86293" y="111182"/>
                  <a:pt x="111182" y="86293"/>
                  <a:pt x="111182" y="55591"/>
                </a:cubicBezTo>
                <a:cubicBezTo>
                  <a:pt x="111182" y="24889"/>
                  <a:pt x="86293" y="0"/>
                  <a:pt x="55591" y="0"/>
                </a:cubicBezTo>
                <a:cubicBezTo>
                  <a:pt x="24889" y="0"/>
                  <a:pt x="0" y="24889"/>
                  <a:pt x="0" y="55591"/>
                </a:cubicBezTo>
              </a:path>
            </a:pathLst>
          </a:custGeom>
          <a:noFill/>
          <a:ln w="27795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236518" y="3715787"/>
            <a:ext cx="111185" cy="111185"/>
          </a:xfrm>
          <a:custGeom>
            <a:avLst/>
            <a:gdLst/>
            <a:ahLst/>
            <a:cxnLst/>
            <a:rect l="0" t="0" r="0" b="0"/>
            <a:pathLst>
              <a:path w="111185" h="111185">
                <a:moveTo>
                  <a:pt x="0" y="55587"/>
                </a:moveTo>
                <a:cubicBezTo>
                  <a:pt x="0" y="86296"/>
                  <a:pt x="24888" y="111185"/>
                  <a:pt x="55587" y="111185"/>
                </a:cubicBezTo>
                <a:cubicBezTo>
                  <a:pt x="86296" y="111185"/>
                  <a:pt x="111185" y="86296"/>
                  <a:pt x="111185" y="55587"/>
                </a:cubicBezTo>
                <a:cubicBezTo>
                  <a:pt x="111185" y="24888"/>
                  <a:pt x="86296" y="0"/>
                  <a:pt x="55587" y="0"/>
                </a:cubicBezTo>
                <a:cubicBezTo>
                  <a:pt x="24888" y="0"/>
                  <a:pt x="0" y="24888"/>
                  <a:pt x="0" y="55587"/>
                </a:cubicBezTo>
              </a:path>
            </a:pathLst>
          </a:custGeom>
          <a:solidFill>
            <a:srgbClr val="375FA7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236518" y="3715787"/>
            <a:ext cx="111182" cy="111182"/>
          </a:xfrm>
          <a:custGeom>
            <a:avLst/>
            <a:gdLst/>
            <a:ahLst/>
            <a:cxnLst/>
            <a:rect l="0" t="0" r="0" b="0"/>
            <a:pathLst>
              <a:path w="111182" h="111182">
                <a:moveTo>
                  <a:pt x="0" y="55591"/>
                </a:moveTo>
                <a:cubicBezTo>
                  <a:pt x="0" y="86293"/>
                  <a:pt x="24889" y="111182"/>
                  <a:pt x="55591" y="111182"/>
                </a:cubicBezTo>
                <a:cubicBezTo>
                  <a:pt x="86293" y="111182"/>
                  <a:pt x="111182" y="86293"/>
                  <a:pt x="111182" y="55591"/>
                </a:cubicBezTo>
                <a:cubicBezTo>
                  <a:pt x="111182" y="24889"/>
                  <a:pt x="86293" y="0"/>
                  <a:pt x="55591" y="0"/>
                </a:cubicBezTo>
                <a:cubicBezTo>
                  <a:pt x="24889" y="0"/>
                  <a:pt x="0" y="24889"/>
                  <a:pt x="0" y="55591"/>
                </a:cubicBezTo>
              </a:path>
            </a:pathLst>
          </a:custGeom>
          <a:noFill/>
          <a:ln w="27795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236518" y="4160518"/>
            <a:ext cx="111185" cy="111185"/>
          </a:xfrm>
          <a:custGeom>
            <a:avLst/>
            <a:gdLst/>
            <a:ahLst/>
            <a:cxnLst/>
            <a:rect l="0" t="0" r="0" b="0"/>
            <a:pathLst>
              <a:path w="111185" h="111185">
                <a:moveTo>
                  <a:pt x="0" y="55587"/>
                </a:moveTo>
                <a:cubicBezTo>
                  <a:pt x="0" y="86296"/>
                  <a:pt x="24888" y="111185"/>
                  <a:pt x="55587" y="111185"/>
                </a:cubicBezTo>
                <a:cubicBezTo>
                  <a:pt x="86296" y="111185"/>
                  <a:pt x="111185" y="86296"/>
                  <a:pt x="111185" y="55587"/>
                </a:cubicBezTo>
                <a:cubicBezTo>
                  <a:pt x="111185" y="24888"/>
                  <a:pt x="86296" y="0"/>
                  <a:pt x="55587" y="0"/>
                </a:cubicBezTo>
                <a:cubicBezTo>
                  <a:pt x="24888" y="0"/>
                  <a:pt x="0" y="24888"/>
                  <a:pt x="0" y="55587"/>
                </a:cubicBezTo>
              </a:path>
            </a:pathLst>
          </a:custGeom>
          <a:solidFill>
            <a:srgbClr val="375FA7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236518" y="4160518"/>
            <a:ext cx="111182" cy="111182"/>
          </a:xfrm>
          <a:custGeom>
            <a:avLst/>
            <a:gdLst/>
            <a:ahLst/>
            <a:cxnLst/>
            <a:rect l="0" t="0" r="0" b="0"/>
            <a:pathLst>
              <a:path w="111182" h="111182">
                <a:moveTo>
                  <a:pt x="0" y="55591"/>
                </a:moveTo>
                <a:cubicBezTo>
                  <a:pt x="0" y="86293"/>
                  <a:pt x="24889" y="111182"/>
                  <a:pt x="55591" y="111182"/>
                </a:cubicBezTo>
                <a:cubicBezTo>
                  <a:pt x="86293" y="111182"/>
                  <a:pt x="111182" y="86293"/>
                  <a:pt x="111182" y="55591"/>
                </a:cubicBezTo>
                <a:cubicBezTo>
                  <a:pt x="111182" y="24889"/>
                  <a:pt x="86293" y="0"/>
                  <a:pt x="55591" y="0"/>
                </a:cubicBezTo>
                <a:cubicBezTo>
                  <a:pt x="24889" y="0"/>
                  <a:pt x="0" y="24889"/>
                  <a:pt x="0" y="55591"/>
                </a:cubicBezTo>
              </a:path>
            </a:pathLst>
          </a:custGeom>
          <a:noFill/>
          <a:ln w="27795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460173" y="2993101"/>
            <a:ext cx="2223658" cy="1556556"/>
          </a:xfrm>
          <a:custGeom>
            <a:avLst/>
            <a:gdLst/>
            <a:ahLst/>
            <a:cxnLst/>
            <a:rect l="0" t="0" r="0" b="0"/>
            <a:pathLst>
              <a:path w="2223658" h="1556556">
                <a:moveTo>
                  <a:pt x="2223658" y="1445371"/>
                </a:moveTo>
                <a:cubicBezTo>
                  <a:pt x="2223658" y="1506712"/>
                  <a:pt x="2161346" y="1556556"/>
                  <a:pt x="2084679" y="1556556"/>
                </a:cubicBezTo>
                <a:lnTo>
                  <a:pt x="138979" y="1556556"/>
                </a:lnTo>
                <a:cubicBezTo>
                  <a:pt x="62312" y="1556556"/>
                  <a:pt x="0" y="1506712"/>
                  <a:pt x="0" y="1445371"/>
                </a:cubicBezTo>
                <a:lnTo>
                  <a:pt x="0" y="0"/>
                </a:lnTo>
                <a:lnTo>
                  <a:pt x="2223658" y="0"/>
                </a:lnTo>
                <a:lnTo>
                  <a:pt x="2223658" y="1445371"/>
                </a:lnTo>
              </a:path>
            </a:pathLst>
          </a:custGeom>
          <a:solidFill>
            <a:srgbClr val="E6E6E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460173" y="2993101"/>
            <a:ext cx="2223654" cy="1556558"/>
          </a:xfrm>
          <a:custGeom>
            <a:avLst/>
            <a:gdLst/>
            <a:ahLst/>
            <a:cxnLst/>
            <a:rect l="0" t="0" r="0" b="0"/>
            <a:pathLst>
              <a:path w="2223654" h="1556558">
                <a:moveTo>
                  <a:pt x="0" y="0"/>
                </a:moveTo>
                <a:lnTo>
                  <a:pt x="0" y="222365"/>
                </a:lnTo>
                <a:moveTo>
                  <a:pt x="2223654" y="0"/>
                </a:moveTo>
                <a:lnTo>
                  <a:pt x="2223654" y="222365"/>
                </a:lnTo>
                <a:moveTo>
                  <a:pt x="0" y="222365"/>
                </a:moveTo>
                <a:lnTo>
                  <a:pt x="0" y="1334192"/>
                </a:lnTo>
                <a:moveTo>
                  <a:pt x="2223654" y="222365"/>
                </a:moveTo>
                <a:lnTo>
                  <a:pt x="2223654" y="1334192"/>
                </a:lnTo>
                <a:moveTo>
                  <a:pt x="0" y="1334192"/>
                </a:moveTo>
                <a:lnTo>
                  <a:pt x="0" y="1445375"/>
                </a:lnTo>
                <a:cubicBezTo>
                  <a:pt x="0" y="1506711"/>
                  <a:pt x="62308" y="1556558"/>
                  <a:pt x="138978" y="1556558"/>
                </a:cubicBezTo>
                <a:lnTo>
                  <a:pt x="2084676" y="1556558"/>
                </a:lnTo>
                <a:cubicBezTo>
                  <a:pt x="2161345" y="1556558"/>
                  <a:pt x="2223654" y="1506711"/>
                  <a:pt x="2223654" y="1445375"/>
                </a:cubicBezTo>
                <a:lnTo>
                  <a:pt x="2223654" y="1334192"/>
                </a:lnTo>
              </a:path>
            </a:pathLst>
          </a:custGeom>
          <a:noFill/>
          <a:ln w="27795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682538" y="3271056"/>
            <a:ext cx="111185" cy="111185"/>
          </a:xfrm>
          <a:custGeom>
            <a:avLst/>
            <a:gdLst/>
            <a:ahLst/>
            <a:cxnLst/>
            <a:rect l="0" t="0" r="0" b="0"/>
            <a:pathLst>
              <a:path w="111185" h="111185">
                <a:moveTo>
                  <a:pt x="0" y="55587"/>
                </a:moveTo>
                <a:cubicBezTo>
                  <a:pt x="0" y="86296"/>
                  <a:pt x="24888" y="111185"/>
                  <a:pt x="55587" y="111185"/>
                </a:cubicBezTo>
                <a:cubicBezTo>
                  <a:pt x="86296" y="111185"/>
                  <a:pt x="111185" y="86296"/>
                  <a:pt x="111185" y="55587"/>
                </a:cubicBezTo>
                <a:cubicBezTo>
                  <a:pt x="111185" y="24888"/>
                  <a:pt x="86296" y="0"/>
                  <a:pt x="55587" y="0"/>
                </a:cubicBezTo>
                <a:cubicBezTo>
                  <a:pt x="24888" y="0"/>
                  <a:pt x="0" y="24888"/>
                  <a:pt x="0" y="55587"/>
                </a:cubicBezTo>
              </a:path>
            </a:pathLst>
          </a:custGeom>
          <a:solidFill>
            <a:srgbClr val="844882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682538" y="3271056"/>
            <a:ext cx="111182" cy="111182"/>
          </a:xfrm>
          <a:custGeom>
            <a:avLst/>
            <a:gdLst/>
            <a:ahLst/>
            <a:cxnLst/>
            <a:rect l="0" t="0" r="0" b="0"/>
            <a:pathLst>
              <a:path w="111182" h="111182">
                <a:moveTo>
                  <a:pt x="0" y="55591"/>
                </a:moveTo>
                <a:cubicBezTo>
                  <a:pt x="0" y="86293"/>
                  <a:pt x="24889" y="111182"/>
                  <a:pt x="55591" y="111182"/>
                </a:cubicBezTo>
                <a:cubicBezTo>
                  <a:pt x="86293" y="111182"/>
                  <a:pt x="111182" y="86293"/>
                  <a:pt x="111182" y="55591"/>
                </a:cubicBezTo>
                <a:cubicBezTo>
                  <a:pt x="111182" y="24889"/>
                  <a:pt x="86293" y="0"/>
                  <a:pt x="55591" y="0"/>
                </a:cubicBezTo>
                <a:cubicBezTo>
                  <a:pt x="24889" y="0"/>
                  <a:pt x="0" y="24889"/>
                  <a:pt x="0" y="55591"/>
                </a:cubicBezTo>
              </a:path>
            </a:pathLst>
          </a:custGeom>
          <a:noFill/>
          <a:ln w="27795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682538" y="3715787"/>
            <a:ext cx="111185" cy="111185"/>
          </a:xfrm>
          <a:custGeom>
            <a:avLst/>
            <a:gdLst/>
            <a:ahLst/>
            <a:cxnLst/>
            <a:rect l="0" t="0" r="0" b="0"/>
            <a:pathLst>
              <a:path w="111185" h="111185">
                <a:moveTo>
                  <a:pt x="0" y="55587"/>
                </a:moveTo>
                <a:cubicBezTo>
                  <a:pt x="0" y="86296"/>
                  <a:pt x="24888" y="111185"/>
                  <a:pt x="55587" y="111185"/>
                </a:cubicBezTo>
                <a:cubicBezTo>
                  <a:pt x="86296" y="111185"/>
                  <a:pt x="111185" y="86296"/>
                  <a:pt x="111185" y="55587"/>
                </a:cubicBezTo>
                <a:cubicBezTo>
                  <a:pt x="111185" y="24888"/>
                  <a:pt x="86296" y="0"/>
                  <a:pt x="55587" y="0"/>
                </a:cubicBezTo>
                <a:cubicBezTo>
                  <a:pt x="24888" y="0"/>
                  <a:pt x="0" y="24888"/>
                  <a:pt x="0" y="55587"/>
                </a:cubicBezTo>
              </a:path>
            </a:pathLst>
          </a:custGeom>
          <a:solidFill>
            <a:srgbClr val="844882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682538" y="3715787"/>
            <a:ext cx="111182" cy="111182"/>
          </a:xfrm>
          <a:custGeom>
            <a:avLst/>
            <a:gdLst/>
            <a:ahLst/>
            <a:cxnLst/>
            <a:rect l="0" t="0" r="0" b="0"/>
            <a:pathLst>
              <a:path w="111182" h="111182">
                <a:moveTo>
                  <a:pt x="0" y="55591"/>
                </a:moveTo>
                <a:cubicBezTo>
                  <a:pt x="0" y="86293"/>
                  <a:pt x="24889" y="111182"/>
                  <a:pt x="55591" y="111182"/>
                </a:cubicBezTo>
                <a:cubicBezTo>
                  <a:pt x="86293" y="111182"/>
                  <a:pt x="111182" y="86293"/>
                  <a:pt x="111182" y="55591"/>
                </a:cubicBezTo>
                <a:cubicBezTo>
                  <a:pt x="111182" y="24889"/>
                  <a:pt x="86293" y="0"/>
                  <a:pt x="55591" y="0"/>
                </a:cubicBezTo>
                <a:cubicBezTo>
                  <a:pt x="24889" y="0"/>
                  <a:pt x="0" y="24889"/>
                  <a:pt x="0" y="55591"/>
                </a:cubicBezTo>
              </a:path>
            </a:pathLst>
          </a:custGeom>
          <a:noFill/>
          <a:ln w="27795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682538" y="4160518"/>
            <a:ext cx="111185" cy="111185"/>
          </a:xfrm>
          <a:custGeom>
            <a:avLst/>
            <a:gdLst/>
            <a:ahLst/>
            <a:cxnLst/>
            <a:rect l="0" t="0" r="0" b="0"/>
            <a:pathLst>
              <a:path w="111185" h="111185">
                <a:moveTo>
                  <a:pt x="0" y="55587"/>
                </a:moveTo>
                <a:cubicBezTo>
                  <a:pt x="0" y="86296"/>
                  <a:pt x="24888" y="111185"/>
                  <a:pt x="55587" y="111185"/>
                </a:cubicBezTo>
                <a:cubicBezTo>
                  <a:pt x="86296" y="111185"/>
                  <a:pt x="111185" y="86296"/>
                  <a:pt x="111185" y="55587"/>
                </a:cubicBezTo>
                <a:cubicBezTo>
                  <a:pt x="111185" y="24888"/>
                  <a:pt x="86296" y="0"/>
                  <a:pt x="55587" y="0"/>
                </a:cubicBezTo>
                <a:cubicBezTo>
                  <a:pt x="24888" y="0"/>
                  <a:pt x="0" y="24888"/>
                  <a:pt x="0" y="55587"/>
                </a:cubicBezTo>
              </a:path>
            </a:pathLst>
          </a:custGeom>
          <a:solidFill>
            <a:srgbClr val="844882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682538" y="4160518"/>
            <a:ext cx="111182" cy="111182"/>
          </a:xfrm>
          <a:custGeom>
            <a:avLst/>
            <a:gdLst/>
            <a:ahLst/>
            <a:cxnLst/>
            <a:rect l="0" t="0" r="0" b="0"/>
            <a:pathLst>
              <a:path w="111182" h="111182">
                <a:moveTo>
                  <a:pt x="0" y="55591"/>
                </a:moveTo>
                <a:cubicBezTo>
                  <a:pt x="0" y="86293"/>
                  <a:pt x="24889" y="111182"/>
                  <a:pt x="55591" y="111182"/>
                </a:cubicBezTo>
                <a:cubicBezTo>
                  <a:pt x="86293" y="111182"/>
                  <a:pt x="111182" y="86293"/>
                  <a:pt x="111182" y="55591"/>
                </a:cubicBezTo>
                <a:cubicBezTo>
                  <a:pt x="111182" y="24889"/>
                  <a:pt x="86293" y="0"/>
                  <a:pt x="55591" y="0"/>
                </a:cubicBezTo>
                <a:cubicBezTo>
                  <a:pt x="24889" y="0"/>
                  <a:pt x="0" y="24889"/>
                  <a:pt x="0" y="55591"/>
                </a:cubicBezTo>
              </a:path>
            </a:pathLst>
          </a:custGeom>
          <a:noFill/>
          <a:ln w="27795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906193" y="2993101"/>
            <a:ext cx="2223658" cy="1556556"/>
          </a:xfrm>
          <a:custGeom>
            <a:avLst/>
            <a:gdLst/>
            <a:ahLst/>
            <a:cxnLst/>
            <a:rect l="0" t="0" r="0" b="0"/>
            <a:pathLst>
              <a:path w="2223658" h="1556556">
                <a:moveTo>
                  <a:pt x="2223658" y="1445371"/>
                </a:moveTo>
                <a:cubicBezTo>
                  <a:pt x="2223658" y="1506712"/>
                  <a:pt x="2161346" y="1556556"/>
                  <a:pt x="2084679" y="1556556"/>
                </a:cubicBezTo>
                <a:lnTo>
                  <a:pt x="138979" y="1556556"/>
                </a:lnTo>
                <a:cubicBezTo>
                  <a:pt x="62312" y="1556556"/>
                  <a:pt x="0" y="1506712"/>
                  <a:pt x="0" y="1445371"/>
                </a:cubicBezTo>
                <a:lnTo>
                  <a:pt x="0" y="0"/>
                </a:lnTo>
                <a:lnTo>
                  <a:pt x="2223658" y="0"/>
                </a:lnTo>
                <a:lnTo>
                  <a:pt x="2223658" y="1445371"/>
                </a:lnTo>
              </a:path>
            </a:pathLst>
          </a:custGeom>
          <a:solidFill>
            <a:srgbClr val="E6E6E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906193" y="2993101"/>
            <a:ext cx="2223654" cy="1556558"/>
          </a:xfrm>
          <a:custGeom>
            <a:avLst/>
            <a:gdLst/>
            <a:ahLst/>
            <a:cxnLst/>
            <a:rect l="0" t="0" r="0" b="0"/>
            <a:pathLst>
              <a:path w="2223654" h="1556558">
                <a:moveTo>
                  <a:pt x="0" y="0"/>
                </a:moveTo>
                <a:lnTo>
                  <a:pt x="0" y="222365"/>
                </a:lnTo>
                <a:moveTo>
                  <a:pt x="2223654" y="0"/>
                </a:moveTo>
                <a:lnTo>
                  <a:pt x="2223654" y="222365"/>
                </a:lnTo>
                <a:moveTo>
                  <a:pt x="0" y="222365"/>
                </a:moveTo>
                <a:lnTo>
                  <a:pt x="0" y="1334192"/>
                </a:lnTo>
                <a:moveTo>
                  <a:pt x="2223654" y="222365"/>
                </a:moveTo>
                <a:lnTo>
                  <a:pt x="2223654" y="1334192"/>
                </a:lnTo>
                <a:moveTo>
                  <a:pt x="0" y="1334192"/>
                </a:moveTo>
                <a:lnTo>
                  <a:pt x="0" y="1445375"/>
                </a:lnTo>
                <a:cubicBezTo>
                  <a:pt x="0" y="1506711"/>
                  <a:pt x="62308" y="1556558"/>
                  <a:pt x="138978" y="1556558"/>
                </a:cubicBezTo>
                <a:lnTo>
                  <a:pt x="2084676" y="1556558"/>
                </a:lnTo>
                <a:cubicBezTo>
                  <a:pt x="2161345" y="1556558"/>
                  <a:pt x="2223654" y="1506711"/>
                  <a:pt x="2223654" y="1445375"/>
                </a:cubicBezTo>
                <a:lnTo>
                  <a:pt x="2223654" y="1334192"/>
                </a:lnTo>
              </a:path>
            </a:pathLst>
          </a:custGeom>
          <a:noFill/>
          <a:ln w="27795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128559" y="3271056"/>
            <a:ext cx="111185" cy="111185"/>
          </a:xfrm>
          <a:custGeom>
            <a:avLst/>
            <a:gdLst/>
            <a:ahLst/>
            <a:cxnLst/>
            <a:rect l="0" t="0" r="0" b="0"/>
            <a:pathLst>
              <a:path w="111185" h="111185">
                <a:moveTo>
                  <a:pt x="0" y="55587"/>
                </a:moveTo>
                <a:cubicBezTo>
                  <a:pt x="0" y="86296"/>
                  <a:pt x="24888" y="111185"/>
                  <a:pt x="55587" y="111185"/>
                </a:cubicBezTo>
                <a:cubicBezTo>
                  <a:pt x="86296" y="111185"/>
                  <a:pt x="111185" y="86296"/>
                  <a:pt x="111185" y="55587"/>
                </a:cubicBezTo>
                <a:cubicBezTo>
                  <a:pt x="111185" y="24888"/>
                  <a:pt x="86296" y="0"/>
                  <a:pt x="55587" y="0"/>
                </a:cubicBezTo>
                <a:cubicBezTo>
                  <a:pt x="24888" y="0"/>
                  <a:pt x="0" y="24888"/>
                  <a:pt x="0" y="55587"/>
                </a:cubicBezTo>
              </a:path>
            </a:pathLst>
          </a:custGeom>
          <a:solidFill>
            <a:srgbClr val="B16652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128559" y="3271056"/>
            <a:ext cx="111182" cy="111182"/>
          </a:xfrm>
          <a:custGeom>
            <a:avLst/>
            <a:gdLst/>
            <a:ahLst/>
            <a:cxnLst/>
            <a:rect l="0" t="0" r="0" b="0"/>
            <a:pathLst>
              <a:path w="111182" h="111182">
                <a:moveTo>
                  <a:pt x="0" y="55591"/>
                </a:moveTo>
                <a:cubicBezTo>
                  <a:pt x="0" y="86293"/>
                  <a:pt x="24889" y="111182"/>
                  <a:pt x="55591" y="111182"/>
                </a:cubicBezTo>
                <a:cubicBezTo>
                  <a:pt x="86293" y="111182"/>
                  <a:pt x="111182" y="86293"/>
                  <a:pt x="111182" y="55591"/>
                </a:cubicBezTo>
                <a:cubicBezTo>
                  <a:pt x="111182" y="24889"/>
                  <a:pt x="86293" y="0"/>
                  <a:pt x="55591" y="0"/>
                </a:cubicBezTo>
                <a:cubicBezTo>
                  <a:pt x="24889" y="0"/>
                  <a:pt x="0" y="24889"/>
                  <a:pt x="0" y="55591"/>
                </a:cubicBezTo>
              </a:path>
            </a:pathLst>
          </a:custGeom>
          <a:noFill/>
          <a:ln w="27795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128559" y="3715787"/>
            <a:ext cx="111185" cy="111185"/>
          </a:xfrm>
          <a:custGeom>
            <a:avLst/>
            <a:gdLst/>
            <a:ahLst/>
            <a:cxnLst/>
            <a:rect l="0" t="0" r="0" b="0"/>
            <a:pathLst>
              <a:path w="111185" h="111185">
                <a:moveTo>
                  <a:pt x="0" y="55587"/>
                </a:moveTo>
                <a:cubicBezTo>
                  <a:pt x="0" y="86296"/>
                  <a:pt x="24888" y="111185"/>
                  <a:pt x="55587" y="111185"/>
                </a:cubicBezTo>
                <a:cubicBezTo>
                  <a:pt x="86296" y="111185"/>
                  <a:pt x="111185" y="86296"/>
                  <a:pt x="111185" y="55587"/>
                </a:cubicBezTo>
                <a:cubicBezTo>
                  <a:pt x="111185" y="24888"/>
                  <a:pt x="86296" y="0"/>
                  <a:pt x="55587" y="0"/>
                </a:cubicBezTo>
                <a:cubicBezTo>
                  <a:pt x="24888" y="0"/>
                  <a:pt x="0" y="24888"/>
                  <a:pt x="0" y="55587"/>
                </a:cubicBezTo>
              </a:path>
            </a:pathLst>
          </a:custGeom>
          <a:solidFill>
            <a:srgbClr val="B16652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128559" y="3715787"/>
            <a:ext cx="111182" cy="111182"/>
          </a:xfrm>
          <a:custGeom>
            <a:avLst/>
            <a:gdLst/>
            <a:ahLst/>
            <a:cxnLst/>
            <a:rect l="0" t="0" r="0" b="0"/>
            <a:pathLst>
              <a:path w="111182" h="111182">
                <a:moveTo>
                  <a:pt x="0" y="55591"/>
                </a:moveTo>
                <a:cubicBezTo>
                  <a:pt x="0" y="86293"/>
                  <a:pt x="24889" y="111182"/>
                  <a:pt x="55591" y="111182"/>
                </a:cubicBezTo>
                <a:cubicBezTo>
                  <a:pt x="86293" y="111182"/>
                  <a:pt x="111182" y="86293"/>
                  <a:pt x="111182" y="55591"/>
                </a:cubicBezTo>
                <a:cubicBezTo>
                  <a:pt x="111182" y="24889"/>
                  <a:pt x="86293" y="0"/>
                  <a:pt x="55591" y="0"/>
                </a:cubicBezTo>
                <a:cubicBezTo>
                  <a:pt x="24889" y="0"/>
                  <a:pt x="0" y="24889"/>
                  <a:pt x="0" y="55591"/>
                </a:cubicBezTo>
              </a:path>
            </a:pathLst>
          </a:custGeom>
          <a:noFill/>
          <a:ln w="27795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128559" y="4160518"/>
            <a:ext cx="111185" cy="111185"/>
          </a:xfrm>
          <a:custGeom>
            <a:avLst/>
            <a:gdLst/>
            <a:ahLst/>
            <a:cxnLst/>
            <a:rect l="0" t="0" r="0" b="0"/>
            <a:pathLst>
              <a:path w="111185" h="111185">
                <a:moveTo>
                  <a:pt x="0" y="55587"/>
                </a:moveTo>
                <a:cubicBezTo>
                  <a:pt x="0" y="86296"/>
                  <a:pt x="24888" y="111185"/>
                  <a:pt x="55587" y="111185"/>
                </a:cubicBezTo>
                <a:cubicBezTo>
                  <a:pt x="86296" y="111185"/>
                  <a:pt x="111185" y="86296"/>
                  <a:pt x="111185" y="55587"/>
                </a:cubicBezTo>
                <a:cubicBezTo>
                  <a:pt x="111185" y="24888"/>
                  <a:pt x="86296" y="0"/>
                  <a:pt x="55587" y="0"/>
                </a:cubicBezTo>
                <a:cubicBezTo>
                  <a:pt x="24888" y="0"/>
                  <a:pt x="0" y="24888"/>
                  <a:pt x="0" y="55587"/>
                </a:cubicBezTo>
              </a:path>
            </a:pathLst>
          </a:custGeom>
          <a:solidFill>
            <a:srgbClr val="B16652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128559" y="4160518"/>
            <a:ext cx="111182" cy="111182"/>
          </a:xfrm>
          <a:custGeom>
            <a:avLst/>
            <a:gdLst/>
            <a:ahLst/>
            <a:cxnLst/>
            <a:rect l="0" t="0" r="0" b="0"/>
            <a:pathLst>
              <a:path w="111182" h="111182">
                <a:moveTo>
                  <a:pt x="0" y="55591"/>
                </a:moveTo>
                <a:cubicBezTo>
                  <a:pt x="0" y="86293"/>
                  <a:pt x="24889" y="111182"/>
                  <a:pt x="55591" y="111182"/>
                </a:cubicBezTo>
                <a:cubicBezTo>
                  <a:pt x="86293" y="111182"/>
                  <a:pt x="111182" y="86293"/>
                  <a:pt x="111182" y="55591"/>
                </a:cubicBezTo>
                <a:cubicBezTo>
                  <a:pt x="111182" y="24889"/>
                  <a:pt x="86293" y="0"/>
                  <a:pt x="55591" y="0"/>
                </a:cubicBezTo>
                <a:cubicBezTo>
                  <a:pt x="24889" y="0"/>
                  <a:pt x="0" y="24889"/>
                  <a:pt x="0" y="55591"/>
                </a:cubicBezTo>
              </a:path>
            </a:pathLst>
          </a:custGeom>
          <a:noFill/>
          <a:ln w="27795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903205" y="1492132"/>
            <a:ext cx="448036" cy="444769"/>
          </a:xfrm>
          <a:custGeom>
            <a:avLst/>
            <a:gdLst/>
            <a:ahLst/>
            <a:cxnLst/>
            <a:rect l="0" t="0" r="0" b="0"/>
            <a:pathLst>
              <a:path w="448036" h="444769">
                <a:moveTo>
                  <a:pt x="436245" y="363378"/>
                </a:moveTo>
                <a:lnTo>
                  <a:pt x="364159" y="262766"/>
                </a:lnTo>
                <a:lnTo>
                  <a:pt x="364159" y="212731"/>
                </a:lnTo>
                <a:cubicBezTo>
                  <a:pt x="373741" y="211864"/>
                  <a:pt x="381066" y="203815"/>
                  <a:pt x="381028" y="194195"/>
                </a:cubicBezTo>
                <a:cubicBezTo>
                  <a:pt x="381028" y="183965"/>
                  <a:pt x="372732" y="175669"/>
                  <a:pt x="362492" y="175669"/>
                </a:cubicBezTo>
                <a:lnTo>
                  <a:pt x="244640" y="175669"/>
                </a:lnTo>
                <a:cubicBezTo>
                  <a:pt x="234410" y="175669"/>
                  <a:pt x="226113" y="183965"/>
                  <a:pt x="226113" y="194195"/>
                </a:cubicBezTo>
                <a:cubicBezTo>
                  <a:pt x="226075" y="203815"/>
                  <a:pt x="233391" y="211864"/>
                  <a:pt x="242973" y="212731"/>
                </a:cubicBezTo>
                <a:lnTo>
                  <a:pt x="242973" y="262766"/>
                </a:lnTo>
                <a:lnTo>
                  <a:pt x="170335" y="364121"/>
                </a:lnTo>
                <a:cubicBezTo>
                  <a:pt x="169983" y="364588"/>
                  <a:pt x="169678" y="365083"/>
                  <a:pt x="169411" y="365607"/>
                </a:cubicBezTo>
                <a:lnTo>
                  <a:pt x="169411" y="366531"/>
                </a:lnTo>
                <a:lnTo>
                  <a:pt x="167182" y="370608"/>
                </a:lnTo>
                <a:lnTo>
                  <a:pt x="167182" y="374875"/>
                </a:lnTo>
                <a:cubicBezTo>
                  <a:pt x="167106" y="375237"/>
                  <a:pt x="167106" y="375618"/>
                  <a:pt x="167182" y="375980"/>
                </a:cubicBezTo>
                <a:lnTo>
                  <a:pt x="167182" y="378580"/>
                </a:lnTo>
                <a:cubicBezTo>
                  <a:pt x="167287" y="379066"/>
                  <a:pt x="167287" y="379571"/>
                  <a:pt x="167182" y="380057"/>
                </a:cubicBezTo>
                <a:lnTo>
                  <a:pt x="167182" y="381542"/>
                </a:lnTo>
                <a:cubicBezTo>
                  <a:pt x="167078" y="382028"/>
                  <a:pt x="167078" y="382533"/>
                  <a:pt x="167182" y="383028"/>
                </a:cubicBezTo>
                <a:cubicBezTo>
                  <a:pt x="164458" y="397535"/>
                  <a:pt x="168001" y="412527"/>
                  <a:pt x="176936" y="424281"/>
                </a:cubicBezTo>
                <a:cubicBezTo>
                  <a:pt x="185861" y="436035"/>
                  <a:pt x="199358" y="443464"/>
                  <a:pt x="214064" y="444731"/>
                </a:cubicBezTo>
                <a:lnTo>
                  <a:pt x="393068" y="444731"/>
                </a:lnTo>
                <a:cubicBezTo>
                  <a:pt x="412175" y="444769"/>
                  <a:pt x="429768" y="434301"/>
                  <a:pt x="438835" y="417490"/>
                </a:cubicBezTo>
                <a:cubicBezTo>
                  <a:pt x="448036" y="400364"/>
                  <a:pt x="447036" y="379552"/>
                  <a:pt x="436245" y="363378"/>
                </a:cubicBezTo>
                <a:moveTo>
                  <a:pt x="231114" y="342814"/>
                </a:moveTo>
                <a:lnTo>
                  <a:pt x="257613" y="305752"/>
                </a:lnTo>
                <a:lnTo>
                  <a:pt x="276139" y="279434"/>
                </a:lnTo>
                <a:cubicBezTo>
                  <a:pt x="278406" y="276310"/>
                  <a:pt x="279634" y="272557"/>
                  <a:pt x="279663" y="268690"/>
                </a:cubicBezTo>
                <a:lnTo>
                  <a:pt x="279663" y="213102"/>
                </a:lnTo>
                <a:lnTo>
                  <a:pt x="326726" y="213102"/>
                </a:lnTo>
                <a:lnTo>
                  <a:pt x="326726" y="268690"/>
                </a:lnTo>
                <a:cubicBezTo>
                  <a:pt x="326755" y="272557"/>
                  <a:pt x="327983" y="276310"/>
                  <a:pt x="330250" y="279434"/>
                </a:cubicBezTo>
                <a:lnTo>
                  <a:pt x="347672" y="303895"/>
                </a:lnTo>
                <a:lnTo>
                  <a:pt x="375646" y="342814"/>
                </a:lnTo>
                <a:lnTo>
                  <a:pt x="231114" y="342814"/>
                </a:lnTo>
                <a:moveTo>
                  <a:pt x="162553" y="305752"/>
                </a:moveTo>
                <a:cubicBezTo>
                  <a:pt x="165106" y="305752"/>
                  <a:pt x="167182" y="307828"/>
                  <a:pt x="167182" y="310381"/>
                </a:cubicBezTo>
                <a:lnTo>
                  <a:pt x="167182" y="320763"/>
                </a:lnTo>
                <a:lnTo>
                  <a:pt x="215179" y="253869"/>
                </a:lnTo>
                <a:lnTo>
                  <a:pt x="215179" y="230152"/>
                </a:lnTo>
                <a:cubicBezTo>
                  <a:pt x="212369" y="227838"/>
                  <a:pt x="209826" y="225228"/>
                  <a:pt x="207578" y="222361"/>
                </a:cubicBezTo>
                <a:lnTo>
                  <a:pt x="46739" y="222361"/>
                </a:lnTo>
                <a:cubicBezTo>
                  <a:pt x="41614" y="222361"/>
                  <a:pt x="37471" y="218217"/>
                  <a:pt x="37471" y="213102"/>
                </a:cubicBezTo>
                <a:lnTo>
                  <a:pt x="37471" y="47996"/>
                </a:lnTo>
                <a:cubicBezTo>
                  <a:pt x="37042" y="42424"/>
                  <a:pt x="41176" y="37547"/>
                  <a:pt x="46739" y="37061"/>
                </a:cubicBezTo>
                <a:lnTo>
                  <a:pt x="343223" y="37061"/>
                </a:lnTo>
                <a:cubicBezTo>
                  <a:pt x="348786" y="37547"/>
                  <a:pt x="352920" y="42424"/>
                  <a:pt x="352491" y="47996"/>
                </a:cubicBezTo>
                <a:lnTo>
                  <a:pt x="352491" y="148247"/>
                </a:lnTo>
                <a:lnTo>
                  <a:pt x="362492" y="148247"/>
                </a:lnTo>
                <a:cubicBezTo>
                  <a:pt x="372198" y="148285"/>
                  <a:pt x="381647" y="151333"/>
                  <a:pt x="389553" y="156952"/>
                </a:cubicBezTo>
                <a:lnTo>
                  <a:pt x="389553" y="47996"/>
                </a:lnTo>
                <a:cubicBezTo>
                  <a:pt x="389963" y="21964"/>
                  <a:pt x="369246" y="504"/>
                  <a:pt x="343223" y="0"/>
                </a:cubicBezTo>
                <a:lnTo>
                  <a:pt x="46739" y="0"/>
                </a:lnTo>
                <a:cubicBezTo>
                  <a:pt x="20707" y="504"/>
                  <a:pt x="0" y="21964"/>
                  <a:pt x="409" y="47996"/>
                </a:cubicBezTo>
                <a:lnTo>
                  <a:pt x="409" y="250164"/>
                </a:lnTo>
                <a:cubicBezTo>
                  <a:pt x="409" y="280863"/>
                  <a:pt x="25298" y="305752"/>
                  <a:pt x="55997" y="305752"/>
                </a:cubicBezTo>
                <a:lnTo>
                  <a:pt x="162553" y="305752"/>
                </a:lnTo>
                <a:moveTo>
                  <a:pt x="55997" y="370608"/>
                </a:moveTo>
                <a:cubicBezTo>
                  <a:pt x="55997" y="380847"/>
                  <a:pt x="64293" y="389143"/>
                  <a:pt x="74533" y="389143"/>
                </a:cubicBezTo>
                <a:lnTo>
                  <a:pt x="134197" y="389143"/>
                </a:lnTo>
                <a:cubicBezTo>
                  <a:pt x="134797" y="376085"/>
                  <a:pt x="138550" y="363369"/>
                  <a:pt x="145132" y="352082"/>
                </a:cubicBezTo>
                <a:lnTo>
                  <a:pt x="74533" y="352082"/>
                </a:lnTo>
                <a:cubicBezTo>
                  <a:pt x="64293" y="352082"/>
                  <a:pt x="55997" y="360378"/>
                  <a:pt x="55997" y="370608"/>
                </a:cubicBezTo>
              </a:path>
            </a:pathLst>
          </a:custGeom>
          <a:solidFill>
            <a:srgbClr val="375FA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347777" y="1492055"/>
            <a:ext cx="446693" cy="445074"/>
          </a:xfrm>
          <a:custGeom>
            <a:avLst/>
            <a:gdLst/>
            <a:ahLst/>
            <a:cxnLst/>
            <a:rect l="0" t="0" r="0" b="0"/>
            <a:pathLst>
              <a:path w="446693" h="445074">
                <a:moveTo>
                  <a:pt x="159362" y="320840"/>
                </a:moveTo>
                <a:lnTo>
                  <a:pt x="159362" y="305828"/>
                </a:lnTo>
                <a:cubicBezTo>
                  <a:pt x="159362" y="300713"/>
                  <a:pt x="155219" y="296560"/>
                  <a:pt x="150104" y="296560"/>
                </a:cubicBezTo>
                <a:lnTo>
                  <a:pt x="94507" y="296560"/>
                </a:lnTo>
                <a:cubicBezTo>
                  <a:pt x="89392" y="296560"/>
                  <a:pt x="85248" y="300713"/>
                  <a:pt x="85248" y="305828"/>
                </a:cubicBezTo>
                <a:lnTo>
                  <a:pt x="85248" y="319916"/>
                </a:lnTo>
                <a:cubicBezTo>
                  <a:pt x="42367" y="329850"/>
                  <a:pt x="9553" y="364407"/>
                  <a:pt x="1857" y="407746"/>
                </a:cubicBezTo>
                <a:cubicBezTo>
                  <a:pt x="0" y="416461"/>
                  <a:pt x="1590" y="425567"/>
                  <a:pt x="6305" y="433130"/>
                </a:cubicBezTo>
                <a:cubicBezTo>
                  <a:pt x="11163" y="440645"/>
                  <a:pt x="19592" y="445074"/>
                  <a:pt x="28536" y="444807"/>
                </a:cubicBezTo>
                <a:lnTo>
                  <a:pt x="216065" y="444807"/>
                </a:lnTo>
                <a:cubicBezTo>
                  <a:pt x="225018" y="444569"/>
                  <a:pt x="233210" y="439740"/>
                  <a:pt x="237753" y="432025"/>
                </a:cubicBezTo>
                <a:cubicBezTo>
                  <a:pt x="242582" y="424500"/>
                  <a:pt x="244363" y="415423"/>
                  <a:pt x="242754" y="406631"/>
                </a:cubicBezTo>
                <a:cubicBezTo>
                  <a:pt x="233448" y="364550"/>
                  <a:pt x="201168" y="331336"/>
                  <a:pt x="159362" y="320840"/>
                </a:cubicBezTo>
                <a:moveTo>
                  <a:pt x="75980" y="231705"/>
                </a:moveTo>
                <a:lnTo>
                  <a:pt x="168630" y="231705"/>
                </a:lnTo>
                <a:cubicBezTo>
                  <a:pt x="168630" y="231705"/>
                  <a:pt x="177898" y="231705"/>
                  <a:pt x="177898" y="240972"/>
                </a:cubicBezTo>
                <a:lnTo>
                  <a:pt x="177898" y="268766"/>
                </a:lnTo>
                <a:cubicBezTo>
                  <a:pt x="177898" y="268766"/>
                  <a:pt x="177898" y="278034"/>
                  <a:pt x="168630" y="278034"/>
                </a:cubicBezTo>
                <a:lnTo>
                  <a:pt x="75980" y="278034"/>
                </a:lnTo>
                <a:cubicBezTo>
                  <a:pt x="75980" y="278034"/>
                  <a:pt x="66713" y="278034"/>
                  <a:pt x="66713" y="268766"/>
                </a:cubicBezTo>
                <a:lnTo>
                  <a:pt x="66713" y="240972"/>
                </a:lnTo>
                <a:cubicBezTo>
                  <a:pt x="66713" y="240972"/>
                  <a:pt x="66713" y="231705"/>
                  <a:pt x="75980" y="231705"/>
                </a:cubicBezTo>
                <a:moveTo>
                  <a:pt x="446589" y="12125"/>
                </a:moveTo>
                <a:cubicBezTo>
                  <a:pt x="446693" y="8886"/>
                  <a:pt x="445493" y="5753"/>
                  <a:pt x="443255" y="3409"/>
                </a:cubicBezTo>
                <a:cubicBezTo>
                  <a:pt x="440969" y="1200"/>
                  <a:pt x="437902" y="0"/>
                  <a:pt x="434730" y="76"/>
                </a:cubicBezTo>
                <a:cubicBezTo>
                  <a:pt x="402774" y="1228"/>
                  <a:pt x="371513" y="9725"/>
                  <a:pt x="343376" y="24907"/>
                </a:cubicBezTo>
                <a:cubicBezTo>
                  <a:pt x="341833" y="25831"/>
                  <a:pt x="340966" y="27565"/>
                  <a:pt x="341147" y="29356"/>
                </a:cubicBezTo>
                <a:lnTo>
                  <a:pt x="345414" y="89944"/>
                </a:lnTo>
                <a:cubicBezTo>
                  <a:pt x="345481" y="90839"/>
                  <a:pt x="345052" y="91697"/>
                  <a:pt x="344300" y="92173"/>
                </a:cubicBezTo>
                <a:cubicBezTo>
                  <a:pt x="343719" y="92468"/>
                  <a:pt x="343033" y="92468"/>
                  <a:pt x="342442" y="92173"/>
                </a:cubicBezTo>
                <a:lnTo>
                  <a:pt x="315582" y="50482"/>
                </a:lnTo>
                <a:cubicBezTo>
                  <a:pt x="314820" y="49339"/>
                  <a:pt x="313601" y="48596"/>
                  <a:pt x="312239" y="48444"/>
                </a:cubicBezTo>
                <a:cubicBezTo>
                  <a:pt x="310905" y="48253"/>
                  <a:pt x="309552" y="48663"/>
                  <a:pt x="308533" y="49549"/>
                </a:cubicBezTo>
                <a:cubicBezTo>
                  <a:pt x="275967" y="79514"/>
                  <a:pt x="254479" y="119614"/>
                  <a:pt x="247573" y="163325"/>
                </a:cubicBezTo>
                <a:cubicBezTo>
                  <a:pt x="247573" y="165554"/>
                  <a:pt x="247573" y="172964"/>
                  <a:pt x="245906" y="174631"/>
                </a:cubicBezTo>
                <a:lnTo>
                  <a:pt x="207730" y="212807"/>
                </a:lnTo>
                <a:cubicBezTo>
                  <a:pt x="200548" y="220037"/>
                  <a:pt x="200548" y="231705"/>
                  <a:pt x="207730" y="238934"/>
                </a:cubicBezTo>
                <a:cubicBezTo>
                  <a:pt x="214960" y="246116"/>
                  <a:pt x="226628" y="246116"/>
                  <a:pt x="233857" y="238934"/>
                </a:cubicBezTo>
                <a:lnTo>
                  <a:pt x="272034" y="200758"/>
                </a:lnTo>
                <a:cubicBezTo>
                  <a:pt x="316620" y="196214"/>
                  <a:pt x="358320" y="176612"/>
                  <a:pt x="390258" y="145170"/>
                </a:cubicBezTo>
                <a:cubicBezTo>
                  <a:pt x="424995" y="109413"/>
                  <a:pt x="445084" y="61950"/>
                  <a:pt x="446589" y="12125"/>
                </a:cubicBezTo>
              </a:path>
            </a:pathLst>
          </a:custGeom>
          <a:solidFill>
            <a:srgbClr val="84488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837346" y="1492132"/>
            <a:ext cx="361349" cy="444731"/>
          </a:xfrm>
          <a:custGeom>
            <a:avLst/>
            <a:gdLst/>
            <a:ahLst/>
            <a:cxnLst/>
            <a:rect l="0" t="0" r="0" b="0"/>
            <a:pathLst>
              <a:path w="361349" h="444731">
                <a:moveTo>
                  <a:pt x="342814" y="0"/>
                </a:moveTo>
                <a:lnTo>
                  <a:pt x="37061" y="0"/>
                </a:lnTo>
                <a:cubicBezTo>
                  <a:pt x="16592" y="0"/>
                  <a:pt x="0" y="16592"/>
                  <a:pt x="0" y="37061"/>
                </a:cubicBezTo>
                <a:lnTo>
                  <a:pt x="0" y="389143"/>
                </a:lnTo>
                <a:cubicBezTo>
                  <a:pt x="0" y="419842"/>
                  <a:pt x="24888" y="444731"/>
                  <a:pt x="55597" y="444731"/>
                </a:cubicBezTo>
                <a:lnTo>
                  <a:pt x="305752" y="444731"/>
                </a:lnTo>
                <a:cubicBezTo>
                  <a:pt x="326221" y="444731"/>
                  <a:pt x="342814" y="428139"/>
                  <a:pt x="342814" y="407670"/>
                </a:cubicBezTo>
                <a:lnTo>
                  <a:pt x="342814" y="378209"/>
                </a:lnTo>
                <a:cubicBezTo>
                  <a:pt x="342814" y="374303"/>
                  <a:pt x="345262" y="370827"/>
                  <a:pt x="348929" y="369493"/>
                </a:cubicBezTo>
                <a:cubicBezTo>
                  <a:pt x="356339" y="366903"/>
                  <a:pt x="361311" y="359930"/>
                  <a:pt x="361349" y="352082"/>
                </a:cubicBezTo>
                <a:lnTo>
                  <a:pt x="361349" y="18526"/>
                </a:lnTo>
                <a:cubicBezTo>
                  <a:pt x="361349" y="8296"/>
                  <a:pt x="353053" y="0"/>
                  <a:pt x="342814" y="0"/>
                </a:cubicBezTo>
                <a:moveTo>
                  <a:pt x="253498" y="135083"/>
                </a:moveTo>
                <a:cubicBezTo>
                  <a:pt x="263175" y="129416"/>
                  <a:pt x="269157" y="119062"/>
                  <a:pt x="269252" y="107851"/>
                </a:cubicBezTo>
                <a:cubicBezTo>
                  <a:pt x="269633" y="104460"/>
                  <a:pt x="271729" y="101517"/>
                  <a:pt x="274805" y="100060"/>
                </a:cubicBezTo>
                <a:cubicBezTo>
                  <a:pt x="277872" y="98736"/>
                  <a:pt x="281416" y="99164"/>
                  <a:pt x="284073" y="101174"/>
                </a:cubicBezTo>
                <a:cubicBezTo>
                  <a:pt x="296084" y="111604"/>
                  <a:pt x="303590" y="126282"/>
                  <a:pt x="305009" y="142132"/>
                </a:cubicBezTo>
                <a:cubicBezTo>
                  <a:pt x="307714" y="155952"/>
                  <a:pt x="304638" y="170287"/>
                  <a:pt x="296494" y="181784"/>
                </a:cubicBezTo>
                <a:cubicBezTo>
                  <a:pt x="290950" y="189395"/>
                  <a:pt x="282968" y="194891"/>
                  <a:pt x="273881" y="197348"/>
                </a:cubicBezTo>
                <a:cubicBezTo>
                  <a:pt x="271281" y="198091"/>
                  <a:pt x="269119" y="199910"/>
                  <a:pt x="267957" y="202349"/>
                </a:cubicBezTo>
                <a:lnTo>
                  <a:pt x="219770" y="298342"/>
                </a:lnTo>
                <a:cubicBezTo>
                  <a:pt x="216369" y="305171"/>
                  <a:pt x="208102" y="307981"/>
                  <a:pt x="201244" y="304638"/>
                </a:cubicBezTo>
                <a:cubicBezTo>
                  <a:pt x="194490" y="301170"/>
                  <a:pt x="191709" y="292979"/>
                  <a:pt x="194938" y="286111"/>
                </a:cubicBezTo>
                <a:lnTo>
                  <a:pt x="241087" y="193462"/>
                </a:lnTo>
                <a:cubicBezTo>
                  <a:pt x="242849" y="190557"/>
                  <a:pt x="242849" y="186909"/>
                  <a:pt x="241087" y="184003"/>
                </a:cubicBezTo>
                <a:cubicBezTo>
                  <a:pt x="238639" y="180584"/>
                  <a:pt x="236820" y="176764"/>
                  <a:pt x="235705" y="172707"/>
                </a:cubicBezTo>
                <a:cubicBezTo>
                  <a:pt x="230705" y="156029"/>
                  <a:pt x="240153" y="145646"/>
                  <a:pt x="253498" y="135083"/>
                </a:cubicBezTo>
                <a:moveTo>
                  <a:pt x="167706" y="79495"/>
                </a:moveTo>
                <a:cubicBezTo>
                  <a:pt x="189947" y="79333"/>
                  <a:pt x="211807" y="85296"/>
                  <a:pt x="230895" y="96726"/>
                </a:cubicBezTo>
                <a:cubicBezTo>
                  <a:pt x="235638" y="99021"/>
                  <a:pt x="238677" y="103803"/>
                  <a:pt x="238744" y="109070"/>
                </a:cubicBezTo>
                <a:cubicBezTo>
                  <a:pt x="238801" y="114338"/>
                  <a:pt x="235886" y="119186"/>
                  <a:pt x="231200" y="121596"/>
                </a:cubicBezTo>
                <a:cubicBezTo>
                  <a:pt x="226514" y="124005"/>
                  <a:pt x="220875" y="123567"/>
                  <a:pt x="216627" y="120443"/>
                </a:cubicBezTo>
                <a:cubicBezTo>
                  <a:pt x="201796" y="111756"/>
                  <a:pt x="184899" y="107203"/>
                  <a:pt x="167706" y="107289"/>
                </a:cubicBezTo>
                <a:cubicBezTo>
                  <a:pt x="122672" y="107289"/>
                  <a:pt x="85982" y="136750"/>
                  <a:pt x="85982" y="172888"/>
                </a:cubicBezTo>
                <a:cubicBezTo>
                  <a:pt x="87877" y="201368"/>
                  <a:pt x="107575" y="225532"/>
                  <a:pt x="135093" y="233114"/>
                </a:cubicBezTo>
                <a:cubicBezTo>
                  <a:pt x="140093" y="234781"/>
                  <a:pt x="144722" y="236448"/>
                  <a:pt x="150466" y="223847"/>
                </a:cubicBezTo>
                <a:cubicBezTo>
                  <a:pt x="157467" y="206387"/>
                  <a:pt x="175345" y="195814"/>
                  <a:pt x="194014" y="198091"/>
                </a:cubicBezTo>
                <a:cubicBezTo>
                  <a:pt x="197681" y="198596"/>
                  <a:pt x="200996" y="200539"/>
                  <a:pt x="203225" y="203501"/>
                </a:cubicBezTo>
                <a:cubicBezTo>
                  <a:pt x="205444" y="206454"/>
                  <a:pt x="206406" y="210178"/>
                  <a:pt x="205873" y="213845"/>
                </a:cubicBezTo>
                <a:cubicBezTo>
                  <a:pt x="204644" y="221427"/>
                  <a:pt x="197548" y="226628"/>
                  <a:pt x="189938" y="225513"/>
                </a:cubicBezTo>
                <a:cubicBezTo>
                  <a:pt x="183708" y="225351"/>
                  <a:pt x="178060" y="229142"/>
                  <a:pt x="175860" y="234962"/>
                </a:cubicBezTo>
                <a:cubicBezTo>
                  <a:pt x="173088" y="245449"/>
                  <a:pt x="165877" y="254193"/>
                  <a:pt x="156105" y="258899"/>
                </a:cubicBezTo>
                <a:cubicBezTo>
                  <a:pt x="146342" y="263604"/>
                  <a:pt x="135007" y="263794"/>
                  <a:pt x="125082" y="259422"/>
                </a:cubicBezTo>
                <a:cubicBezTo>
                  <a:pt x="86410" y="247640"/>
                  <a:pt x="59521" y="212550"/>
                  <a:pt x="58188" y="172145"/>
                </a:cubicBezTo>
                <a:cubicBezTo>
                  <a:pt x="58188" y="120634"/>
                  <a:pt x="106556" y="78752"/>
                  <a:pt x="167706" y="78752"/>
                </a:cubicBezTo>
                <a:lnTo>
                  <a:pt x="167706" y="79495"/>
                </a:lnTo>
                <a:moveTo>
                  <a:pt x="209397" y="137121"/>
                </a:moveTo>
                <a:cubicBezTo>
                  <a:pt x="209397" y="129454"/>
                  <a:pt x="203177" y="123224"/>
                  <a:pt x="195500" y="123224"/>
                </a:cubicBezTo>
                <a:cubicBezTo>
                  <a:pt x="187823" y="123224"/>
                  <a:pt x="181603" y="129454"/>
                  <a:pt x="181603" y="137121"/>
                </a:cubicBezTo>
                <a:cubicBezTo>
                  <a:pt x="181603" y="144799"/>
                  <a:pt x="187823" y="151018"/>
                  <a:pt x="195500" y="151018"/>
                </a:cubicBezTo>
                <a:cubicBezTo>
                  <a:pt x="203177" y="151018"/>
                  <a:pt x="209397" y="144799"/>
                  <a:pt x="209397" y="137121"/>
                </a:cubicBezTo>
                <a:moveTo>
                  <a:pt x="130273" y="143608"/>
                </a:moveTo>
                <a:lnTo>
                  <a:pt x="130273" y="142865"/>
                </a:lnTo>
                <a:cubicBezTo>
                  <a:pt x="130063" y="146685"/>
                  <a:pt x="131445" y="150409"/>
                  <a:pt x="134073" y="153181"/>
                </a:cubicBezTo>
                <a:cubicBezTo>
                  <a:pt x="136702" y="155952"/>
                  <a:pt x="140350" y="157514"/>
                  <a:pt x="144170" y="157505"/>
                </a:cubicBezTo>
                <a:cubicBezTo>
                  <a:pt x="151847" y="157505"/>
                  <a:pt x="158067" y="151285"/>
                  <a:pt x="158067" y="143608"/>
                </a:cubicBezTo>
                <a:cubicBezTo>
                  <a:pt x="158067" y="135931"/>
                  <a:pt x="151847" y="129711"/>
                  <a:pt x="144170" y="129711"/>
                </a:cubicBezTo>
                <a:cubicBezTo>
                  <a:pt x="136493" y="129711"/>
                  <a:pt x="130273" y="135931"/>
                  <a:pt x="130273" y="143608"/>
                </a:cubicBezTo>
                <a:moveTo>
                  <a:pt x="140093" y="187347"/>
                </a:moveTo>
                <a:lnTo>
                  <a:pt x="140093" y="186604"/>
                </a:lnTo>
                <a:cubicBezTo>
                  <a:pt x="139703" y="179212"/>
                  <a:pt x="133588" y="173431"/>
                  <a:pt x="126196" y="173440"/>
                </a:cubicBezTo>
                <a:cubicBezTo>
                  <a:pt x="118519" y="173440"/>
                  <a:pt x="112299" y="179670"/>
                  <a:pt x="112299" y="187347"/>
                </a:cubicBezTo>
                <a:cubicBezTo>
                  <a:pt x="112299" y="195014"/>
                  <a:pt x="118519" y="201244"/>
                  <a:pt x="126196" y="201244"/>
                </a:cubicBezTo>
                <a:cubicBezTo>
                  <a:pt x="133873" y="201244"/>
                  <a:pt x="140093" y="195014"/>
                  <a:pt x="140093" y="187347"/>
                </a:cubicBezTo>
                <a:moveTo>
                  <a:pt x="305752" y="398402"/>
                </a:moveTo>
                <a:cubicBezTo>
                  <a:pt x="305752" y="403517"/>
                  <a:pt x="301609" y="407670"/>
                  <a:pt x="296494" y="407670"/>
                </a:cubicBezTo>
                <a:lnTo>
                  <a:pt x="55597" y="407670"/>
                </a:lnTo>
                <a:cubicBezTo>
                  <a:pt x="45358" y="407670"/>
                  <a:pt x="37061" y="399373"/>
                  <a:pt x="37061" y="389143"/>
                </a:cubicBezTo>
                <a:cubicBezTo>
                  <a:pt x="37061" y="378904"/>
                  <a:pt x="45358" y="370608"/>
                  <a:pt x="55597" y="370608"/>
                </a:cubicBezTo>
                <a:lnTo>
                  <a:pt x="296494" y="370608"/>
                </a:lnTo>
                <a:cubicBezTo>
                  <a:pt x="301609" y="370608"/>
                  <a:pt x="305752" y="374761"/>
                  <a:pt x="305752" y="379876"/>
                </a:cubicBezTo>
                <a:lnTo>
                  <a:pt x="305752" y="398402"/>
                </a:lnTo>
              </a:path>
            </a:pathLst>
          </a:custGeom>
          <a:solidFill>
            <a:srgbClr val="B1665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477933" y="3215467"/>
            <a:ext cx="1198471" cy="1500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18181E"/>
                </a:solidFill>
                <a:latin typeface="Montserrat"/>
              </a:rPr>
              <a:t>Code generation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23954" y="3215467"/>
            <a:ext cx="891218" cy="1500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18181E"/>
                </a:solidFill>
                <a:latin typeface="Montserrat"/>
              </a:rPr>
              <a:t>Text analysis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69974" y="3215467"/>
            <a:ext cx="1037866" cy="1500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18181E"/>
                </a:solidFill>
                <a:latin typeface="Montserrat"/>
              </a:rPr>
              <a:t>Brainstorming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5383" y="371474"/>
            <a:ext cx="7413223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700" b="1">
                <a:solidFill>
                  <a:srgbClr val="18181E"/>
                </a:solidFill>
                <a:latin typeface="Montserrat"/>
              </a:rPr>
              <a:t>Discipline-Specific AI Applications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77933" y="3660198"/>
            <a:ext cx="1267074" cy="1500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18181E"/>
                </a:solidFill>
                <a:latin typeface="Montserrat"/>
              </a:rPr>
              <a:t>Data visualization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23954" y="3660198"/>
            <a:ext cx="1273635" cy="1500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18181E"/>
                </a:solidFill>
                <a:latin typeface="Montserrat"/>
              </a:rPr>
              <a:t>Historical roleplay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69974" y="3660198"/>
            <a:ext cx="1213269" cy="1500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18181E"/>
                </a:solidFill>
                <a:latin typeface="Montserrat"/>
              </a:rPr>
              <a:t>Asset generation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94156" y="2448309"/>
            <a:ext cx="1863648" cy="2001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18181E"/>
                </a:solidFill>
                <a:latin typeface="Montserrat"/>
              </a:rPr>
              <a:t>STEM Applications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77933" y="4104929"/>
            <a:ext cx="1138225" cy="1500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18181E"/>
                </a:solidFill>
                <a:latin typeface="Montserrat"/>
              </a:rPr>
              <a:t>Lab simulations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6428604" y="2348230"/>
            <a:ext cx="1178842" cy="400268"/>
            <a:chOff x="6428604" y="2348230"/>
            <a:chExt cx="1178842" cy="400268"/>
          </a:xfrm>
        </p:grpSpPr>
        <p:sp>
          <p:nvSpPr>
            <p:cNvPr id="53" name="TextBox 52"/>
            <p:cNvSpPr txBox="1"/>
            <p:nvPr/>
          </p:nvSpPr>
          <p:spPr>
            <a:xfrm>
              <a:off x="6340191" y="2348230"/>
              <a:ext cx="1355668" cy="200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18181E"/>
                  </a:solidFill>
                  <a:latin typeface="Montserrat"/>
                </a:rPr>
                <a:t>Creative Arts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340191" y="2548350"/>
              <a:ext cx="1355668" cy="200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18181E"/>
                  </a:solidFill>
                  <a:latin typeface="Montserrat"/>
                </a:rPr>
                <a:t>Applications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3923954" y="4104929"/>
            <a:ext cx="790585" cy="1500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18181E"/>
                </a:solidFill>
                <a:latin typeface="Montserrat"/>
              </a:rPr>
              <a:t>Translation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69973" y="4104929"/>
            <a:ext cx="1188886" cy="1500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18181E"/>
                </a:solidFill>
                <a:latin typeface="Montserrat"/>
              </a:rPr>
              <a:t>Style exploration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4022589" y="2348230"/>
            <a:ext cx="1098823" cy="400268"/>
            <a:chOff x="4022589" y="2348230"/>
            <a:chExt cx="1098823" cy="400268"/>
          </a:xfrm>
        </p:grpSpPr>
        <p:sp>
          <p:nvSpPr>
            <p:cNvPr id="58" name="TextBox 57"/>
            <p:cNvSpPr txBox="1"/>
            <p:nvPr/>
          </p:nvSpPr>
          <p:spPr>
            <a:xfrm>
              <a:off x="3940178" y="2348230"/>
              <a:ext cx="1263646" cy="200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18181E"/>
                  </a:solidFill>
                  <a:latin typeface="Montserrat"/>
                </a:rPr>
                <a:t>Humanities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940178" y="2548350"/>
              <a:ext cx="1263646" cy="200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18181E"/>
                  </a:solidFill>
                  <a:latin typeface="Montserrat"/>
                </a:rPr>
                <a:t>Applications</a:t>
              </a:r>
            </a:p>
          </p:txBody>
        </p:sp>
      </p:grpSp>
      <p:sp>
        <p:nvSpPr>
          <p:cNvPr id="61" name="Rounded Rectangle 60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896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870525" y="2190726"/>
            <a:ext cx="3422294" cy="2371877"/>
          </a:xfrm>
          <a:custGeom>
            <a:avLst/>
            <a:gdLst/>
            <a:ahLst/>
            <a:cxnLst/>
            <a:rect l="0" t="0" r="0" b="0"/>
            <a:pathLst>
              <a:path w="3422294" h="2371877">
                <a:moveTo>
                  <a:pt x="1063351" y="525198"/>
                </a:moveTo>
                <a:lnTo>
                  <a:pt x="338404" y="1334709"/>
                </a:lnTo>
                <a:cubicBezTo>
                  <a:pt x="326526" y="1323975"/>
                  <a:pt x="312734" y="1315564"/>
                  <a:pt x="297761" y="1309916"/>
                </a:cubicBezTo>
                <a:cubicBezTo>
                  <a:pt x="269176" y="1299009"/>
                  <a:pt x="237667" y="1298457"/>
                  <a:pt x="208721" y="1308363"/>
                </a:cubicBezTo>
                <a:cubicBezTo>
                  <a:pt x="179774" y="1318269"/>
                  <a:pt x="155209" y="1338005"/>
                  <a:pt x="139303" y="1364141"/>
                </a:cubicBezTo>
                <a:cubicBezTo>
                  <a:pt x="123396" y="1390269"/>
                  <a:pt x="117138" y="1421158"/>
                  <a:pt x="121634" y="1451419"/>
                </a:cubicBezTo>
                <a:cubicBezTo>
                  <a:pt x="126130" y="1481680"/>
                  <a:pt x="141074" y="1509417"/>
                  <a:pt x="163896" y="1529800"/>
                </a:cubicBezTo>
                <a:lnTo>
                  <a:pt x="130006" y="1567614"/>
                </a:lnTo>
                <a:lnTo>
                  <a:pt x="0" y="1451267"/>
                </a:lnTo>
                <a:lnTo>
                  <a:pt x="585768" y="797223"/>
                </a:lnTo>
                <a:cubicBezTo>
                  <a:pt x="605456" y="798404"/>
                  <a:pt x="625144" y="795118"/>
                  <a:pt x="643375" y="787622"/>
                </a:cubicBezTo>
                <a:cubicBezTo>
                  <a:pt x="661616" y="780126"/>
                  <a:pt x="677913" y="768600"/>
                  <a:pt x="691076" y="753922"/>
                </a:cubicBezTo>
                <a:cubicBezTo>
                  <a:pt x="704230" y="739244"/>
                  <a:pt x="713898" y="721775"/>
                  <a:pt x="719366" y="702830"/>
                </a:cubicBezTo>
                <a:cubicBezTo>
                  <a:pt x="724823" y="683885"/>
                  <a:pt x="725938" y="663959"/>
                  <a:pt x="722614" y="644528"/>
                </a:cubicBezTo>
                <a:lnTo>
                  <a:pt x="743054" y="621763"/>
                </a:lnTo>
                <a:lnTo>
                  <a:pt x="1063351" y="525198"/>
                </a:lnTo>
                <a:moveTo>
                  <a:pt x="1407785" y="140627"/>
                </a:moveTo>
                <a:lnTo>
                  <a:pt x="1386773" y="122081"/>
                </a:lnTo>
                <a:lnTo>
                  <a:pt x="1277702" y="24574"/>
                </a:lnTo>
                <a:lnTo>
                  <a:pt x="966273" y="372360"/>
                </a:lnTo>
                <a:lnTo>
                  <a:pt x="1161364" y="313753"/>
                </a:lnTo>
                <a:cubicBezTo>
                  <a:pt x="1153163" y="286435"/>
                  <a:pt x="1154115" y="257194"/>
                  <a:pt x="1164069" y="230466"/>
                </a:cubicBezTo>
                <a:cubicBezTo>
                  <a:pt x="1174022" y="203739"/>
                  <a:pt x="1192434" y="180994"/>
                  <a:pt x="1216504" y="165687"/>
                </a:cubicBezTo>
                <a:cubicBezTo>
                  <a:pt x="1240574" y="150390"/>
                  <a:pt x="1268977" y="143370"/>
                  <a:pt x="1297400" y="145694"/>
                </a:cubicBezTo>
                <a:cubicBezTo>
                  <a:pt x="1325832" y="148018"/>
                  <a:pt x="1352721" y="159572"/>
                  <a:pt x="1373971" y="178584"/>
                </a:cubicBezTo>
                <a:lnTo>
                  <a:pt x="1407785" y="140627"/>
                </a:lnTo>
                <a:moveTo>
                  <a:pt x="2244785" y="136407"/>
                </a:moveTo>
                <a:lnTo>
                  <a:pt x="2144363" y="24212"/>
                </a:lnTo>
                <a:lnTo>
                  <a:pt x="2014356" y="140550"/>
                </a:lnTo>
                <a:lnTo>
                  <a:pt x="2048170" y="178288"/>
                </a:lnTo>
                <a:cubicBezTo>
                  <a:pt x="2030196" y="194367"/>
                  <a:pt x="2017033" y="215103"/>
                  <a:pt x="2010136" y="238210"/>
                </a:cubicBezTo>
                <a:cubicBezTo>
                  <a:pt x="2010136" y="239077"/>
                  <a:pt x="2009632" y="239953"/>
                  <a:pt x="2009413" y="240820"/>
                </a:cubicBezTo>
                <a:lnTo>
                  <a:pt x="1930812" y="264528"/>
                </a:lnTo>
                <a:lnTo>
                  <a:pt x="1610363" y="360797"/>
                </a:lnTo>
                <a:lnTo>
                  <a:pt x="1063351" y="525198"/>
                </a:lnTo>
                <a:lnTo>
                  <a:pt x="718766" y="628745"/>
                </a:lnTo>
                <a:cubicBezTo>
                  <a:pt x="711822" y="605675"/>
                  <a:pt x="698639" y="584958"/>
                  <a:pt x="680675" y="568899"/>
                </a:cubicBezTo>
                <a:cubicBezTo>
                  <a:pt x="662720" y="552831"/>
                  <a:pt x="640670" y="542039"/>
                  <a:pt x="616962" y="537705"/>
                </a:cubicBezTo>
                <a:cubicBezTo>
                  <a:pt x="594921" y="533666"/>
                  <a:pt x="572204" y="535343"/>
                  <a:pt x="550992" y="542601"/>
                </a:cubicBezTo>
                <a:cubicBezTo>
                  <a:pt x="529780" y="549849"/>
                  <a:pt x="510787" y="562422"/>
                  <a:pt x="495833" y="579129"/>
                </a:cubicBezTo>
                <a:cubicBezTo>
                  <a:pt x="480879" y="595826"/>
                  <a:pt x="470468" y="616086"/>
                  <a:pt x="465591" y="637965"/>
                </a:cubicBezTo>
                <a:cubicBezTo>
                  <a:pt x="460705" y="659844"/>
                  <a:pt x="461533" y="682609"/>
                  <a:pt x="467982" y="704078"/>
                </a:cubicBezTo>
                <a:lnTo>
                  <a:pt x="419404" y="718613"/>
                </a:lnTo>
                <a:lnTo>
                  <a:pt x="411118" y="691572"/>
                </a:lnTo>
                <a:lnTo>
                  <a:pt x="369017" y="551602"/>
                </a:lnTo>
                <a:lnTo>
                  <a:pt x="440788" y="529780"/>
                </a:lnTo>
                <a:lnTo>
                  <a:pt x="1161364" y="313753"/>
                </a:lnTo>
                <a:cubicBezTo>
                  <a:pt x="1171860" y="346376"/>
                  <a:pt x="1194234" y="373294"/>
                  <a:pt x="1224572" y="389229"/>
                </a:cubicBezTo>
                <a:cubicBezTo>
                  <a:pt x="1254918" y="405164"/>
                  <a:pt x="1290551" y="409784"/>
                  <a:pt x="1323365" y="399916"/>
                </a:cubicBezTo>
                <a:cubicBezTo>
                  <a:pt x="1356188" y="390058"/>
                  <a:pt x="1384087" y="366569"/>
                  <a:pt x="1400613" y="336546"/>
                </a:cubicBezTo>
                <a:cubicBezTo>
                  <a:pt x="1417139" y="306524"/>
                  <a:pt x="1421225" y="271214"/>
                  <a:pt x="1412005" y="238201"/>
                </a:cubicBezTo>
                <a:lnTo>
                  <a:pt x="2131571" y="21812"/>
                </a:lnTo>
                <a:lnTo>
                  <a:pt x="2203332" y="0"/>
                </a:lnTo>
                <a:lnTo>
                  <a:pt x="2244785" y="136407"/>
                </a:lnTo>
                <a:moveTo>
                  <a:pt x="504701" y="1149067"/>
                </a:moveTo>
                <a:lnTo>
                  <a:pt x="280235" y="2371877"/>
                </a:lnTo>
                <a:lnTo>
                  <a:pt x="108632" y="2340321"/>
                </a:lnTo>
                <a:lnTo>
                  <a:pt x="251145" y="1563243"/>
                </a:lnTo>
                <a:cubicBezTo>
                  <a:pt x="277682" y="1563262"/>
                  <a:pt x="303590" y="1555222"/>
                  <a:pt x="325440" y="1540192"/>
                </a:cubicBezTo>
                <a:cubicBezTo>
                  <a:pt x="347300" y="1525152"/>
                  <a:pt x="364074" y="1503826"/>
                  <a:pt x="373532" y="1479041"/>
                </a:cubicBezTo>
                <a:cubicBezTo>
                  <a:pt x="383000" y="1454257"/>
                  <a:pt x="384705" y="1427187"/>
                  <a:pt x="378428" y="1401413"/>
                </a:cubicBezTo>
                <a:cubicBezTo>
                  <a:pt x="372160" y="1375629"/>
                  <a:pt x="358197" y="1352378"/>
                  <a:pt x="338404" y="1334709"/>
                </a:cubicBezTo>
                <a:lnTo>
                  <a:pt x="504701" y="1149067"/>
                </a:lnTo>
                <a:moveTo>
                  <a:pt x="569633" y="795327"/>
                </a:moveTo>
                <a:cubicBezTo>
                  <a:pt x="545925" y="790946"/>
                  <a:pt x="523884" y="780116"/>
                  <a:pt x="505929" y="764038"/>
                </a:cubicBezTo>
                <a:cubicBezTo>
                  <a:pt x="487975" y="747950"/>
                  <a:pt x="474792" y="727233"/>
                  <a:pt x="467829" y="704145"/>
                </a:cubicBezTo>
                <a:lnTo>
                  <a:pt x="419261" y="718689"/>
                </a:lnTo>
                <a:lnTo>
                  <a:pt x="411118" y="691572"/>
                </a:lnTo>
                <a:lnTo>
                  <a:pt x="341966" y="1069095"/>
                </a:lnTo>
                <a:lnTo>
                  <a:pt x="565194" y="819902"/>
                </a:lnTo>
                <a:lnTo>
                  <a:pt x="569699" y="795261"/>
                </a:lnTo>
                <a:moveTo>
                  <a:pt x="598427" y="482669"/>
                </a:moveTo>
                <a:lnTo>
                  <a:pt x="454742" y="456276"/>
                </a:lnTo>
                <a:lnTo>
                  <a:pt x="441217" y="529932"/>
                </a:lnTo>
                <a:lnTo>
                  <a:pt x="598427" y="482669"/>
                </a:lnTo>
                <a:moveTo>
                  <a:pt x="1227896" y="80057"/>
                </a:moveTo>
                <a:lnTo>
                  <a:pt x="1155401" y="61007"/>
                </a:lnTo>
                <a:lnTo>
                  <a:pt x="1118320" y="202434"/>
                </a:lnTo>
                <a:lnTo>
                  <a:pt x="1227896" y="80057"/>
                </a:lnTo>
                <a:moveTo>
                  <a:pt x="1607162" y="179593"/>
                </a:moveTo>
                <a:lnTo>
                  <a:pt x="1386697" y="121719"/>
                </a:lnTo>
                <a:lnTo>
                  <a:pt x="1407785" y="140627"/>
                </a:lnTo>
                <a:lnTo>
                  <a:pt x="1373981" y="178365"/>
                </a:lnTo>
                <a:cubicBezTo>
                  <a:pt x="1391916" y="194433"/>
                  <a:pt x="1405080" y="215141"/>
                  <a:pt x="1412005" y="238201"/>
                </a:cubicBezTo>
                <a:lnTo>
                  <a:pt x="1607162" y="179593"/>
                </a:lnTo>
                <a:moveTo>
                  <a:pt x="2396166" y="567080"/>
                </a:moveTo>
                <a:lnTo>
                  <a:pt x="1610363" y="360797"/>
                </a:lnTo>
                <a:lnTo>
                  <a:pt x="1930812" y="264528"/>
                </a:lnTo>
                <a:lnTo>
                  <a:pt x="2004831" y="283940"/>
                </a:lnTo>
                <a:cubicBezTo>
                  <a:pt x="2006317" y="308514"/>
                  <a:pt x="2014708" y="332174"/>
                  <a:pt x="2029034" y="352196"/>
                </a:cubicBezTo>
                <a:cubicBezTo>
                  <a:pt x="2043360" y="372217"/>
                  <a:pt x="2063038" y="387800"/>
                  <a:pt x="2085822" y="397135"/>
                </a:cubicBezTo>
                <a:cubicBezTo>
                  <a:pt x="2108606" y="406479"/>
                  <a:pt x="2133561" y="409203"/>
                  <a:pt x="2157812" y="405002"/>
                </a:cubicBezTo>
                <a:cubicBezTo>
                  <a:pt x="2182072" y="400792"/>
                  <a:pt x="2204656" y="389839"/>
                  <a:pt x="2222973" y="373379"/>
                </a:cubicBezTo>
                <a:lnTo>
                  <a:pt x="2396166" y="567080"/>
                </a:lnTo>
                <a:moveTo>
                  <a:pt x="3008195" y="547230"/>
                </a:moveTo>
                <a:lnTo>
                  <a:pt x="2983029" y="540181"/>
                </a:lnTo>
                <a:lnTo>
                  <a:pt x="2491282" y="411479"/>
                </a:lnTo>
                <a:lnTo>
                  <a:pt x="2699670" y="644156"/>
                </a:lnTo>
                <a:cubicBezTo>
                  <a:pt x="2702766" y="626192"/>
                  <a:pt x="2709586" y="609066"/>
                  <a:pt x="2719692" y="593883"/>
                </a:cubicBezTo>
                <a:cubicBezTo>
                  <a:pt x="2729788" y="578700"/>
                  <a:pt x="2742952" y="565794"/>
                  <a:pt x="2758335" y="556002"/>
                </a:cubicBezTo>
                <a:cubicBezTo>
                  <a:pt x="2773708" y="546201"/>
                  <a:pt x="2790967" y="539724"/>
                  <a:pt x="2808998" y="536981"/>
                </a:cubicBezTo>
                <a:cubicBezTo>
                  <a:pt x="2827019" y="534247"/>
                  <a:pt x="2845422" y="535304"/>
                  <a:pt x="2863024" y="540096"/>
                </a:cubicBezTo>
                <a:cubicBezTo>
                  <a:pt x="2880617" y="544877"/>
                  <a:pt x="2897019" y="553297"/>
                  <a:pt x="2911173" y="564794"/>
                </a:cubicBezTo>
                <a:cubicBezTo>
                  <a:pt x="2925327" y="576291"/>
                  <a:pt x="2936919" y="590616"/>
                  <a:pt x="2945215" y="606856"/>
                </a:cubicBezTo>
                <a:cubicBezTo>
                  <a:pt x="2953511" y="623096"/>
                  <a:pt x="2958322" y="640889"/>
                  <a:pt x="2959331" y="659091"/>
                </a:cubicBezTo>
                <a:cubicBezTo>
                  <a:pt x="2960350" y="677303"/>
                  <a:pt x="2957550" y="695525"/>
                  <a:pt x="2951111" y="712584"/>
                </a:cubicBezTo>
                <a:lnTo>
                  <a:pt x="2963913" y="715927"/>
                </a:lnTo>
                <a:lnTo>
                  <a:pt x="3008195" y="547230"/>
                </a:lnTo>
                <a:moveTo>
                  <a:pt x="3422294" y="1451048"/>
                </a:moveTo>
                <a:lnTo>
                  <a:pt x="3292278" y="1567395"/>
                </a:lnTo>
                <a:lnTo>
                  <a:pt x="3258397" y="1529581"/>
                </a:lnTo>
                <a:cubicBezTo>
                  <a:pt x="3281133" y="1509169"/>
                  <a:pt x="3296011" y="1481451"/>
                  <a:pt x="3300450" y="1451219"/>
                </a:cubicBezTo>
                <a:cubicBezTo>
                  <a:pt x="3304898" y="1420987"/>
                  <a:pt x="3298621" y="1390154"/>
                  <a:pt x="3282724" y="1364065"/>
                </a:cubicBezTo>
                <a:cubicBezTo>
                  <a:pt x="3266817" y="1337976"/>
                  <a:pt x="3242290" y="1318269"/>
                  <a:pt x="3213382" y="1308373"/>
                </a:cubicBezTo>
                <a:cubicBezTo>
                  <a:pt x="3184483" y="1298467"/>
                  <a:pt x="3153022" y="1298990"/>
                  <a:pt x="3124457" y="1309849"/>
                </a:cubicBezTo>
                <a:cubicBezTo>
                  <a:pt x="3109483" y="1315497"/>
                  <a:pt x="3095691" y="1323908"/>
                  <a:pt x="3083814" y="1334643"/>
                </a:cubicBezTo>
                <a:lnTo>
                  <a:pt x="2222896" y="373456"/>
                </a:lnTo>
                <a:cubicBezTo>
                  <a:pt x="2231555" y="365750"/>
                  <a:pt x="2239117" y="356892"/>
                  <a:pt x="2245366" y="347129"/>
                </a:cubicBezTo>
                <a:cubicBezTo>
                  <a:pt x="2262539" y="320516"/>
                  <a:pt x="2269483" y="288569"/>
                  <a:pt x="2264892" y="257222"/>
                </a:cubicBezTo>
                <a:cubicBezTo>
                  <a:pt x="2260311" y="225875"/>
                  <a:pt x="2244509" y="197253"/>
                  <a:pt x="2220429" y="176669"/>
                </a:cubicBezTo>
                <a:cubicBezTo>
                  <a:pt x="2196350" y="156086"/>
                  <a:pt x="2165613" y="144941"/>
                  <a:pt x="2133942" y="145294"/>
                </a:cubicBezTo>
                <a:cubicBezTo>
                  <a:pt x="2102262" y="145646"/>
                  <a:pt x="2071792" y="157467"/>
                  <a:pt x="2048170" y="178584"/>
                </a:cubicBezTo>
                <a:lnTo>
                  <a:pt x="2014356" y="140846"/>
                </a:lnTo>
                <a:lnTo>
                  <a:pt x="2144363" y="24507"/>
                </a:lnTo>
                <a:lnTo>
                  <a:pt x="2699670" y="644594"/>
                </a:lnTo>
                <a:cubicBezTo>
                  <a:pt x="2699670" y="645394"/>
                  <a:pt x="2699670" y="646128"/>
                  <a:pt x="2699670" y="646928"/>
                </a:cubicBezTo>
                <a:cubicBezTo>
                  <a:pt x="2696718" y="666226"/>
                  <a:pt x="2698118" y="685952"/>
                  <a:pt x="2703776" y="704640"/>
                </a:cubicBezTo>
                <a:cubicBezTo>
                  <a:pt x="2709433" y="723328"/>
                  <a:pt x="2719206" y="740521"/>
                  <a:pt x="2732370" y="754941"/>
                </a:cubicBezTo>
                <a:cubicBezTo>
                  <a:pt x="2745533" y="769372"/>
                  <a:pt x="2761754" y="780668"/>
                  <a:pt x="2779852" y="788003"/>
                </a:cubicBezTo>
                <a:cubicBezTo>
                  <a:pt x="2797949" y="795347"/>
                  <a:pt x="2817456" y="798547"/>
                  <a:pt x="2836954" y="797366"/>
                </a:cubicBezTo>
                <a:lnTo>
                  <a:pt x="3422294" y="1451048"/>
                </a:lnTo>
                <a:moveTo>
                  <a:pt x="2983029" y="540619"/>
                </a:moveTo>
                <a:lnTo>
                  <a:pt x="2981144" y="529999"/>
                </a:lnTo>
                <a:lnTo>
                  <a:pt x="2967542" y="456276"/>
                </a:lnTo>
                <a:lnTo>
                  <a:pt x="2795939" y="487832"/>
                </a:lnTo>
                <a:lnTo>
                  <a:pt x="2796673" y="491756"/>
                </a:lnTo>
                <a:lnTo>
                  <a:pt x="2983029" y="540619"/>
                </a:lnTo>
                <a:moveTo>
                  <a:pt x="2856947" y="819978"/>
                </a:moveTo>
                <a:lnTo>
                  <a:pt x="3080108" y="1069162"/>
                </a:lnTo>
                <a:lnTo>
                  <a:pt x="2994088" y="601113"/>
                </a:lnTo>
                <a:lnTo>
                  <a:pt x="2963913" y="716146"/>
                </a:lnTo>
                <a:lnTo>
                  <a:pt x="2951111" y="712803"/>
                </a:lnTo>
                <a:cubicBezTo>
                  <a:pt x="2943120" y="733863"/>
                  <a:pt x="2929842" y="752513"/>
                  <a:pt x="2912564" y="766962"/>
                </a:cubicBezTo>
                <a:cubicBezTo>
                  <a:pt x="2895285" y="781421"/>
                  <a:pt x="2874587" y="791184"/>
                  <a:pt x="2852442" y="795327"/>
                </a:cubicBezTo>
                <a:lnTo>
                  <a:pt x="2856947" y="819978"/>
                </a:lnTo>
                <a:moveTo>
                  <a:pt x="3313804" y="2340321"/>
                </a:moveTo>
                <a:lnTo>
                  <a:pt x="3142202" y="2371877"/>
                </a:lnTo>
                <a:lnTo>
                  <a:pt x="2917450" y="1149067"/>
                </a:lnTo>
                <a:lnTo>
                  <a:pt x="3083814" y="1334709"/>
                </a:lnTo>
                <a:cubicBezTo>
                  <a:pt x="3064068" y="1352378"/>
                  <a:pt x="3050162" y="1375629"/>
                  <a:pt x="3043923" y="1401384"/>
                </a:cubicBezTo>
                <a:cubicBezTo>
                  <a:pt x="3037674" y="1427130"/>
                  <a:pt x="3039398" y="1454172"/>
                  <a:pt x="3048857" y="1478927"/>
                </a:cubicBezTo>
                <a:cubicBezTo>
                  <a:pt x="3058315" y="1503673"/>
                  <a:pt x="3075060" y="1524971"/>
                  <a:pt x="3096882" y="1540002"/>
                </a:cubicBezTo>
                <a:cubicBezTo>
                  <a:pt x="3118704" y="1555032"/>
                  <a:pt x="3144573" y="1563090"/>
                  <a:pt x="3171072" y="1563100"/>
                </a:cubicBezTo>
                <a:lnTo>
                  <a:pt x="3300355" y="2266445"/>
                </a:lnTo>
                <a:lnTo>
                  <a:pt x="3313804" y="2340321"/>
                </a:lnTo>
              </a:path>
            </a:pathLst>
          </a:custGeom>
          <a:solidFill>
            <a:srgbClr val="E6E6E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870525" y="2190726"/>
            <a:ext cx="3422289" cy="2371879"/>
          </a:xfrm>
          <a:custGeom>
            <a:avLst/>
            <a:gdLst/>
            <a:ahLst/>
            <a:cxnLst/>
            <a:rect l="0" t="0" r="0" b="0"/>
            <a:pathLst>
              <a:path w="3422289" h="2371879">
                <a:moveTo>
                  <a:pt x="1063348" y="525202"/>
                </a:moveTo>
                <a:lnTo>
                  <a:pt x="338404" y="1334711"/>
                </a:lnTo>
                <a:cubicBezTo>
                  <a:pt x="326524" y="1323978"/>
                  <a:pt x="312737" y="1315568"/>
                  <a:pt x="297757" y="1309916"/>
                </a:cubicBezTo>
                <a:cubicBezTo>
                  <a:pt x="269173" y="1299009"/>
                  <a:pt x="237670" y="1298461"/>
                  <a:pt x="208722" y="1308366"/>
                </a:cubicBezTo>
                <a:cubicBezTo>
                  <a:pt x="179775" y="1318272"/>
                  <a:pt x="155212" y="1338006"/>
                  <a:pt x="139303" y="1364139"/>
                </a:cubicBezTo>
                <a:cubicBezTo>
                  <a:pt x="123393" y="1390272"/>
                  <a:pt x="117141" y="1421154"/>
                  <a:pt x="121634" y="1451417"/>
                </a:cubicBezTo>
                <a:cubicBezTo>
                  <a:pt x="126126" y="1481681"/>
                  <a:pt x="141079" y="1509414"/>
                  <a:pt x="163894" y="1529799"/>
                </a:cubicBezTo>
                <a:lnTo>
                  <a:pt x="130010" y="1567610"/>
                </a:lnTo>
                <a:lnTo>
                  <a:pt x="0" y="1451270"/>
                </a:lnTo>
                <a:lnTo>
                  <a:pt x="585772" y="797220"/>
                </a:lnTo>
                <a:cubicBezTo>
                  <a:pt x="605452" y="798400"/>
                  <a:pt x="625144" y="795119"/>
                  <a:pt x="643378" y="787621"/>
                </a:cubicBezTo>
                <a:cubicBezTo>
                  <a:pt x="661611" y="780124"/>
                  <a:pt x="677916" y="768604"/>
                  <a:pt x="691074" y="753923"/>
                </a:cubicBezTo>
                <a:cubicBezTo>
                  <a:pt x="704232" y="739241"/>
                  <a:pt x="713902" y="721776"/>
                  <a:pt x="719365" y="702833"/>
                </a:cubicBezTo>
                <a:cubicBezTo>
                  <a:pt x="724827" y="683890"/>
                  <a:pt x="725939" y="663957"/>
                  <a:pt x="722617" y="644524"/>
                </a:cubicBezTo>
                <a:lnTo>
                  <a:pt x="743049" y="621765"/>
                </a:lnTo>
                <a:close/>
                <a:moveTo>
                  <a:pt x="1407787" y="140625"/>
                </a:moveTo>
                <a:lnTo>
                  <a:pt x="1386773" y="122083"/>
                </a:lnTo>
                <a:lnTo>
                  <a:pt x="1277704" y="24576"/>
                </a:lnTo>
                <a:lnTo>
                  <a:pt x="966276" y="372360"/>
                </a:lnTo>
                <a:lnTo>
                  <a:pt x="1161364" y="313753"/>
                </a:lnTo>
                <a:cubicBezTo>
                  <a:pt x="1153167" y="286436"/>
                  <a:pt x="1154118" y="257190"/>
                  <a:pt x="1164072" y="230462"/>
                </a:cubicBezTo>
                <a:cubicBezTo>
                  <a:pt x="1174025" y="203735"/>
                  <a:pt x="1192436" y="180991"/>
                  <a:pt x="1216504" y="165689"/>
                </a:cubicBezTo>
                <a:cubicBezTo>
                  <a:pt x="1240572" y="150387"/>
                  <a:pt x="1268979" y="143366"/>
                  <a:pt x="1297404" y="145693"/>
                </a:cubicBezTo>
                <a:cubicBezTo>
                  <a:pt x="1325830" y="148020"/>
                  <a:pt x="1352716" y="159568"/>
                  <a:pt x="1373976" y="178581"/>
                </a:cubicBezTo>
                <a:close/>
                <a:moveTo>
                  <a:pt x="2244782" y="136408"/>
                </a:moveTo>
                <a:lnTo>
                  <a:pt x="2144366" y="24213"/>
                </a:lnTo>
                <a:lnTo>
                  <a:pt x="2014356" y="140553"/>
                </a:lnTo>
                <a:lnTo>
                  <a:pt x="2048167" y="178291"/>
                </a:lnTo>
                <a:cubicBezTo>
                  <a:pt x="2030198" y="194365"/>
                  <a:pt x="2017034" y="215104"/>
                  <a:pt x="2010139" y="238206"/>
                </a:cubicBezTo>
                <a:cubicBezTo>
                  <a:pt x="2010139" y="239078"/>
                  <a:pt x="2009629" y="239951"/>
                  <a:pt x="2009411" y="240824"/>
                </a:cubicBezTo>
                <a:lnTo>
                  <a:pt x="1930809" y="264528"/>
                </a:lnTo>
                <a:lnTo>
                  <a:pt x="1610365" y="360799"/>
                </a:lnTo>
                <a:lnTo>
                  <a:pt x="1063348" y="525202"/>
                </a:lnTo>
                <a:lnTo>
                  <a:pt x="718763" y="628745"/>
                </a:lnTo>
                <a:cubicBezTo>
                  <a:pt x="711820" y="605671"/>
                  <a:pt x="698642" y="584960"/>
                  <a:pt x="680679" y="568898"/>
                </a:cubicBezTo>
                <a:cubicBezTo>
                  <a:pt x="662717" y="552834"/>
                  <a:pt x="640670" y="542042"/>
                  <a:pt x="616966" y="537709"/>
                </a:cubicBezTo>
                <a:cubicBezTo>
                  <a:pt x="594918" y="533662"/>
                  <a:pt x="572201" y="535344"/>
                  <a:pt x="550990" y="542596"/>
                </a:cubicBezTo>
                <a:cubicBezTo>
                  <a:pt x="529780" y="549848"/>
                  <a:pt x="510787" y="562426"/>
                  <a:pt x="495832" y="579125"/>
                </a:cubicBezTo>
                <a:cubicBezTo>
                  <a:pt x="480878" y="595823"/>
                  <a:pt x="470463" y="616083"/>
                  <a:pt x="465586" y="637962"/>
                </a:cubicBezTo>
                <a:cubicBezTo>
                  <a:pt x="460709" y="659841"/>
                  <a:pt x="461532" y="682606"/>
                  <a:pt x="467978" y="704075"/>
                </a:cubicBezTo>
                <a:lnTo>
                  <a:pt x="419406" y="718618"/>
                </a:lnTo>
                <a:lnTo>
                  <a:pt x="411116" y="691569"/>
                </a:lnTo>
                <a:lnTo>
                  <a:pt x="369016" y="551597"/>
                </a:lnTo>
                <a:lnTo>
                  <a:pt x="440783" y="529783"/>
                </a:lnTo>
                <a:lnTo>
                  <a:pt x="1161364" y="313753"/>
                </a:lnTo>
                <a:cubicBezTo>
                  <a:pt x="1171864" y="346377"/>
                  <a:pt x="1194234" y="373290"/>
                  <a:pt x="1224574" y="389228"/>
                </a:cubicBezTo>
                <a:cubicBezTo>
                  <a:pt x="1254914" y="405168"/>
                  <a:pt x="1290547" y="409783"/>
                  <a:pt x="1323368" y="399919"/>
                </a:cubicBezTo>
                <a:cubicBezTo>
                  <a:pt x="1356189" y="390054"/>
                  <a:pt x="1384088" y="366568"/>
                  <a:pt x="1400614" y="336544"/>
                </a:cubicBezTo>
                <a:cubicBezTo>
                  <a:pt x="1417140" y="306519"/>
                  <a:pt x="1421229" y="271211"/>
                  <a:pt x="1412004" y="238204"/>
                </a:cubicBezTo>
                <a:lnTo>
                  <a:pt x="2131568" y="21813"/>
                </a:lnTo>
                <a:lnTo>
                  <a:pt x="2203336" y="0"/>
                </a:lnTo>
                <a:close/>
                <a:moveTo>
                  <a:pt x="504697" y="1149071"/>
                </a:moveTo>
                <a:lnTo>
                  <a:pt x="280233" y="2371879"/>
                </a:lnTo>
                <a:lnTo>
                  <a:pt x="108631" y="2340321"/>
                </a:lnTo>
                <a:lnTo>
                  <a:pt x="251148" y="1563242"/>
                </a:lnTo>
                <a:cubicBezTo>
                  <a:pt x="277677" y="1563265"/>
                  <a:pt x="303587" y="1555225"/>
                  <a:pt x="325444" y="1540188"/>
                </a:cubicBezTo>
                <a:cubicBezTo>
                  <a:pt x="347299" y="1525151"/>
                  <a:pt x="364070" y="1503828"/>
                  <a:pt x="373533" y="1479044"/>
                </a:cubicBezTo>
                <a:cubicBezTo>
                  <a:pt x="382995" y="1454260"/>
                  <a:pt x="384703" y="1427185"/>
                  <a:pt x="378429" y="1401408"/>
                </a:cubicBezTo>
                <a:cubicBezTo>
                  <a:pt x="372156" y="1375632"/>
                  <a:pt x="358198" y="1352375"/>
                  <a:pt x="338404" y="1334711"/>
                </a:cubicBezTo>
                <a:close/>
                <a:moveTo>
                  <a:pt x="569703" y="795256"/>
                </a:moveTo>
                <a:lnTo>
                  <a:pt x="569630" y="795329"/>
                </a:lnTo>
                <a:cubicBezTo>
                  <a:pt x="545924" y="790945"/>
                  <a:pt x="523884" y="780117"/>
                  <a:pt x="505927" y="764033"/>
                </a:cubicBezTo>
                <a:cubicBezTo>
                  <a:pt x="487970" y="747949"/>
                  <a:pt x="474789" y="727229"/>
                  <a:pt x="467832" y="704147"/>
                </a:cubicBezTo>
                <a:lnTo>
                  <a:pt x="419260" y="718690"/>
                </a:lnTo>
                <a:lnTo>
                  <a:pt x="411116" y="691569"/>
                </a:lnTo>
                <a:lnTo>
                  <a:pt x="341967" y="1069091"/>
                </a:lnTo>
                <a:lnTo>
                  <a:pt x="565194" y="819906"/>
                </a:lnTo>
                <a:close/>
                <a:moveTo>
                  <a:pt x="598423" y="482665"/>
                </a:moveTo>
                <a:lnTo>
                  <a:pt x="454743" y="456271"/>
                </a:lnTo>
                <a:lnTo>
                  <a:pt x="441219" y="529929"/>
                </a:lnTo>
                <a:close/>
                <a:moveTo>
                  <a:pt x="1227897" y="80057"/>
                </a:moveTo>
                <a:lnTo>
                  <a:pt x="1155402" y="61006"/>
                </a:lnTo>
                <a:lnTo>
                  <a:pt x="1118319" y="202432"/>
                </a:lnTo>
                <a:close/>
                <a:moveTo>
                  <a:pt x="1607165" y="179598"/>
                </a:moveTo>
                <a:lnTo>
                  <a:pt x="1386701" y="121718"/>
                </a:lnTo>
                <a:lnTo>
                  <a:pt x="1407787" y="140625"/>
                </a:lnTo>
                <a:lnTo>
                  <a:pt x="1373976" y="178362"/>
                </a:lnTo>
                <a:cubicBezTo>
                  <a:pt x="1391917" y="194430"/>
                  <a:pt x="1405075" y="215138"/>
                  <a:pt x="1412004" y="238204"/>
                </a:cubicBezTo>
                <a:close/>
                <a:moveTo>
                  <a:pt x="2396170" y="567084"/>
                </a:moveTo>
                <a:lnTo>
                  <a:pt x="1610365" y="360799"/>
                </a:lnTo>
                <a:lnTo>
                  <a:pt x="1930809" y="264528"/>
                </a:lnTo>
                <a:lnTo>
                  <a:pt x="2004830" y="283941"/>
                </a:lnTo>
                <a:cubicBezTo>
                  <a:pt x="2006317" y="308517"/>
                  <a:pt x="2014705" y="332175"/>
                  <a:pt x="2029032" y="352198"/>
                </a:cubicBezTo>
                <a:cubicBezTo>
                  <a:pt x="2043359" y="372221"/>
                  <a:pt x="2063043" y="387797"/>
                  <a:pt x="2085823" y="397137"/>
                </a:cubicBezTo>
                <a:cubicBezTo>
                  <a:pt x="2108604" y="406477"/>
                  <a:pt x="2133556" y="409202"/>
                  <a:pt x="2157816" y="404999"/>
                </a:cubicBezTo>
                <a:cubicBezTo>
                  <a:pt x="2182075" y="400796"/>
                  <a:pt x="2204657" y="389836"/>
                  <a:pt x="2222968" y="373378"/>
                </a:cubicBezTo>
                <a:close/>
                <a:moveTo>
                  <a:pt x="3008192" y="547233"/>
                </a:moveTo>
                <a:lnTo>
                  <a:pt x="2983033" y="540180"/>
                </a:lnTo>
                <a:lnTo>
                  <a:pt x="2491278" y="411478"/>
                </a:lnTo>
                <a:lnTo>
                  <a:pt x="2699672" y="644159"/>
                </a:lnTo>
                <a:cubicBezTo>
                  <a:pt x="2702769" y="626189"/>
                  <a:pt x="2709586" y="609063"/>
                  <a:pt x="2719688" y="593882"/>
                </a:cubicBezTo>
                <a:cubicBezTo>
                  <a:pt x="2729789" y="578700"/>
                  <a:pt x="2742951" y="565796"/>
                  <a:pt x="2758331" y="555998"/>
                </a:cubicBezTo>
                <a:cubicBezTo>
                  <a:pt x="2773710" y="546201"/>
                  <a:pt x="2790967" y="539725"/>
                  <a:pt x="2808995" y="536985"/>
                </a:cubicBezTo>
                <a:cubicBezTo>
                  <a:pt x="2827023" y="534246"/>
                  <a:pt x="2845426" y="535305"/>
                  <a:pt x="2863021" y="540093"/>
                </a:cubicBezTo>
                <a:cubicBezTo>
                  <a:pt x="2880616" y="544881"/>
                  <a:pt x="2897017" y="553293"/>
                  <a:pt x="2911172" y="564790"/>
                </a:cubicBezTo>
                <a:cubicBezTo>
                  <a:pt x="2925326" y="576287"/>
                  <a:pt x="2936922" y="590614"/>
                  <a:pt x="2945216" y="606854"/>
                </a:cubicBezTo>
                <a:cubicBezTo>
                  <a:pt x="2953510" y="623094"/>
                  <a:pt x="2958318" y="640888"/>
                  <a:pt x="2959334" y="659095"/>
                </a:cubicBezTo>
                <a:cubicBezTo>
                  <a:pt x="2960349" y="677302"/>
                  <a:pt x="2957549" y="695520"/>
                  <a:pt x="2951113" y="712581"/>
                </a:cubicBezTo>
                <a:lnTo>
                  <a:pt x="2963910" y="715926"/>
                </a:lnTo>
                <a:close/>
                <a:moveTo>
                  <a:pt x="3422289" y="1451052"/>
                </a:moveTo>
                <a:lnTo>
                  <a:pt x="3292279" y="1567392"/>
                </a:lnTo>
                <a:lnTo>
                  <a:pt x="3258396" y="1529582"/>
                </a:lnTo>
                <a:cubicBezTo>
                  <a:pt x="3281132" y="1509171"/>
                  <a:pt x="3296012" y="1481448"/>
                  <a:pt x="3300454" y="1451218"/>
                </a:cubicBezTo>
                <a:cubicBezTo>
                  <a:pt x="3304897" y="1420988"/>
                  <a:pt x="3298624" y="1390157"/>
                  <a:pt x="3282721" y="1364067"/>
                </a:cubicBezTo>
                <a:cubicBezTo>
                  <a:pt x="3266819" y="1337977"/>
                  <a:pt x="3242289" y="1318273"/>
                  <a:pt x="3213384" y="1308370"/>
                </a:cubicBezTo>
                <a:cubicBezTo>
                  <a:pt x="3184478" y="1298466"/>
                  <a:pt x="3153019" y="1298988"/>
                  <a:pt x="3124459" y="1309845"/>
                </a:cubicBezTo>
                <a:cubicBezTo>
                  <a:pt x="3109479" y="1315496"/>
                  <a:pt x="3095692" y="1323906"/>
                  <a:pt x="3083812" y="1334639"/>
                </a:cubicBezTo>
                <a:lnTo>
                  <a:pt x="2222895" y="373452"/>
                </a:lnTo>
                <a:cubicBezTo>
                  <a:pt x="2231558" y="365751"/>
                  <a:pt x="2239118" y="356894"/>
                  <a:pt x="2245363" y="347130"/>
                </a:cubicBezTo>
                <a:cubicBezTo>
                  <a:pt x="2262540" y="320511"/>
                  <a:pt x="2269480" y="288567"/>
                  <a:pt x="2264894" y="257221"/>
                </a:cubicBezTo>
                <a:cubicBezTo>
                  <a:pt x="2260308" y="225875"/>
                  <a:pt x="2244509" y="197256"/>
                  <a:pt x="2220428" y="176674"/>
                </a:cubicBezTo>
                <a:cubicBezTo>
                  <a:pt x="2196346" y="156090"/>
                  <a:pt x="2165617" y="144940"/>
                  <a:pt x="2133940" y="145292"/>
                </a:cubicBezTo>
                <a:cubicBezTo>
                  <a:pt x="2102262" y="145643"/>
                  <a:pt x="2071787" y="157471"/>
                  <a:pt x="2048168" y="178582"/>
                </a:cubicBezTo>
                <a:lnTo>
                  <a:pt x="2014356" y="140844"/>
                </a:lnTo>
                <a:lnTo>
                  <a:pt x="2144366" y="24504"/>
                </a:lnTo>
                <a:lnTo>
                  <a:pt x="2699672" y="644597"/>
                </a:lnTo>
                <a:cubicBezTo>
                  <a:pt x="2699672" y="645397"/>
                  <a:pt x="2699672" y="646124"/>
                  <a:pt x="2699672" y="646924"/>
                </a:cubicBezTo>
                <a:cubicBezTo>
                  <a:pt x="2696718" y="666228"/>
                  <a:pt x="2698121" y="685949"/>
                  <a:pt x="2703778" y="704640"/>
                </a:cubicBezTo>
                <a:cubicBezTo>
                  <a:pt x="2709436" y="723331"/>
                  <a:pt x="2719204" y="740520"/>
                  <a:pt x="2732368" y="754945"/>
                </a:cubicBezTo>
                <a:cubicBezTo>
                  <a:pt x="2745532" y="769370"/>
                  <a:pt x="2761757" y="780667"/>
                  <a:pt x="2779853" y="788007"/>
                </a:cubicBezTo>
                <a:cubicBezTo>
                  <a:pt x="2797950" y="795348"/>
                  <a:pt x="2817460" y="798546"/>
                  <a:pt x="2836953" y="797366"/>
                </a:cubicBezTo>
                <a:close/>
                <a:moveTo>
                  <a:pt x="2983033" y="540617"/>
                </a:moveTo>
                <a:lnTo>
                  <a:pt x="2981142" y="530001"/>
                </a:lnTo>
                <a:lnTo>
                  <a:pt x="2967545" y="456271"/>
                </a:lnTo>
                <a:lnTo>
                  <a:pt x="2795943" y="487828"/>
                </a:lnTo>
                <a:lnTo>
                  <a:pt x="2796670" y="491755"/>
                </a:lnTo>
                <a:close/>
                <a:moveTo>
                  <a:pt x="2856949" y="819979"/>
                </a:moveTo>
                <a:lnTo>
                  <a:pt x="3080104" y="1069164"/>
                </a:lnTo>
                <a:lnTo>
                  <a:pt x="2994085" y="601114"/>
                </a:lnTo>
                <a:lnTo>
                  <a:pt x="2963910" y="716145"/>
                </a:lnTo>
                <a:lnTo>
                  <a:pt x="2951112" y="712800"/>
                </a:lnTo>
                <a:cubicBezTo>
                  <a:pt x="2943119" y="733861"/>
                  <a:pt x="2929846" y="752513"/>
                  <a:pt x="2912567" y="766965"/>
                </a:cubicBezTo>
                <a:cubicBezTo>
                  <a:pt x="2895288" y="781417"/>
                  <a:pt x="2874583" y="791185"/>
                  <a:pt x="2852441" y="795329"/>
                </a:cubicBezTo>
                <a:close/>
                <a:moveTo>
                  <a:pt x="3313802" y="2340321"/>
                </a:moveTo>
                <a:lnTo>
                  <a:pt x="3142200" y="2371879"/>
                </a:lnTo>
                <a:lnTo>
                  <a:pt x="2917446" y="1149071"/>
                </a:lnTo>
                <a:lnTo>
                  <a:pt x="3083812" y="1334706"/>
                </a:lnTo>
                <a:cubicBezTo>
                  <a:pt x="3064072" y="1352381"/>
                  <a:pt x="3050162" y="1375632"/>
                  <a:pt x="3043920" y="1401382"/>
                </a:cubicBezTo>
                <a:cubicBezTo>
                  <a:pt x="3037678" y="1427133"/>
                  <a:pt x="3039399" y="1454172"/>
                  <a:pt x="3048856" y="1478924"/>
                </a:cubicBezTo>
                <a:cubicBezTo>
                  <a:pt x="3058312" y="1503676"/>
                  <a:pt x="3075058" y="1524975"/>
                  <a:pt x="3096879" y="1540004"/>
                </a:cubicBezTo>
                <a:cubicBezTo>
                  <a:pt x="3118701" y="1555033"/>
                  <a:pt x="3144571" y="1563086"/>
                  <a:pt x="3171067" y="1563097"/>
                </a:cubicBezTo>
                <a:lnTo>
                  <a:pt x="3300350" y="2266445"/>
                </a:lnTo>
                <a:close/>
              </a:path>
            </a:pathLst>
          </a:custGeom>
          <a:noFill/>
          <a:ln w="21816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990792" y="3492214"/>
            <a:ext cx="261766" cy="261766"/>
          </a:xfrm>
          <a:custGeom>
            <a:avLst/>
            <a:gdLst/>
            <a:ahLst/>
            <a:cxnLst/>
            <a:rect l="0" t="0" r="0" b="0"/>
            <a:pathLst>
              <a:path w="261766" h="261766">
                <a:moveTo>
                  <a:pt x="261766" y="130883"/>
                </a:moveTo>
                <a:cubicBezTo>
                  <a:pt x="261766" y="203168"/>
                  <a:pt x="203168" y="261766"/>
                  <a:pt x="130883" y="261766"/>
                </a:cubicBezTo>
                <a:cubicBezTo>
                  <a:pt x="58597" y="261766"/>
                  <a:pt x="0" y="203168"/>
                  <a:pt x="0" y="130883"/>
                </a:cubicBezTo>
                <a:cubicBezTo>
                  <a:pt x="0" y="58597"/>
                  <a:pt x="58597" y="0"/>
                  <a:pt x="130883" y="0"/>
                </a:cubicBezTo>
                <a:cubicBezTo>
                  <a:pt x="203168" y="0"/>
                  <a:pt x="261766" y="58597"/>
                  <a:pt x="261766" y="130883"/>
                </a:cubicBezTo>
              </a:path>
            </a:pathLst>
          </a:custGeom>
          <a:solidFill>
            <a:srgbClr val="32928C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990792" y="3492214"/>
            <a:ext cx="261765" cy="261765"/>
          </a:xfrm>
          <a:custGeom>
            <a:avLst/>
            <a:gdLst/>
            <a:ahLst/>
            <a:cxnLst/>
            <a:rect l="0" t="0" r="0" b="0"/>
            <a:pathLst>
              <a:path w="261765" h="261765">
                <a:moveTo>
                  <a:pt x="261765" y="130882"/>
                </a:moveTo>
                <a:cubicBezTo>
                  <a:pt x="261765" y="203166"/>
                  <a:pt x="203166" y="261765"/>
                  <a:pt x="130882" y="261765"/>
                </a:cubicBezTo>
                <a:cubicBezTo>
                  <a:pt x="58598" y="261765"/>
                  <a:pt x="0" y="203166"/>
                  <a:pt x="0" y="130882"/>
                </a:cubicBezTo>
                <a:cubicBezTo>
                  <a:pt x="0" y="58598"/>
                  <a:pt x="58598" y="0"/>
                  <a:pt x="130882" y="0"/>
                </a:cubicBezTo>
                <a:cubicBezTo>
                  <a:pt x="203166" y="0"/>
                  <a:pt x="261765" y="58598"/>
                  <a:pt x="261765" y="130882"/>
                </a:cubicBezTo>
                <a:close/>
              </a:path>
            </a:pathLst>
          </a:custGeom>
          <a:noFill/>
          <a:ln w="21816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33195" y="2726331"/>
            <a:ext cx="261766" cy="261766"/>
          </a:xfrm>
          <a:custGeom>
            <a:avLst/>
            <a:gdLst/>
            <a:ahLst/>
            <a:cxnLst/>
            <a:rect l="0" t="0" r="0" b="0"/>
            <a:pathLst>
              <a:path w="261766" h="261766">
                <a:moveTo>
                  <a:pt x="261766" y="130883"/>
                </a:moveTo>
                <a:cubicBezTo>
                  <a:pt x="261766" y="203168"/>
                  <a:pt x="203168" y="261766"/>
                  <a:pt x="130883" y="261766"/>
                </a:cubicBezTo>
                <a:cubicBezTo>
                  <a:pt x="58597" y="261766"/>
                  <a:pt x="0" y="203168"/>
                  <a:pt x="0" y="130883"/>
                </a:cubicBezTo>
                <a:cubicBezTo>
                  <a:pt x="0" y="58597"/>
                  <a:pt x="58597" y="0"/>
                  <a:pt x="130883" y="0"/>
                </a:cubicBezTo>
                <a:cubicBezTo>
                  <a:pt x="203168" y="0"/>
                  <a:pt x="261766" y="58597"/>
                  <a:pt x="261766" y="130883"/>
                </a:cubicBezTo>
              </a:path>
            </a:pathLst>
          </a:custGeom>
          <a:solidFill>
            <a:srgbClr val="569C6E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333195" y="2726331"/>
            <a:ext cx="261765" cy="261765"/>
          </a:xfrm>
          <a:custGeom>
            <a:avLst/>
            <a:gdLst/>
            <a:ahLst/>
            <a:cxnLst/>
            <a:rect l="0" t="0" r="0" b="0"/>
            <a:pathLst>
              <a:path w="261765" h="261765">
                <a:moveTo>
                  <a:pt x="261765" y="130882"/>
                </a:moveTo>
                <a:cubicBezTo>
                  <a:pt x="261765" y="203166"/>
                  <a:pt x="203166" y="261765"/>
                  <a:pt x="130882" y="261765"/>
                </a:cubicBezTo>
                <a:cubicBezTo>
                  <a:pt x="58598" y="261765"/>
                  <a:pt x="0" y="203166"/>
                  <a:pt x="0" y="130882"/>
                </a:cubicBezTo>
                <a:cubicBezTo>
                  <a:pt x="0" y="58598"/>
                  <a:pt x="58598" y="0"/>
                  <a:pt x="130882" y="0"/>
                </a:cubicBezTo>
                <a:cubicBezTo>
                  <a:pt x="203166" y="0"/>
                  <a:pt x="261765" y="58598"/>
                  <a:pt x="261765" y="130882"/>
                </a:cubicBezTo>
                <a:close/>
              </a:path>
            </a:pathLst>
          </a:custGeom>
          <a:noFill/>
          <a:ln w="21816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026364" y="2335862"/>
            <a:ext cx="261766" cy="261766"/>
          </a:xfrm>
          <a:custGeom>
            <a:avLst/>
            <a:gdLst/>
            <a:ahLst/>
            <a:cxnLst/>
            <a:rect l="0" t="0" r="0" b="0"/>
            <a:pathLst>
              <a:path w="261766" h="261766">
                <a:moveTo>
                  <a:pt x="261766" y="130883"/>
                </a:moveTo>
                <a:cubicBezTo>
                  <a:pt x="261766" y="203168"/>
                  <a:pt x="203168" y="261766"/>
                  <a:pt x="130883" y="261766"/>
                </a:cubicBezTo>
                <a:cubicBezTo>
                  <a:pt x="58597" y="261766"/>
                  <a:pt x="0" y="203168"/>
                  <a:pt x="0" y="130883"/>
                </a:cubicBezTo>
                <a:cubicBezTo>
                  <a:pt x="0" y="58597"/>
                  <a:pt x="58597" y="0"/>
                  <a:pt x="130883" y="0"/>
                </a:cubicBezTo>
                <a:cubicBezTo>
                  <a:pt x="203168" y="0"/>
                  <a:pt x="261766" y="58597"/>
                  <a:pt x="261766" y="130883"/>
                </a:cubicBezTo>
              </a:path>
            </a:pathLst>
          </a:custGeom>
          <a:solidFill>
            <a:srgbClr val="90A243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026364" y="2335862"/>
            <a:ext cx="261765" cy="261765"/>
          </a:xfrm>
          <a:custGeom>
            <a:avLst/>
            <a:gdLst/>
            <a:ahLst/>
            <a:cxnLst/>
            <a:rect l="0" t="0" r="0" b="0"/>
            <a:pathLst>
              <a:path w="261765" h="261765">
                <a:moveTo>
                  <a:pt x="261765" y="130882"/>
                </a:moveTo>
                <a:cubicBezTo>
                  <a:pt x="261765" y="203166"/>
                  <a:pt x="203166" y="261765"/>
                  <a:pt x="130882" y="261765"/>
                </a:cubicBezTo>
                <a:cubicBezTo>
                  <a:pt x="58598" y="261765"/>
                  <a:pt x="0" y="203166"/>
                  <a:pt x="0" y="130882"/>
                </a:cubicBezTo>
                <a:cubicBezTo>
                  <a:pt x="0" y="58598"/>
                  <a:pt x="58598" y="0"/>
                  <a:pt x="130882" y="0"/>
                </a:cubicBezTo>
                <a:cubicBezTo>
                  <a:pt x="203166" y="0"/>
                  <a:pt x="261765" y="58598"/>
                  <a:pt x="261765" y="130882"/>
                </a:cubicBezTo>
                <a:close/>
              </a:path>
            </a:pathLst>
          </a:custGeom>
          <a:noFill/>
          <a:ln w="21816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75138" y="2335862"/>
            <a:ext cx="261766" cy="261766"/>
          </a:xfrm>
          <a:custGeom>
            <a:avLst/>
            <a:gdLst/>
            <a:ahLst/>
            <a:cxnLst/>
            <a:rect l="0" t="0" r="0" b="0"/>
            <a:pathLst>
              <a:path w="261766" h="261766">
                <a:moveTo>
                  <a:pt x="261766" y="130883"/>
                </a:moveTo>
                <a:cubicBezTo>
                  <a:pt x="261766" y="203168"/>
                  <a:pt x="203168" y="261766"/>
                  <a:pt x="130883" y="261766"/>
                </a:cubicBezTo>
                <a:cubicBezTo>
                  <a:pt x="58597" y="261766"/>
                  <a:pt x="0" y="203168"/>
                  <a:pt x="0" y="130883"/>
                </a:cubicBezTo>
                <a:cubicBezTo>
                  <a:pt x="0" y="58597"/>
                  <a:pt x="58597" y="0"/>
                  <a:pt x="130883" y="0"/>
                </a:cubicBezTo>
                <a:cubicBezTo>
                  <a:pt x="203168" y="0"/>
                  <a:pt x="261766" y="58597"/>
                  <a:pt x="261766" y="130883"/>
                </a:cubicBezTo>
              </a:path>
            </a:pathLst>
          </a:custGeom>
          <a:solidFill>
            <a:srgbClr val="C8A21E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875138" y="2335862"/>
            <a:ext cx="261765" cy="261765"/>
          </a:xfrm>
          <a:custGeom>
            <a:avLst/>
            <a:gdLst/>
            <a:ahLst/>
            <a:cxnLst/>
            <a:rect l="0" t="0" r="0" b="0"/>
            <a:pathLst>
              <a:path w="261765" h="261765">
                <a:moveTo>
                  <a:pt x="261765" y="130882"/>
                </a:moveTo>
                <a:cubicBezTo>
                  <a:pt x="261765" y="203166"/>
                  <a:pt x="203166" y="261765"/>
                  <a:pt x="130882" y="261765"/>
                </a:cubicBezTo>
                <a:cubicBezTo>
                  <a:pt x="58598" y="261765"/>
                  <a:pt x="0" y="203166"/>
                  <a:pt x="0" y="130882"/>
                </a:cubicBezTo>
                <a:cubicBezTo>
                  <a:pt x="0" y="58598"/>
                  <a:pt x="58598" y="0"/>
                  <a:pt x="130882" y="0"/>
                </a:cubicBezTo>
                <a:cubicBezTo>
                  <a:pt x="203166" y="0"/>
                  <a:pt x="261765" y="58598"/>
                  <a:pt x="261765" y="130882"/>
                </a:cubicBezTo>
                <a:close/>
              </a:path>
            </a:pathLst>
          </a:custGeom>
          <a:noFill/>
          <a:ln w="21816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568307" y="2726331"/>
            <a:ext cx="261766" cy="261766"/>
          </a:xfrm>
          <a:custGeom>
            <a:avLst/>
            <a:gdLst/>
            <a:ahLst/>
            <a:cxnLst/>
            <a:rect l="0" t="0" r="0" b="0"/>
            <a:pathLst>
              <a:path w="261766" h="261766">
                <a:moveTo>
                  <a:pt x="261766" y="130883"/>
                </a:moveTo>
                <a:cubicBezTo>
                  <a:pt x="261766" y="203168"/>
                  <a:pt x="203168" y="261766"/>
                  <a:pt x="130883" y="261766"/>
                </a:cubicBezTo>
                <a:cubicBezTo>
                  <a:pt x="58597" y="261766"/>
                  <a:pt x="0" y="203168"/>
                  <a:pt x="0" y="130883"/>
                </a:cubicBezTo>
                <a:cubicBezTo>
                  <a:pt x="0" y="58597"/>
                  <a:pt x="58597" y="0"/>
                  <a:pt x="130883" y="0"/>
                </a:cubicBezTo>
                <a:cubicBezTo>
                  <a:pt x="203168" y="0"/>
                  <a:pt x="261766" y="58597"/>
                  <a:pt x="261766" y="130883"/>
                </a:cubicBezTo>
              </a:path>
            </a:pathLst>
          </a:custGeom>
          <a:solidFill>
            <a:srgbClr val="E49B0F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568307" y="2726331"/>
            <a:ext cx="261765" cy="261765"/>
          </a:xfrm>
          <a:custGeom>
            <a:avLst/>
            <a:gdLst/>
            <a:ahLst/>
            <a:cxnLst/>
            <a:rect l="0" t="0" r="0" b="0"/>
            <a:pathLst>
              <a:path w="261765" h="261765">
                <a:moveTo>
                  <a:pt x="261765" y="130882"/>
                </a:moveTo>
                <a:cubicBezTo>
                  <a:pt x="261765" y="203166"/>
                  <a:pt x="203166" y="261765"/>
                  <a:pt x="130882" y="261765"/>
                </a:cubicBezTo>
                <a:cubicBezTo>
                  <a:pt x="58598" y="261765"/>
                  <a:pt x="0" y="203166"/>
                  <a:pt x="0" y="130882"/>
                </a:cubicBezTo>
                <a:cubicBezTo>
                  <a:pt x="0" y="58598"/>
                  <a:pt x="58598" y="0"/>
                  <a:pt x="130882" y="0"/>
                </a:cubicBezTo>
                <a:cubicBezTo>
                  <a:pt x="203166" y="0"/>
                  <a:pt x="261765" y="58598"/>
                  <a:pt x="261765" y="130882"/>
                </a:cubicBezTo>
                <a:close/>
              </a:path>
            </a:pathLst>
          </a:custGeom>
          <a:noFill/>
          <a:ln w="21816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10711" y="3492214"/>
            <a:ext cx="261766" cy="261766"/>
          </a:xfrm>
          <a:custGeom>
            <a:avLst/>
            <a:gdLst/>
            <a:ahLst/>
            <a:cxnLst/>
            <a:rect l="0" t="0" r="0" b="0"/>
            <a:pathLst>
              <a:path w="261766" h="261766">
                <a:moveTo>
                  <a:pt x="261766" y="130883"/>
                </a:moveTo>
                <a:cubicBezTo>
                  <a:pt x="261766" y="203168"/>
                  <a:pt x="203168" y="261766"/>
                  <a:pt x="130883" y="261766"/>
                </a:cubicBezTo>
                <a:cubicBezTo>
                  <a:pt x="58597" y="261766"/>
                  <a:pt x="0" y="203168"/>
                  <a:pt x="0" y="130883"/>
                </a:cubicBezTo>
                <a:cubicBezTo>
                  <a:pt x="0" y="58597"/>
                  <a:pt x="58597" y="0"/>
                  <a:pt x="130883" y="0"/>
                </a:cubicBezTo>
                <a:cubicBezTo>
                  <a:pt x="203168" y="0"/>
                  <a:pt x="261766" y="58597"/>
                  <a:pt x="261766" y="130883"/>
                </a:cubicBezTo>
              </a:path>
            </a:pathLst>
          </a:custGeom>
          <a:solidFill>
            <a:srgbClr val="D78624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910711" y="3492214"/>
            <a:ext cx="261765" cy="261765"/>
          </a:xfrm>
          <a:custGeom>
            <a:avLst/>
            <a:gdLst/>
            <a:ahLst/>
            <a:cxnLst/>
            <a:rect l="0" t="0" r="0" b="0"/>
            <a:pathLst>
              <a:path w="261765" h="261765">
                <a:moveTo>
                  <a:pt x="261765" y="130882"/>
                </a:moveTo>
                <a:cubicBezTo>
                  <a:pt x="261765" y="203166"/>
                  <a:pt x="203166" y="261765"/>
                  <a:pt x="130882" y="261765"/>
                </a:cubicBezTo>
                <a:cubicBezTo>
                  <a:pt x="58598" y="261765"/>
                  <a:pt x="0" y="203166"/>
                  <a:pt x="0" y="130882"/>
                </a:cubicBezTo>
                <a:cubicBezTo>
                  <a:pt x="0" y="58598"/>
                  <a:pt x="58598" y="0"/>
                  <a:pt x="130882" y="0"/>
                </a:cubicBezTo>
                <a:cubicBezTo>
                  <a:pt x="203166" y="0"/>
                  <a:pt x="261765" y="58598"/>
                  <a:pt x="261765" y="130882"/>
                </a:cubicBezTo>
                <a:close/>
              </a:path>
            </a:pathLst>
          </a:custGeom>
          <a:noFill/>
          <a:ln w="21816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7886" y="371474"/>
            <a:ext cx="7548228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700" b="1">
                <a:solidFill>
                  <a:srgbClr val="18181E"/>
                </a:solidFill>
                <a:latin typeface="Montserrat"/>
              </a:rPr>
              <a:t>The Evolving University Landscape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3372303" y="1120455"/>
            <a:ext cx="916066" cy="314104"/>
            <a:chOff x="3372303" y="1120455"/>
            <a:chExt cx="916066" cy="314104"/>
          </a:xfrm>
        </p:grpSpPr>
        <p:sp>
          <p:nvSpPr>
            <p:cNvPr id="17" name="TextBox 16"/>
            <p:cNvSpPr txBox="1"/>
            <p:nvPr/>
          </p:nvSpPr>
          <p:spPr>
            <a:xfrm>
              <a:off x="3303599" y="1120455"/>
              <a:ext cx="1053475" cy="1570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18181E"/>
                  </a:solidFill>
                  <a:latin typeface="Montserrat"/>
                </a:rPr>
                <a:t>Personalized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303599" y="1277522"/>
              <a:ext cx="1053475" cy="1570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18181E"/>
                  </a:solidFill>
                  <a:latin typeface="Montserrat"/>
                </a:rPr>
                <a:t>Learning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898501" y="1120455"/>
            <a:ext cx="830341" cy="314104"/>
            <a:chOff x="4898501" y="1120455"/>
            <a:chExt cx="830341" cy="314104"/>
          </a:xfrm>
        </p:grpSpPr>
        <p:sp>
          <p:nvSpPr>
            <p:cNvPr id="20" name="TextBox 19"/>
            <p:cNvSpPr txBox="1"/>
            <p:nvPr/>
          </p:nvSpPr>
          <p:spPr>
            <a:xfrm>
              <a:off x="4836226" y="1120455"/>
              <a:ext cx="954892" cy="1570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18181E"/>
                  </a:solidFill>
                  <a:latin typeface="Montserrat"/>
                </a:rPr>
                <a:t>Rethinking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836226" y="1277522"/>
              <a:ext cx="954892" cy="1570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18181E"/>
                  </a:solidFill>
                  <a:latin typeface="Montserrat"/>
                </a:rPr>
                <a:t>Assessment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3318477" y="1539286"/>
            <a:ext cx="1023708" cy="353300"/>
            <a:chOff x="3318477" y="1539286"/>
            <a:chExt cx="1023708" cy="353300"/>
          </a:xfrm>
        </p:grpSpPr>
        <p:sp>
          <p:nvSpPr>
            <p:cNvPr id="23" name="TextBox 22"/>
            <p:cNvSpPr txBox="1"/>
            <p:nvPr/>
          </p:nvSpPr>
          <p:spPr>
            <a:xfrm>
              <a:off x="3241699" y="1539286"/>
              <a:ext cx="1177264" cy="117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8181E"/>
                  </a:solidFill>
                  <a:latin typeface="Montserrat"/>
                </a:rPr>
                <a:t>Tailored educational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241699" y="1657110"/>
              <a:ext cx="1177264" cy="117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8181E"/>
                  </a:solidFill>
                  <a:latin typeface="Montserrat"/>
                </a:rPr>
                <a:t>experiences for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241699" y="1774839"/>
              <a:ext cx="1177264" cy="11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8181E"/>
                  </a:solidFill>
                  <a:latin typeface="Montserrat"/>
                </a:rPr>
                <a:t>students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887900" y="1539286"/>
            <a:ext cx="851525" cy="353300"/>
            <a:chOff x="4887900" y="1539286"/>
            <a:chExt cx="851525" cy="353300"/>
          </a:xfrm>
        </p:grpSpPr>
        <p:sp>
          <p:nvSpPr>
            <p:cNvPr id="27" name="TextBox 26"/>
            <p:cNvSpPr txBox="1"/>
            <p:nvPr/>
          </p:nvSpPr>
          <p:spPr>
            <a:xfrm>
              <a:off x="4824036" y="1539286"/>
              <a:ext cx="979253" cy="117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8181E"/>
                  </a:solidFill>
                  <a:latin typeface="Montserrat"/>
                </a:rPr>
                <a:t>New methods to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824036" y="1657110"/>
              <a:ext cx="979253" cy="117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8181E"/>
                  </a:solidFill>
                  <a:latin typeface="Montserrat"/>
                </a:rPr>
                <a:t>evaluate student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824036" y="1774839"/>
              <a:ext cx="979253" cy="11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8181E"/>
                  </a:solidFill>
                  <a:latin typeface="Montserrat"/>
                </a:rPr>
                <a:t>understanding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1765827" y="2219819"/>
            <a:ext cx="1085647" cy="1570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1">
                <a:solidFill>
                  <a:srgbClr val="18181E"/>
                </a:solidFill>
                <a:latin typeface="Montserrat"/>
              </a:rPr>
              <a:t>AI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2524" y="2160934"/>
            <a:ext cx="830151" cy="1570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18181E"/>
                </a:solidFill>
                <a:latin typeface="Montserrat"/>
              </a:rPr>
              <a:t>AI Literacy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1768482" y="2464144"/>
            <a:ext cx="1082992" cy="235542"/>
            <a:chOff x="1768482" y="2464144"/>
            <a:chExt cx="1082992" cy="235542"/>
          </a:xfrm>
        </p:grpSpPr>
        <p:sp>
          <p:nvSpPr>
            <p:cNvPr id="33" name="TextBox 32"/>
            <p:cNvSpPr txBox="1"/>
            <p:nvPr/>
          </p:nvSpPr>
          <p:spPr>
            <a:xfrm>
              <a:off x="1606034" y="2464144"/>
              <a:ext cx="1245440" cy="117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18181E"/>
                  </a:solidFill>
                  <a:latin typeface="Montserrat"/>
                </a:rPr>
                <a:t>AI tools will enhance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606034" y="2581873"/>
              <a:ext cx="1245440" cy="1178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18181E"/>
                  </a:solidFill>
                  <a:latin typeface="Montserrat"/>
                </a:rPr>
                <a:t>teaching and learning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6292524" y="2405270"/>
            <a:ext cx="1148238" cy="353300"/>
            <a:chOff x="6292524" y="2405270"/>
            <a:chExt cx="1148238" cy="353300"/>
          </a:xfrm>
        </p:grpSpPr>
        <p:sp>
          <p:nvSpPr>
            <p:cNvPr id="36" name="TextBox 35"/>
            <p:cNvSpPr txBox="1"/>
            <p:nvPr/>
          </p:nvSpPr>
          <p:spPr>
            <a:xfrm>
              <a:off x="6292524" y="2405270"/>
              <a:ext cx="1320473" cy="117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8181E"/>
                  </a:solidFill>
                  <a:latin typeface="Montserrat"/>
                </a:rPr>
                <a:t>Educating students on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292524" y="2523094"/>
              <a:ext cx="1320473" cy="117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8181E"/>
                  </a:solidFill>
                  <a:latin typeface="Montserrat"/>
                </a:rPr>
                <a:t>AI's capabilities and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292524" y="2640823"/>
              <a:ext cx="1320473" cy="11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8181E"/>
                  </a:solidFill>
                  <a:latin typeface="Montserrat"/>
                </a:rPr>
                <a:t>limitations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1543027" y="3129486"/>
            <a:ext cx="1046683" cy="314104"/>
            <a:chOff x="1543027" y="3129486"/>
            <a:chExt cx="1046683" cy="314104"/>
          </a:xfrm>
        </p:grpSpPr>
        <p:sp>
          <p:nvSpPr>
            <p:cNvPr id="40" name="TextBox 39"/>
            <p:cNvSpPr txBox="1"/>
            <p:nvPr/>
          </p:nvSpPr>
          <p:spPr>
            <a:xfrm>
              <a:off x="1386025" y="3129486"/>
              <a:ext cx="1203685" cy="1570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18181E"/>
                  </a:solidFill>
                  <a:latin typeface="Montserrat"/>
                </a:rPr>
                <a:t>Human-Centric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386025" y="3286553"/>
              <a:ext cx="1203685" cy="1570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18181E"/>
                  </a:solidFill>
                  <a:latin typeface="Montserrat"/>
                </a:rPr>
                <a:t>Skills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6641544" y="3129486"/>
            <a:ext cx="1021194" cy="314104"/>
            <a:chOff x="6641544" y="3129486"/>
            <a:chExt cx="1021194" cy="314104"/>
          </a:xfrm>
        </p:grpSpPr>
        <p:sp>
          <p:nvSpPr>
            <p:cNvPr id="43" name="TextBox 42"/>
            <p:cNvSpPr txBox="1"/>
            <p:nvPr/>
          </p:nvSpPr>
          <p:spPr>
            <a:xfrm>
              <a:off x="6641544" y="3129486"/>
              <a:ext cx="1174373" cy="1570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18181E"/>
                  </a:solidFill>
                  <a:latin typeface="Montserrat"/>
                </a:rPr>
                <a:t>Ethical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641544" y="3286553"/>
              <a:ext cx="1174373" cy="1570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18181E"/>
                  </a:solidFill>
                  <a:latin typeface="Montserrat"/>
                </a:rPr>
                <a:t>Considerations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1465884" y="3548312"/>
            <a:ext cx="1123826" cy="353300"/>
            <a:chOff x="1465884" y="3548312"/>
            <a:chExt cx="1123826" cy="353300"/>
          </a:xfrm>
        </p:grpSpPr>
        <p:sp>
          <p:nvSpPr>
            <p:cNvPr id="46" name="TextBox 45"/>
            <p:cNvSpPr txBox="1"/>
            <p:nvPr/>
          </p:nvSpPr>
          <p:spPr>
            <a:xfrm>
              <a:off x="1297311" y="3548312"/>
              <a:ext cx="1292399" cy="117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18181E"/>
                  </a:solidFill>
                  <a:latin typeface="Montserrat"/>
                </a:rPr>
                <a:t>Emphasis on empathy,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297311" y="3666136"/>
              <a:ext cx="1292399" cy="117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18181E"/>
                  </a:solidFill>
                  <a:latin typeface="Montserrat"/>
                </a:rPr>
                <a:t>problem-solving, and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297311" y="3783865"/>
              <a:ext cx="1292399" cy="11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18181E"/>
                  </a:solidFill>
                  <a:latin typeface="Montserrat"/>
                </a:rPr>
                <a:t>ethics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6641544" y="3548312"/>
            <a:ext cx="1115968" cy="353300"/>
            <a:chOff x="6641544" y="3548312"/>
            <a:chExt cx="1115968" cy="353300"/>
          </a:xfrm>
        </p:grpSpPr>
        <p:sp>
          <p:nvSpPr>
            <p:cNvPr id="50" name="TextBox 49"/>
            <p:cNvSpPr txBox="1"/>
            <p:nvPr/>
          </p:nvSpPr>
          <p:spPr>
            <a:xfrm>
              <a:off x="6641544" y="3548312"/>
              <a:ext cx="1283363" cy="117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8181E"/>
                  </a:solidFill>
                  <a:latin typeface="Montserrat"/>
                </a:rPr>
                <a:t>Addressing bias,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641544" y="3666136"/>
              <a:ext cx="1283363" cy="117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8181E"/>
                  </a:solidFill>
                  <a:latin typeface="Montserrat"/>
                </a:rPr>
                <a:t>privacy, and academic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641544" y="3783865"/>
              <a:ext cx="1283363" cy="11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8181E"/>
                  </a:solidFill>
                  <a:latin typeface="Montserrat"/>
                </a:rPr>
                <a:t>integrity</a:t>
              </a:r>
            </a:p>
          </p:txBody>
        </p:sp>
      </p:grpSp>
      <p:sp>
        <p:nvSpPr>
          <p:cNvPr id="54" name="Rounded Rectangle 53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896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649685" y="1253988"/>
            <a:ext cx="3625434" cy="573757"/>
          </a:xfrm>
          <a:custGeom>
            <a:avLst/>
            <a:gdLst/>
            <a:ahLst/>
            <a:cxnLst/>
            <a:rect l="0" t="0" r="0" b="0"/>
            <a:pathLst>
              <a:path w="3625434" h="573757">
                <a:moveTo>
                  <a:pt x="3625434" y="422767"/>
                </a:moveTo>
                <a:lnTo>
                  <a:pt x="3625434" y="498262"/>
                </a:lnTo>
                <a:cubicBezTo>
                  <a:pt x="3625434" y="539953"/>
                  <a:pt x="3591629" y="573757"/>
                  <a:pt x="3549938" y="573757"/>
                </a:cubicBezTo>
                <a:lnTo>
                  <a:pt x="75495" y="573757"/>
                </a:lnTo>
                <a:cubicBezTo>
                  <a:pt x="33804" y="573757"/>
                  <a:pt x="0" y="539953"/>
                  <a:pt x="0" y="498262"/>
                </a:cubicBezTo>
                <a:lnTo>
                  <a:pt x="0" y="75495"/>
                </a:lnTo>
                <a:cubicBezTo>
                  <a:pt x="0" y="33794"/>
                  <a:pt x="33804" y="0"/>
                  <a:pt x="75495" y="0"/>
                </a:cubicBezTo>
                <a:lnTo>
                  <a:pt x="3549938" y="0"/>
                </a:lnTo>
                <a:cubicBezTo>
                  <a:pt x="3591629" y="0"/>
                  <a:pt x="3625434" y="33794"/>
                  <a:pt x="3625434" y="75495"/>
                </a:cubicBezTo>
                <a:lnTo>
                  <a:pt x="3625434" y="422767"/>
                </a:lnTo>
              </a:path>
            </a:pathLst>
          </a:custGeom>
          <a:solidFill>
            <a:srgbClr val="E6E6E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649685" y="1253985"/>
            <a:ext cx="3625430" cy="573757"/>
          </a:xfrm>
          <a:custGeom>
            <a:avLst/>
            <a:gdLst/>
            <a:ahLst/>
            <a:cxnLst/>
            <a:rect l="0" t="0" r="0" b="0"/>
            <a:pathLst>
              <a:path w="3625430" h="573757">
                <a:moveTo>
                  <a:pt x="0" y="150988"/>
                </a:moveTo>
                <a:lnTo>
                  <a:pt x="0" y="75494"/>
                </a:lnTo>
                <a:cubicBezTo>
                  <a:pt x="0" y="33800"/>
                  <a:pt x="33800" y="0"/>
                  <a:pt x="75494" y="0"/>
                </a:cubicBezTo>
                <a:lnTo>
                  <a:pt x="150988" y="0"/>
                </a:lnTo>
                <a:moveTo>
                  <a:pt x="3625430" y="150988"/>
                </a:moveTo>
                <a:lnTo>
                  <a:pt x="3625430" y="422768"/>
                </a:lnTo>
                <a:moveTo>
                  <a:pt x="0" y="422768"/>
                </a:moveTo>
                <a:lnTo>
                  <a:pt x="0" y="150988"/>
                </a:lnTo>
                <a:moveTo>
                  <a:pt x="150988" y="0"/>
                </a:moveTo>
                <a:lnTo>
                  <a:pt x="3474441" y="0"/>
                </a:lnTo>
                <a:moveTo>
                  <a:pt x="0" y="422768"/>
                </a:moveTo>
                <a:lnTo>
                  <a:pt x="0" y="498263"/>
                </a:lnTo>
                <a:cubicBezTo>
                  <a:pt x="0" y="539957"/>
                  <a:pt x="33800" y="573757"/>
                  <a:pt x="75494" y="573757"/>
                </a:cubicBezTo>
                <a:lnTo>
                  <a:pt x="150988" y="573757"/>
                </a:lnTo>
                <a:moveTo>
                  <a:pt x="3625430" y="150988"/>
                </a:moveTo>
                <a:lnTo>
                  <a:pt x="3625430" y="75494"/>
                </a:lnTo>
                <a:cubicBezTo>
                  <a:pt x="3625430" y="33800"/>
                  <a:pt x="3591629" y="0"/>
                  <a:pt x="3549935" y="0"/>
                </a:cubicBezTo>
                <a:lnTo>
                  <a:pt x="3474441" y="0"/>
                </a:lnTo>
                <a:moveTo>
                  <a:pt x="3474441" y="573757"/>
                </a:moveTo>
                <a:lnTo>
                  <a:pt x="150988" y="573757"/>
                </a:lnTo>
                <a:moveTo>
                  <a:pt x="3625430" y="422768"/>
                </a:moveTo>
                <a:lnTo>
                  <a:pt x="3625430" y="498263"/>
                </a:lnTo>
                <a:cubicBezTo>
                  <a:pt x="3625430" y="539957"/>
                  <a:pt x="3591629" y="573757"/>
                  <a:pt x="3549935" y="573757"/>
                </a:cubicBezTo>
                <a:lnTo>
                  <a:pt x="3474441" y="573757"/>
                </a:lnTo>
              </a:path>
            </a:pathLst>
          </a:custGeom>
          <a:noFill/>
          <a:ln w="37747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649685" y="1978735"/>
            <a:ext cx="3625434" cy="754941"/>
          </a:xfrm>
          <a:custGeom>
            <a:avLst/>
            <a:gdLst/>
            <a:ahLst/>
            <a:cxnLst/>
            <a:rect l="0" t="0" r="0" b="0"/>
            <a:pathLst>
              <a:path w="3625434" h="754941">
                <a:moveTo>
                  <a:pt x="3625434" y="603951"/>
                </a:moveTo>
                <a:lnTo>
                  <a:pt x="3625434" y="679446"/>
                </a:lnTo>
                <a:cubicBezTo>
                  <a:pt x="3625434" y="721137"/>
                  <a:pt x="3591629" y="754941"/>
                  <a:pt x="3549938" y="754941"/>
                </a:cubicBezTo>
                <a:lnTo>
                  <a:pt x="75495" y="754941"/>
                </a:lnTo>
                <a:cubicBezTo>
                  <a:pt x="33804" y="754941"/>
                  <a:pt x="0" y="721137"/>
                  <a:pt x="0" y="679446"/>
                </a:cubicBezTo>
                <a:lnTo>
                  <a:pt x="0" y="75495"/>
                </a:lnTo>
                <a:cubicBezTo>
                  <a:pt x="0" y="33794"/>
                  <a:pt x="33804" y="0"/>
                  <a:pt x="75495" y="0"/>
                </a:cubicBezTo>
                <a:lnTo>
                  <a:pt x="3549938" y="0"/>
                </a:lnTo>
                <a:cubicBezTo>
                  <a:pt x="3591629" y="0"/>
                  <a:pt x="3625434" y="33794"/>
                  <a:pt x="3625434" y="75495"/>
                </a:cubicBezTo>
                <a:lnTo>
                  <a:pt x="3625434" y="603951"/>
                </a:lnTo>
              </a:path>
            </a:pathLst>
          </a:custGeom>
          <a:solidFill>
            <a:srgbClr val="FFF0B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649685" y="1978732"/>
            <a:ext cx="3625430" cy="754944"/>
          </a:xfrm>
          <a:custGeom>
            <a:avLst/>
            <a:gdLst/>
            <a:ahLst/>
            <a:cxnLst/>
            <a:rect l="0" t="0" r="0" b="0"/>
            <a:pathLst>
              <a:path w="3625430" h="754944">
                <a:moveTo>
                  <a:pt x="0" y="150988"/>
                </a:moveTo>
                <a:lnTo>
                  <a:pt x="0" y="75494"/>
                </a:lnTo>
                <a:cubicBezTo>
                  <a:pt x="0" y="33800"/>
                  <a:pt x="33800" y="0"/>
                  <a:pt x="75494" y="0"/>
                </a:cubicBezTo>
                <a:lnTo>
                  <a:pt x="150988" y="0"/>
                </a:lnTo>
                <a:moveTo>
                  <a:pt x="3625430" y="150988"/>
                </a:moveTo>
                <a:lnTo>
                  <a:pt x="3625430" y="603955"/>
                </a:lnTo>
                <a:moveTo>
                  <a:pt x="0" y="603955"/>
                </a:moveTo>
                <a:lnTo>
                  <a:pt x="0" y="150988"/>
                </a:lnTo>
                <a:moveTo>
                  <a:pt x="150988" y="0"/>
                </a:moveTo>
                <a:lnTo>
                  <a:pt x="3474441" y="0"/>
                </a:lnTo>
                <a:moveTo>
                  <a:pt x="0" y="603955"/>
                </a:moveTo>
                <a:lnTo>
                  <a:pt x="0" y="679449"/>
                </a:lnTo>
                <a:cubicBezTo>
                  <a:pt x="0" y="721144"/>
                  <a:pt x="33800" y="754944"/>
                  <a:pt x="75494" y="754944"/>
                </a:cubicBezTo>
                <a:lnTo>
                  <a:pt x="150988" y="754944"/>
                </a:lnTo>
                <a:moveTo>
                  <a:pt x="3625430" y="150988"/>
                </a:moveTo>
                <a:lnTo>
                  <a:pt x="3625430" y="75494"/>
                </a:lnTo>
                <a:cubicBezTo>
                  <a:pt x="3625430" y="33800"/>
                  <a:pt x="3591629" y="0"/>
                  <a:pt x="3549935" y="0"/>
                </a:cubicBezTo>
                <a:lnTo>
                  <a:pt x="3474441" y="0"/>
                </a:lnTo>
                <a:moveTo>
                  <a:pt x="3474441" y="754944"/>
                </a:moveTo>
                <a:lnTo>
                  <a:pt x="150988" y="754944"/>
                </a:lnTo>
                <a:moveTo>
                  <a:pt x="3625430" y="603955"/>
                </a:moveTo>
                <a:lnTo>
                  <a:pt x="3625430" y="679449"/>
                </a:lnTo>
                <a:cubicBezTo>
                  <a:pt x="3625430" y="721144"/>
                  <a:pt x="3591629" y="754944"/>
                  <a:pt x="3549935" y="754944"/>
                </a:cubicBezTo>
                <a:lnTo>
                  <a:pt x="3474441" y="754944"/>
                </a:lnTo>
              </a:path>
            </a:pathLst>
          </a:custGeom>
          <a:noFill/>
          <a:ln w="37747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649685" y="2884670"/>
            <a:ext cx="3625434" cy="754941"/>
          </a:xfrm>
          <a:custGeom>
            <a:avLst/>
            <a:gdLst/>
            <a:ahLst/>
            <a:cxnLst/>
            <a:rect l="0" t="0" r="0" b="0"/>
            <a:pathLst>
              <a:path w="3625434" h="754941">
                <a:moveTo>
                  <a:pt x="3625434" y="603951"/>
                </a:moveTo>
                <a:lnTo>
                  <a:pt x="3625434" y="679446"/>
                </a:lnTo>
                <a:cubicBezTo>
                  <a:pt x="3625434" y="721137"/>
                  <a:pt x="3591629" y="754941"/>
                  <a:pt x="3549938" y="754941"/>
                </a:cubicBezTo>
                <a:lnTo>
                  <a:pt x="75495" y="754941"/>
                </a:lnTo>
                <a:cubicBezTo>
                  <a:pt x="33804" y="754941"/>
                  <a:pt x="0" y="721137"/>
                  <a:pt x="0" y="679446"/>
                </a:cubicBezTo>
                <a:lnTo>
                  <a:pt x="0" y="75495"/>
                </a:lnTo>
                <a:cubicBezTo>
                  <a:pt x="0" y="33794"/>
                  <a:pt x="33804" y="0"/>
                  <a:pt x="75495" y="0"/>
                </a:cubicBezTo>
                <a:lnTo>
                  <a:pt x="3549938" y="0"/>
                </a:lnTo>
                <a:cubicBezTo>
                  <a:pt x="3591629" y="0"/>
                  <a:pt x="3625434" y="33794"/>
                  <a:pt x="3625434" y="75495"/>
                </a:cubicBezTo>
                <a:lnTo>
                  <a:pt x="3625434" y="603951"/>
                </a:lnTo>
              </a:path>
            </a:pathLst>
          </a:custGeom>
          <a:solidFill>
            <a:srgbClr val="FFEAC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649685" y="2884667"/>
            <a:ext cx="3625430" cy="754943"/>
          </a:xfrm>
          <a:custGeom>
            <a:avLst/>
            <a:gdLst/>
            <a:ahLst/>
            <a:cxnLst/>
            <a:rect l="0" t="0" r="0" b="0"/>
            <a:pathLst>
              <a:path w="3625430" h="754943">
                <a:moveTo>
                  <a:pt x="0" y="150988"/>
                </a:moveTo>
                <a:lnTo>
                  <a:pt x="0" y="75494"/>
                </a:lnTo>
                <a:cubicBezTo>
                  <a:pt x="0" y="33800"/>
                  <a:pt x="33800" y="0"/>
                  <a:pt x="75494" y="0"/>
                </a:cubicBezTo>
                <a:lnTo>
                  <a:pt x="150988" y="0"/>
                </a:lnTo>
                <a:moveTo>
                  <a:pt x="3625430" y="150988"/>
                </a:moveTo>
                <a:lnTo>
                  <a:pt x="3625430" y="603955"/>
                </a:lnTo>
                <a:moveTo>
                  <a:pt x="0" y="603955"/>
                </a:moveTo>
                <a:lnTo>
                  <a:pt x="0" y="150988"/>
                </a:lnTo>
                <a:moveTo>
                  <a:pt x="150988" y="0"/>
                </a:moveTo>
                <a:lnTo>
                  <a:pt x="3474441" y="0"/>
                </a:lnTo>
                <a:moveTo>
                  <a:pt x="0" y="603955"/>
                </a:moveTo>
                <a:lnTo>
                  <a:pt x="0" y="679449"/>
                </a:lnTo>
                <a:cubicBezTo>
                  <a:pt x="0" y="721143"/>
                  <a:pt x="33800" y="754943"/>
                  <a:pt x="75494" y="754943"/>
                </a:cubicBezTo>
                <a:lnTo>
                  <a:pt x="150988" y="754943"/>
                </a:lnTo>
                <a:moveTo>
                  <a:pt x="3625430" y="150988"/>
                </a:moveTo>
                <a:lnTo>
                  <a:pt x="3625430" y="75494"/>
                </a:lnTo>
                <a:cubicBezTo>
                  <a:pt x="3625430" y="33800"/>
                  <a:pt x="3591629" y="0"/>
                  <a:pt x="3549935" y="0"/>
                </a:cubicBezTo>
                <a:lnTo>
                  <a:pt x="3474441" y="0"/>
                </a:lnTo>
                <a:moveTo>
                  <a:pt x="3474441" y="754943"/>
                </a:moveTo>
                <a:lnTo>
                  <a:pt x="150988" y="754943"/>
                </a:lnTo>
                <a:moveTo>
                  <a:pt x="3625430" y="603955"/>
                </a:moveTo>
                <a:lnTo>
                  <a:pt x="3625430" y="679449"/>
                </a:lnTo>
                <a:cubicBezTo>
                  <a:pt x="3625430" y="721143"/>
                  <a:pt x="3591629" y="754943"/>
                  <a:pt x="3549935" y="754943"/>
                </a:cubicBezTo>
                <a:lnTo>
                  <a:pt x="3474441" y="754943"/>
                </a:lnTo>
              </a:path>
            </a:pathLst>
          </a:custGeom>
          <a:noFill/>
          <a:ln w="37747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649685" y="3790596"/>
            <a:ext cx="3625434" cy="754941"/>
          </a:xfrm>
          <a:custGeom>
            <a:avLst/>
            <a:gdLst/>
            <a:ahLst/>
            <a:cxnLst/>
            <a:rect l="0" t="0" r="0" b="0"/>
            <a:pathLst>
              <a:path w="3625434" h="754941">
                <a:moveTo>
                  <a:pt x="3625434" y="679446"/>
                </a:moveTo>
                <a:cubicBezTo>
                  <a:pt x="3625434" y="721137"/>
                  <a:pt x="3591629" y="754941"/>
                  <a:pt x="3549938" y="754941"/>
                </a:cubicBezTo>
                <a:lnTo>
                  <a:pt x="3474443" y="754941"/>
                </a:lnTo>
                <a:lnTo>
                  <a:pt x="75495" y="754941"/>
                </a:lnTo>
                <a:cubicBezTo>
                  <a:pt x="33804" y="754941"/>
                  <a:pt x="0" y="721137"/>
                  <a:pt x="0" y="679446"/>
                </a:cubicBezTo>
                <a:lnTo>
                  <a:pt x="0" y="75495"/>
                </a:lnTo>
                <a:cubicBezTo>
                  <a:pt x="0" y="33794"/>
                  <a:pt x="33804" y="0"/>
                  <a:pt x="75495" y="0"/>
                </a:cubicBezTo>
                <a:lnTo>
                  <a:pt x="3549938" y="0"/>
                </a:lnTo>
                <a:cubicBezTo>
                  <a:pt x="3591629" y="0"/>
                  <a:pt x="3625434" y="33794"/>
                  <a:pt x="3625434" y="75495"/>
                </a:cubicBezTo>
                <a:lnTo>
                  <a:pt x="3625434" y="679446"/>
                </a:lnTo>
              </a:path>
            </a:pathLst>
          </a:custGeom>
          <a:solidFill>
            <a:srgbClr val="FFE6C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649685" y="3790593"/>
            <a:ext cx="3625430" cy="754944"/>
          </a:xfrm>
          <a:custGeom>
            <a:avLst/>
            <a:gdLst/>
            <a:ahLst/>
            <a:cxnLst/>
            <a:rect l="0" t="0" r="0" b="0"/>
            <a:pathLst>
              <a:path w="3625430" h="754944">
                <a:moveTo>
                  <a:pt x="0" y="150988"/>
                </a:moveTo>
                <a:lnTo>
                  <a:pt x="0" y="75494"/>
                </a:lnTo>
                <a:cubicBezTo>
                  <a:pt x="0" y="33800"/>
                  <a:pt x="33800" y="0"/>
                  <a:pt x="75494" y="0"/>
                </a:cubicBezTo>
                <a:lnTo>
                  <a:pt x="150988" y="0"/>
                </a:lnTo>
                <a:moveTo>
                  <a:pt x="3625430" y="150988"/>
                </a:moveTo>
                <a:lnTo>
                  <a:pt x="3625430" y="603955"/>
                </a:lnTo>
                <a:moveTo>
                  <a:pt x="0" y="603955"/>
                </a:moveTo>
                <a:lnTo>
                  <a:pt x="0" y="150988"/>
                </a:lnTo>
                <a:moveTo>
                  <a:pt x="150988" y="0"/>
                </a:moveTo>
                <a:lnTo>
                  <a:pt x="3474441" y="0"/>
                </a:lnTo>
                <a:moveTo>
                  <a:pt x="0" y="603955"/>
                </a:moveTo>
                <a:lnTo>
                  <a:pt x="0" y="679450"/>
                </a:lnTo>
                <a:cubicBezTo>
                  <a:pt x="0" y="721144"/>
                  <a:pt x="33800" y="754944"/>
                  <a:pt x="75494" y="754944"/>
                </a:cubicBezTo>
                <a:lnTo>
                  <a:pt x="150988" y="754944"/>
                </a:lnTo>
                <a:moveTo>
                  <a:pt x="3625430" y="150988"/>
                </a:moveTo>
                <a:lnTo>
                  <a:pt x="3625430" y="75494"/>
                </a:lnTo>
                <a:cubicBezTo>
                  <a:pt x="3625430" y="33800"/>
                  <a:pt x="3591630" y="0"/>
                  <a:pt x="3549935" y="0"/>
                </a:cubicBezTo>
                <a:lnTo>
                  <a:pt x="3474441" y="0"/>
                </a:lnTo>
                <a:moveTo>
                  <a:pt x="3474441" y="754944"/>
                </a:moveTo>
                <a:lnTo>
                  <a:pt x="150988" y="754944"/>
                </a:lnTo>
                <a:moveTo>
                  <a:pt x="3625430" y="603955"/>
                </a:moveTo>
                <a:lnTo>
                  <a:pt x="3625430" y="679450"/>
                </a:lnTo>
                <a:cubicBezTo>
                  <a:pt x="3625430" y="721144"/>
                  <a:pt x="3591630" y="754944"/>
                  <a:pt x="3549935" y="754944"/>
                </a:cubicBezTo>
                <a:lnTo>
                  <a:pt x="3474441" y="754944"/>
                </a:lnTo>
              </a:path>
            </a:pathLst>
          </a:custGeom>
          <a:noFill/>
          <a:ln w="37747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26104" y="1253988"/>
            <a:ext cx="2068210" cy="573757"/>
          </a:xfrm>
          <a:custGeom>
            <a:avLst/>
            <a:gdLst/>
            <a:ahLst/>
            <a:cxnLst/>
            <a:rect l="0" t="0" r="0" b="0"/>
            <a:pathLst>
              <a:path w="2068210" h="573757">
                <a:moveTo>
                  <a:pt x="2068210" y="498262"/>
                </a:moveTo>
                <a:cubicBezTo>
                  <a:pt x="2068210" y="539953"/>
                  <a:pt x="2034406" y="573757"/>
                  <a:pt x="1992715" y="573757"/>
                </a:cubicBezTo>
                <a:lnTo>
                  <a:pt x="1917220" y="573757"/>
                </a:lnTo>
                <a:lnTo>
                  <a:pt x="75495" y="573757"/>
                </a:lnTo>
                <a:cubicBezTo>
                  <a:pt x="33804" y="573757"/>
                  <a:pt x="0" y="539953"/>
                  <a:pt x="0" y="498262"/>
                </a:cubicBezTo>
                <a:lnTo>
                  <a:pt x="0" y="75495"/>
                </a:lnTo>
                <a:cubicBezTo>
                  <a:pt x="0" y="33794"/>
                  <a:pt x="33804" y="0"/>
                  <a:pt x="75495" y="0"/>
                </a:cubicBezTo>
                <a:lnTo>
                  <a:pt x="1992715" y="0"/>
                </a:lnTo>
                <a:cubicBezTo>
                  <a:pt x="2034406" y="0"/>
                  <a:pt x="2068210" y="33794"/>
                  <a:pt x="2068210" y="75495"/>
                </a:cubicBezTo>
                <a:lnTo>
                  <a:pt x="2068210" y="498262"/>
                </a:lnTo>
              </a:path>
            </a:pathLst>
          </a:custGeom>
          <a:solidFill>
            <a:srgbClr val="E6E6E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26105" y="1253985"/>
            <a:ext cx="2068209" cy="573757"/>
          </a:xfrm>
          <a:custGeom>
            <a:avLst/>
            <a:gdLst/>
            <a:ahLst/>
            <a:cxnLst/>
            <a:rect l="0" t="0" r="0" b="0"/>
            <a:pathLst>
              <a:path w="2068209" h="573757">
                <a:moveTo>
                  <a:pt x="0" y="150988"/>
                </a:moveTo>
                <a:lnTo>
                  <a:pt x="0" y="75494"/>
                </a:lnTo>
                <a:cubicBezTo>
                  <a:pt x="0" y="33800"/>
                  <a:pt x="33800" y="0"/>
                  <a:pt x="75494" y="0"/>
                </a:cubicBezTo>
                <a:lnTo>
                  <a:pt x="150988" y="0"/>
                </a:lnTo>
                <a:moveTo>
                  <a:pt x="2068209" y="150988"/>
                </a:moveTo>
                <a:lnTo>
                  <a:pt x="2068209" y="422768"/>
                </a:lnTo>
                <a:moveTo>
                  <a:pt x="0" y="422768"/>
                </a:moveTo>
                <a:lnTo>
                  <a:pt x="0" y="150988"/>
                </a:lnTo>
                <a:moveTo>
                  <a:pt x="150988" y="0"/>
                </a:moveTo>
                <a:lnTo>
                  <a:pt x="1917220" y="0"/>
                </a:lnTo>
                <a:moveTo>
                  <a:pt x="0" y="422768"/>
                </a:moveTo>
                <a:lnTo>
                  <a:pt x="0" y="498263"/>
                </a:lnTo>
                <a:cubicBezTo>
                  <a:pt x="0" y="539957"/>
                  <a:pt x="33800" y="573757"/>
                  <a:pt x="75494" y="573757"/>
                </a:cubicBezTo>
                <a:lnTo>
                  <a:pt x="150988" y="573757"/>
                </a:lnTo>
                <a:moveTo>
                  <a:pt x="2068209" y="150988"/>
                </a:moveTo>
                <a:lnTo>
                  <a:pt x="2068209" y="75494"/>
                </a:lnTo>
                <a:cubicBezTo>
                  <a:pt x="2068209" y="33800"/>
                  <a:pt x="2034409" y="0"/>
                  <a:pt x="1992715" y="0"/>
                </a:cubicBezTo>
                <a:lnTo>
                  <a:pt x="1917220" y="0"/>
                </a:lnTo>
                <a:moveTo>
                  <a:pt x="1917220" y="573757"/>
                </a:moveTo>
                <a:lnTo>
                  <a:pt x="150988" y="573757"/>
                </a:lnTo>
                <a:moveTo>
                  <a:pt x="2068209" y="422768"/>
                </a:moveTo>
                <a:lnTo>
                  <a:pt x="2068209" y="498263"/>
                </a:lnTo>
                <a:cubicBezTo>
                  <a:pt x="2068209" y="539957"/>
                  <a:pt x="2034409" y="573757"/>
                  <a:pt x="1992715" y="573757"/>
                </a:cubicBezTo>
                <a:lnTo>
                  <a:pt x="1917220" y="573757"/>
                </a:lnTo>
              </a:path>
            </a:pathLst>
          </a:custGeom>
          <a:noFill/>
          <a:ln w="37747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26104" y="1978735"/>
            <a:ext cx="2068210" cy="754941"/>
          </a:xfrm>
          <a:custGeom>
            <a:avLst/>
            <a:gdLst/>
            <a:ahLst/>
            <a:cxnLst/>
            <a:rect l="0" t="0" r="0" b="0"/>
            <a:pathLst>
              <a:path w="2068210" h="754941">
                <a:moveTo>
                  <a:pt x="2068210" y="679446"/>
                </a:moveTo>
                <a:cubicBezTo>
                  <a:pt x="2068210" y="721137"/>
                  <a:pt x="2034406" y="754941"/>
                  <a:pt x="1992715" y="754941"/>
                </a:cubicBezTo>
                <a:lnTo>
                  <a:pt x="1917220" y="754941"/>
                </a:lnTo>
                <a:lnTo>
                  <a:pt x="75495" y="754941"/>
                </a:lnTo>
                <a:cubicBezTo>
                  <a:pt x="33804" y="754941"/>
                  <a:pt x="0" y="721137"/>
                  <a:pt x="0" y="679446"/>
                </a:cubicBezTo>
                <a:lnTo>
                  <a:pt x="0" y="75495"/>
                </a:lnTo>
                <a:cubicBezTo>
                  <a:pt x="0" y="33794"/>
                  <a:pt x="33804" y="0"/>
                  <a:pt x="75495" y="0"/>
                </a:cubicBezTo>
                <a:lnTo>
                  <a:pt x="1992715" y="0"/>
                </a:lnTo>
                <a:cubicBezTo>
                  <a:pt x="2034406" y="0"/>
                  <a:pt x="2068210" y="33794"/>
                  <a:pt x="2068210" y="75495"/>
                </a:cubicBezTo>
                <a:lnTo>
                  <a:pt x="2068210" y="679446"/>
                </a:lnTo>
              </a:path>
            </a:pathLst>
          </a:custGeom>
          <a:solidFill>
            <a:srgbClr val="FFF0B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26105" y="1978732"/>
            <a:ext cx="2068209" cy="754944"/>
          </a:xfrm>
          <a:custGeom>
            <a:avLst/>
            <a:gdLst/>
            <a:ahLst/>
            <a:cxnLst/>
            <a:rect l="0" t="0" r="0" b="0"/>
            <a:pathLst>
              <a:path w="2068209" h="754944">
                <a:moveTo>
                  <a:pt x="0" y="150988"/>
                </a:moveTo>
                <a:lnTo>
                  <a:pt x="0" y="75494"/>
                </a:lnTo>
                <a:cubicBezTo>
                  <a:pt x="0" y="33800"/>
                  <a:pt x="33800" y="0"/>
                  <a:pt x="75494" y="0"/>
                </a:cubicBezTo>
                <a:lnTo>
                  <a:pt x="150988" y="0"/>
                </a:lnTo>
                <a:moveTo>
                  <a:pt x="2068209" y="150988"/>
                </a:moveTo>
                <a:lnTo>
                  <a:pt x="2068209" y="603955"/>
                </a:lnTo>
                <a:moveTo>
                  <a:pt x="0" y="603955"/>
                </a:moveTo>
                <a:lnTo>
                  <a:pt x="0" y="150988"/>
                </a:lnTo>
                <a:moveTo>
                  <a:pt x="150988" y="0"/>
                </a:moveTo>
                <a:lnTo>
                  <a:pt x="1917220" y="0"/>
                </a:lnTo>
                <a:moveTo>
                  <a:pt x="0" y="603955"/>
                </a:moveTo>
                <a:lnTo>
                  <a:pt x="0" y="679449"/>
                </a:lnTo>
                <a:cubicBezTo>
                  <a:pt x="0" y="721144"/>
                  <a:pt x="33800" y="754944"/>
                  <a:pt x="75494" y="754944"/>
                </a:cubicBezTo>
                <a:lnTo>
                  <a:pt x="150988" y="754944"/>
                </a:lnTo>
                <a:moveTo>
                  <a:pt x="2068209" y="150988"/>
                </a:moveTo>
                <a:lnTo>
                  <a:pt x="2068209" y="75494"/>
                </a:lnTo>
                <a:cubicBezTo>
                  <a:pt x="2068209" y="33800"/>
                  <a:pt x="2034409" y="0"/>
                  <a:pt x="1992715" y="0"/>
                </a:cubicBezTo>
                <a:lnTo>
                  <a:pt x="1917220" y="0"/>
                </a:lnTo>
                <a:moveTo>
                  <a:pt x="1917220" y="754944"/>
                </a:moveTo>
                <a:lnTo>
                  <a:pt x="150988" y="754944"/>
                </a:lnTo>
                <a:moveTo>
                  <a:pt x="2068209" y="603955"/>
                </a:moveTo>
                <a:lnTo>
                  <a:pt x="2068209" y="679449"/>
                </a:lnTo>
                <a:cubicBezTo>
                  <a:pt x="2068209" y="721144"/>
                  <a:pt x="2034409" y="754944"/>
                  <a:pt x="1992715" y="754944"/>
                </a:cubicBezTo>
                <a:lnTo>
                  <a:pt x="1917220" y="754944"/>
                </a:lnTo>
              </a:path>
            </a:pathLst>
          </a:custGeom>
          <a:noFill/>
          <a:ln w="37747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26104" y="2884670"/>
            <a:ext cx="2068210" cy="754941"/>
          </a:xfrm>
          <a:custGeom>
            <a:avLst/>
            <a:gdLst/>
            <a:ahLst/>
            <a:cxnLst/>
            <a:rect l="0" t="0" r="0" b="0"/>
            <a:pathLst>
              <a:path w="2068210" h="754941">
                <a:moveTo>
                  <a:pt x="2068210" y="679446"/>
                </a:moveTo>
                <a:cubicBezTo>
                  <a:pt x="2068210" y="721137"/>
                  <a:pt x="2034406" y="754941"/>
                  <a:pt x="1992715" y="754941"/>
                </a:cubicBezTo>
                <a:lnTo>
                  <a:pt x="1917220" y="754941"/>
                </a:lnTo>
                <a:lnTo>
                  <a:pt x="75495" y="754941"/>
                </a:lnTo>
                <a:cubicBezTo>
                  <a:pt x="33804" y="754941"/>
                  <a:pt x="0" y="721137"/>
                  <a:pt x="0" y="679446"/>
                </a:cubicBezTo>
                <a:lnTo>
                  <a:pt x="0" y="75495"/>
                </a:lnTo>
                <a:cubicBezTo>
                  <a:pt x="0" y="33794"/>
                  <a:pt x="33804" y="0"/>
                  <a:pt x="75495" y="0"/>
                </a:cubicBezTo>
                <a:lnTo>
                  <a:pt x="1992715" y="0"/>
                </a:lnTo>
                <a:cubicBezTo>
                  <a:pt x="2034406" y="0"/>
                  <a:pt x="2068210" y="33794"/>
                  <a:pt x="2068210" y="75495"/>
                </a:cubicBezTo>
                <a:lnTo>
                  <a:pt x="2068210" y="679446"/>
                </a:lnTo>
              </a:path>
            </a:pathLst>
          </a:custGeom>
          <a:solidFill>
            <a:srgbClr val="FFEAC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26105" y="2884667"/>
            <a:ext cx="2068209" cy="754944"/>
          </a:xfrm>
          <a:custGeom>
            <a:avLst/>
            <a:gdLst/>
            <a:ahLst/>
            <a:cxnLst/>
            <a:rect l="0" t="0" r="0" b="0"/>
            <a:pathLst>
              <a:path w="2068209" h="754944">
                <a:moveTo>
                  <a:pt x="0" y="150988"/>
                </a:moveTo>
                <a:lnTo>
                  <a:pt x="0" y="75494"/>
                </a:lnTo>
                <a:cubicBezTo>
                  <a:pt x="0" y="33800"/>
                  <a:pt x="33800" y="0"/>
                  <a:pt x="75494" y="0"/>
                </a:cubicBezTo>
                <a:lnTo>
                  <a:pt x="150988" y="0"/>
                </a:lnTo>
                <a:moveTo>
                  <a:pt x="2068209" y="150988"/>
                </a:moveTo>
                <a:lnTo>
                  <a:pt x="2068209" y="603955"/>
                </a:lnTo>
                <a:moveTo>
                  <a:pt x="0" y="603955"/>
                </a:moveTo>
                <a:lnTo>
                  <a:pt x="0" y="150988"/>
                </a:lnTo>
                <a:moveTo>
                  <a:pt x="150988" y="0"/>
                </a:moveTo>
                <a:lnTo>
                  <a:pt x="1917220" y="0"/>
                </a:lnTo>
                <a:moveTo>
                  <a:pt x="0" y="603955"/>
                </a:moveTo>
                <a:lnTo>
                  <a:pt x="0" y="679450"/>
                </a:lnTo>
                <a:cubicBezTo>
                  <a:pt x="0" y="721144"/>
                  <a:pt x="33800" y="754944"/>
                  <a:pt x="75494" y="754944"/>
                </a:cubicBezTo>
                <a:lnTo>
                  <a:pt x="150988" y="754944"/>
                </a:lnTo>
                <a:moveTo>
                  <a:pt x="2068209" y="150988"/>
                </a:moveTo>
                <a:lnTo>
                  <a:pt x="2068209" y="75494"/>
                </a:lnTo>
                <a:cubicBezTo>
                  <a:pt x="2068209" y="33800"/>
                  <a:pt x="2034409" y="0"/>
                  <a:pt x="1992715" y="0"/>
                </a:cubicBezTo>
                <a:lnTo>
                  <a:pt x="1917220" y="0"/>
                </a:lnTo>
                <a:moveTo>
                  <a:pt x="1917220" y="754944"/>
                </a:moveTo>
                <a:lnTo>
                  <a:pt x="150988" y="754944"/>
                </a:lnTo>
                <a:moveTo>
                  <a:pt x="2068209" y="603955"/>
                </a:moveTo>
                <a:lnTo>
                  <a:pt x="2068209" y="679450"/>
                </a:lnTo>
                <a:cubicBezTo>
                  <a:pt x="2068209" y="721144"/>
                  <a:pt x="2034409" y="754944"/>
                  <a:pt x="1992715" y="754944"/>
                </a:cubicBezTo>
                <a:lnTo>
                  <a:pt x="1917220" y="754944"/>
                </a:lnTo>
              </a:path>
            </a:pathLst>
          </a:custGeom>
          <a:noFill/>
          <a:ln w="37747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26104" y="3790596"/>
            <a:ext cx="2068210" cy="754941"/>
          </a:xfrm>
          <a:custGeom>
            <a:avLst/>
            <a:gdLst/>
            <a:ahLst/>
            <a:cxnLst/>
            <a:rect l="0" t="0" r="0" b="0"/>
            <a:pathLst>
              <a:path w="2068210" h="754941">
                <a:moveTo>
                  <a:pt x="2068210" y="679446"/>
                </a:moveTo>
                <a:cubicBezTo>
                  <a:pt x="2068210" y="721137"/>
                  <a:pt x="2034406" y="754941"/>
                  <a:pt x="1992715" y="754941"/>
                </a:cubicBezTo>
                <a:lnTo>
                  <a:pt x="1917220" y="754941"/>
                </a:lnTo>
                <a:lnTo>
                  <a:pt x="75495" y="754941"/>
                </a:lnTo>
                <a:cubicBezTo>
                  <a:pt x="33804" y="754941"/>
                  <a:pt x="0" y="721137"/>
                  <a:pt x="0" y="679446"/>
                </a:cubicBezTo>
                <a:lnTo>
                  <a:pt x="0" y="75495"/>
                </a:lnTo>
                <a:cubicBezTo>
                  <a:pt x="0" y="33794"/>
                  <a:pt x="33804" y="0"/>
                  <a:pt x="75495" y="0"/>
                </a:cubicBezTo>
                <a:lnTo>
                  <a:pt x="1992715" y="0"/>
                </a:lnTo>
                <a:cubicBezTo>
                  <a:pt x="2034406" y="0"/>
                  <a:pt x="2068210" y="33794"/>
                  <a:pt x="2068210" y="75495"/>
                </a:cubicBezTo>
                <a:lnTo>
                  <a:pt x="2068210" y="679446"/>
                </a:lnTo>
              </a:path>
            </a:pathLst>
          </a:custGeom>
          <a:solidFill>
            <a:srgbClr val="FFE6C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26105" y="3790593"/>
            <a:ext cx="2068209" cy="754944"/>
          </a:xfrm>
          <a:custGeom>
            <a:avLst/>
            <a:gdLst/>
            <a:ahLst/>
            <a:cxnLst/>
            <a:rect l="0" t="0" r="0" b="0"/>
            <a:pathLst>
              <a:path w="2068209" h="754944">
                <a:moveTo>
                  <a:pt x="0" y="150988"/>
                </a:moveTo>
                <a:lnTo>
                  <a:pt x="0" y="75494"/>
                </a:lnTo>
                <a:cubicBezTo>
                  <a:pt x="0" y="33800"/>
                  <a:pt x="33800" y="0"/>
                  <a:pt x="75494" y="0"/>
                </a:cubicBezTo>
                <a:lnTo>
                  <a:pt x="150988" y="0"/>
                </a:lnTo>
                <a:moveTo>
                  <a:pt x="2068209" y="150988"/>
                </a:moveTo>
                <a:lnTo>
                  <a:pt x="2068209" y="603955"/>
                </a:lnTo>
                <a:moveTo>
                  <a:pt x="0" y="603955"/>
                </a:moveTo>
                <a:lnTo>
                  <a:pt x="0" y="150988"/>
                </a:lnTo>
                <a:moveTo>
                  <a:pt x="150988" y="0"/>
                </a:moveTo>
                <a:lnTo>
                  <a:pt x="1917220" y="0"/>
                </a:lnTo>
                <a:moveTo>
                  <a:pt x="0" y="603955"/>
                </a:moveTo>
                <a:lnTo>
                  <a:pt x="0" y="679449"/>
                </a:lnTo>
                <a:cubicBezTo>
                  <a:pt x="0" y="721144"/>
                  <a:pt x="33800" y="754944"/>
                  <a:pt x="75494" y="754944"/>
                </a:cubicBezTo>
                <a:lnTo>
                  <a:pt x="150988" y="754944"/>
                </a:lnTo>
                <a:moveTo>
                  <a:pt x="2068209" y="150988"/>
                </a:moveTo>
                <a:lnTo>
                  <a:pt x="2068209" y="75494"/>
                </a:lnTo>
                <a:cubicBezTo>
                  <a:pt x="2068209" y="33800"/>
                  <a:pt x="2034409" y="0"/>
                  <a:pt x="1992715" y="0"/>
                </a:cubicBezTo>
                <a:lnTo>
                  <a:pt x="1917220" y="0"/>
                </a:lnTo>
                <a:moveTo>
                  <a:pt x="1917220" y="754944"/>
                </a:moveTo>
                <a:lnTo>
                  <a:pt x="150988" y="754944"/>
                </a:lnTo>
                <a:moveTo>
                  <a:pt x="2068209" y="603955"/>
                </a:moveTo>
                <a:lnTo>
                  <a:pt x="2068209" y="679449"/>
                </a:lnTo>
                <a:cubicBezTo>
                  <a:pt x="2068209" y="721144"/>
                  <a:pt x="2034409" y="754944"/>
                  <a:pt x="1992715" y="754944"/>
                </a:cubicBezTo>
                <a:lnTo>
                  <a:pt x="1917220" y="754944"/>
                </a:lnTo>
              </a:path>
            </a:pathLst>
          </a:custGeom>
          <a:noFill/>
          <a:ln w="37747">
            <a:solidFill>
              <a:srgbClr val="FBFB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800674" y="2143875"/>
            <a:ext cx="452970" cy="424653"/>
          </a:xfrm>
          <a:custGeom>
            <a:avLst/>
            <a:gdLst/>
            <a:ahLst/>
            <a:cxnLst/>
            <a:rect l="0" t="0" r="0" b="0"/>
            <a:pathLst>
              <a:path w="452970" h="424653">
                <a:moveTo>
                  <a:pt x="415223" y="122681"/>
                </a:moveTo>
                <a:lnTo>
                  <a:pt x="37747" y="122681"/>
                </a:lnTo>
                <a:cubicBezTo>
                  <a:pt x="16897" y="122681"/>
                  <a:pt x="0" y="139579"/>
                  <a:pt x="0" y="160429"/>
                </a:cubicBezTo>
                <a:lnTo>
                  <a:pt x="0" y="386905"/>
                </a:lnTo>
                <a:cubicBezTo>
                  <a:pt x="0" y="407755"/>
                  <a:pt x="16897" y="424653"/>
                  <a:pt x="37747" y="424653"/>
                </a:cubicBezTo>
                <a:lnTo>
                  <a:pt x="415223" y="424653"/>
                </a:lnTo>
                <a:cubicBezTo>
                  <a:pt x="436064" y="424653"/>
                  <a:pt x="452970" y="407755"/>
                  <a:pt x="452970" y="386905"/>
                </a:cubicBezTo>
                <a:lnTo>
                  <a:pt x="452970" y="160429"/>
                </a:lnTo>
                <a:cubicBezTo>
                  <a:pt x="452970" y="139579"/>
                  <a:pt x="436064" y="122681"/>
                  <a:pt x="415223" y="122681"/>
                </a:cubicBezTo>
                <a:moveTo>
                  <a:pt x="396344" y="188737"/>
                </a:moveTo>
                <a:lnTo>
                  <a:pt x="396344" y="264233"/>
                </a:lnTo>
                <a:cubicBezTo>
                  <a:pt x="396344" y="269443"/>
                  <a:pt x="392125" y="273672"/>
                  <a:pt x="386905" y="273672"/>
                </a:cubicBezTo>
                <a:lnTo>
                  <a:pt x="311410" y="273672"/>
                </a:lnTo>
                <a:cubicBezTo>
                  <a:pt x="306200" y="273672"/>
                  <a:pt x="301980" y="269443"/>
                  <a:pt x="301980" y="264233"/>
                </a:cubicBezTo>
                <a:lnTo>
                  <a:pt x="301980" y="188737"/>
                </a:lnTo>
                <a:cubicBezTo>
                  <a:pt x="301980" y="183527"/>
                  <a:pt x="306200" y="179298"/>
                  <a:pt x="311410" y="179298"/>
                </a:cubicBezTo>
                <a:lnTo>
                  <a:pt x="386905" y="179298"/>
                </a:lnTo>
                <a:cubicBezTo>
                  <a:pt x="392125" y="179298"/>
                  <a:pt x="396344" y="183527"/>
                  <a:pt x="396344" y="188737"/>
                </a:cubicBezTo>
                <a:moveTo>
                  <a:pt x="84934" y="306695"/>
                </a:moveTo>
                <a:lnTo>
                  <a:pt x="254793" y="306695"/>
                </a:lnTo>
                <a:cubicBezTo>
                  <a:pt x="262613" y="306695"/>
                  <a:pt x="268947" y="313039"/>
                  <a:pt x="268947" y="320849"/>
                </a:cubicBezTo>
                <a:cubicBezTo>
                  <a:pt x="268947" y="328669"/>
                  <a:pt x="262613" y="335003"/>
                  <a:pt x="254793" y="335003"/>
                </a:cubicBezTo>
                <a:lnTo>
                  <a:pt x="84934" y="335003"/>
                </a:lnTo>
                <a:cubicBezTo>
                  <a:pt x="77114" y="335003"/>
                  <a:pt x="70780" y="328669"/>
                  <a:pt x="70780" y="320849"/>
                </a:cubicBezTo>
                <a:cubicBezTo>
                  <a:pt x="70780" y="313039"/>
                  <a:pt x="77114" y="306695"/>
                  <a:pt x="84934" y="306695"/>
                </a:cubicBezTo>
                <a:moveTo>
                  <a:pt x="70780" y="254793"/>
                </a:moveTo>
                <a:cubicBezTo>
                  <a:pt x="70875" y="247021"/>
                  <a:pt x="77152" y="240744"/>
                  <a:pt x="84934" y="240639"/>
                </a:cubicBezTo>
                <a:lnTo>
                  <a:pt x="122681" y="240639"/>
                </a:lnTo>
                <a:cubicBezTo>
                  <a:pt x="130492" y="240639"/>
                  <a:pt x="136836" y="246973"/>
                  <a:pt x="136836" y="254793"/>
                </a:cubicBezTo>
                <a:cubicBezTo>
                  <a:pt x="136836" y="262613"/>
                  <a:pt x="130492" y="268947"/>
                  <a:pt x="122681" y="268947"/>
                </a:cubicBezTo>
                <a:lnTo>
                  <a:pt x="84934" y="268947"/>
                </a:lnTo>
                <a:cubicBezTo>
                  <a:pt x="77152" y="268852"/>
                  <a:pt x="70875" y="262566"/>
                  <a:pt x="70780" y="254793"/>
                </a:cubicBezTo>
                <a:moveTo>
                  <a:pt x="66055" y="94373"/>
                </a:moveTo>
                <a:lnTo>
                  <a:pt x="386905" y="94373"/>
                </a:lnTo>
                <a:cubicBezTo>
                  <a:pt x="397335" y="94373"/>
                  <a:pt x="405784" y="85915"/>
                  <a:pt x="405784" y="75495"/>
                </a:cubicBezTo>
                <a:cubicBezTo>
                  <a:pt x="405784" y="65074"/>
                  <a:pt x="397335" y="56626"/>
                  <a:pt x="386905" y="56626"/>
                </a:cubicBezTo>
                <a:lnTo>
                  <a:pt x="66055" y="56626"/>
                </a:lnTo>
                <a:cubicBezTo>
                  <a:pt x="55635" y="56626"/>
                  <a:pt x="47186" y="65074"/>
                  <a:pt x="47186" y="75495"/>
                </a:cubicBezTo>
                <a:cubicBezTo>
                  <a:pt x="47186" y="85915"/>
                  <a:pt x="55635" y="94373"/>
                  <a:pt x="66055" y="94373"/>
                </a:cubicBezTo>
                <a:moveTo>
                  <a:pt x="103803" y="37747"/>
                </a:moveTo>
                <a:lnTo>
                  <a:pt x="349157" y="37747"/>
                </a:lnTo>
                <a:cubicBezTo>
                  <a:pt x="359587" y="37747"/>
                  <a:pt x="368036" y="29298"/>
                  <a:pt x="368036" y="18878"/>
                </a:cubicBezTo>
                <a:cubicBezTo>
                  <a:pt x="368036" y="8448"/>
                  <a:pt x="359587" y="0"/>
                  <a:pt x="349157" y="0"/>
                </a:cubicBezTo>
                <a:lnTo>
                  <a:pt x="103803" y="0"/>
                </a:lnTo>
                <a:cubicBezTo>
                  <a:pt x="93383" y="0"/>
                  <a:pt x="84934" y="8448"/>
                  <a:pt x="84934" y="18878"/>
                </a:cubicBezTo>
                <a:cubicBezTo>
                  <a:pt x="84934" y="29298"/>
                  <a:pt x="93383" y="37747"/>
                  <a:pt x="103803" y="37747"/>
                </a:cubicBezTo>
              </a:path>
            </a:pathLst>
          </a:custGeom>
          <a:solidFill>
            <a:srgbClr val="C8A2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802884" y="3037437"/>
            <a:ext cx="448522" cy="449313"/>
          </a:xfrm>
          <a:custGeom>
            <a:avLst/>
            <a:gdLst/>
            <a:ahLst/>
            <a:cxnLst/>
            <a:rect l="0" t="0" r="0" b="0"/>
            <a:pathLst>
              <a:path w="448522" h="449313">
                <a:moveTo>
                  <a:pt x="371370" y="11429"/>
                </a:moveTo>
                <a:cubicBezTo>
                  <a:pt x="370074" y="4791"/>
                  <a:pt x="364255" y="0"/>
                  <a:pt x="357482" y="0"/>
                </a:cubicBezTo>
                <a:cubicBezTo>
                  <a:pt x="350710" y="0"/>
                  <a:pt x="344890" y="4791"/>
                  <a:pt x="343595" y="11429"/>
                </a:cubicBezTo>
                <a:cubicBezTo>
                  <a:pt x="336946" y="45272"/>
                  <a:pt x="310372" y="72037"/>
                  <a:pt x="277777" y="78581"/>
                </a:cubicBezTo>
                <a:cubicBezTo>
                  <a:pt x="271186" y="79924"/>
                  <a:pt x="266442" y="85725"/>
                  <a:pt x="266442" y="92459"/>
                </a:cubicBezTo>
                <a:cubicBezTo>
                  <a:pt x="266442" y="99183"/>
                  <a:pt x="271186" y="104984"/>
                  <a:pt x="277777" y="106327"/>
                </a:cubicBezTo>
                <a:cubicBezTo>
                  <a:pt x="310372" y="112890"/>
                  <a:pt x="336946" y="139636"/>
                  <a:pt x="343595" y="173478"/>
                </a:cubicBezTo>
                <a:cubicBezTo>
                  <a:pt x="344890" y="180117"/>
                  <a:pt x="350710" y="184908"/>
                  <a:pt x="357482" y="184908"/>
                </a:cubicBezTo>
                <a:cubicBezTo>
                  <a:pt x="364255" y="184908"/>
                  <a:pt x="370074" y="180117"/>
                  <a:pt x="371370" y="173478"/>
                </a:cubicBezTo>
                <a:cubicBezTo>
                  <a:pt x="377999" y="139636"/>
                  <a:pt x="404593" y="112890"/>
                  <a:pt x="437187" y="106346"/>
                </a:cubicBezTo>
                <a:cubicBezTo>
                  <a:pt x="443779" y="105003"/>
                  <a:pt x="448522" y="99202"/>
                  <a:pt x="448522" y="92478"/>
                </a:cubicBezTo>
                <a:cubicBezTo>
                  <a:pt x="448522" y="85744"/>
                  <a:pt x="443779" y="79943"/>
                  <a:pt x="437187" y="78600"/>
                </a:cubicBezTo>
                <a:cubicBezTo>
                  <a:pt x="404612" y="72037"/>
                  <a:pt x="378018" y="45272"/>
                  <a:pt x="371370" y="11410"/>
                </a:cubicBezTo>
                <a:moveTo>
                  <a:pt x="233372" y="92459"/>
                </a:moveTo>
                <a:cubicBezTo>
                  <a:pt x="233372" y="79867"/>
                  <a:pt x="238353" y="68256"/>
                  <a:pt x="246583" y="59712"/>
                </a:cubicBezTo>
                <a:lnTo>
                  <a:pt x="45958" y="59712"/>
                </a:lnTo>
                <a:cubicBezTo>
                  <a:pt x="21078" y="59731"/>
                  <a:pt x="0" y="80810"/>
                  <a:pt x="0" y="105670"/>
                </a:cubicBezTo>
                <a:lnTo>
                  <a:pt x="0" y="403374"/>
                </a:lnTo>
                <a:cubicBezTo>
                  <a:pt x="0" y="428234"/>
                  <a:pt x="21078" y="449313"/>
                  <a:pt x="45939" y="449313"/>
                </a:cubicBezTo>
                <a:lnTo>
                  <a:pt x="369465" y="449313"/>
                </a:lnTo>
                <a:cubicBezTo>
                  <a:pt x="395525" y="449313"/>
                  <a:pt x="416652" y="428196"/>
                  <a:pt x="416652" y="402135"/>
                </a:cubicBezTo>
                <a:lnTo>
                  <a:pt x="416652" y="228685"/>
                </a:lnTo>
                <a:cubicBezTo>
                  <a:pt x="416652" y="218265"/>
                  <a:pt x="408203" y="209807"/>
                  <a:pt x="397783" y="209807"/>
                </a:cubicBezTo>
                <a:cubicBezTo>
                  <a:pt x="387353" y="209807"/>
                  <a:pt x="378904" y="218265"/>
                  <a:pt x="378904" y="228685"/>
                </a:cubicBezTo>
                <a:lnTo>
                  <a:pt x="378904" y="402135"/>
                </a:lnTo>
                <a:cubicBezTo>
                  <a:pt x="378904" y="407346"/>
                  <a:pt x="374675" y="411565"/>
                  <a:pt x="369465" y="411565"/>
                </a:cubicBezTo>
                <a:lnTo>
                  <a:pt x="45920" y="411565"/>
                </a:lnTo>
                <a:cubicBezTo>
                  <a:pt x="41919" y="411565"/>
                  <a:pt x="37728" y="407384"/>
                  <a:pt x="37728" y="403374"/>
                </a:cubicBezTo>
                <a:lnTo>
                  <a:pt x="37728" y="159305"/>
                </a:lnTo>
                <a:lnTo>
                  <a:pt x="302294" y="159305"/>
                </a:lnTo>
                <a:cubicBezTo>
                  <a:pt x="294913" y="148780"/>
                  <a:pt x="283825" y="141427"/>
                  <a:pt x="271252" y="138712"/>
                </a:cubicBezTo>
                <a:cubicBezTo>
                  <a:pt x="249221" y="134292"/>
                  <a:pt x="233362" y="114947"/>
                  <a:pt x="233352" y="92478"/>
                </a:cubicBezTo>
                <a:moveTo>
                  <a:pt x="82762" y="222723"/>
                </a:moveTo>
                <a:cubicBezTo>
                  <a:pt x="90258" y="215484"/>
                  <a:pt x="102203" y="215693"/>
                  <a:pt x="109442" y="223189"/>
                </a:cubicBezTo>
                <a:lnTo>
                  <a:pt x="164420" y="280092"/>
                </a:lnTo>
                <a:cubicBezTo>
                  <a:pt x="171497" y="287407"/>
                  <a:pt x="171497" y="299018"/>
                  <a:pt x="164420" y="306333"/>
                </a:cubicBezTo>
                <a:lnTo>
                  <a:pt x="109442" y="363254"/>
                </a:lnTo>
                <a:cubicBezTo>
                  <a:pt x="102203" y="370751"/>
                  <a:pt x="90249" y="370960"/>
                  <a:pt x="82753" y="363712"/>
                </a:cubicBezTo>
                <a:cubicBezTo>
                  <a:pt x="75247" y="356473"/>
                  <a:pt x="75037" y="344519"/>
                  <a:pt x="82286" y="337023"/>
                </a:cubicBezTo>
                <a:lnTo>
                  <a:pt x="124606" y="293217"/>
                </a:lnTo>
                <a:lnTo>
                  <a:pt x="82286" y="249393"/>
                </a:lnTo>
                <a:cubicBezTo>
                  <a:pt x="78809" y="245783"/>
                  <a:pt x="76895" y="240944"/>
                  <a:pt x="76990" y="235934"/>
                </a:cubicBezTo>
                <a:cubicBezTo>
                  <a:pt x="77076" y="230924"/>
                  <a:pt x="79152" y="226161"/>
                  <a:pt x="82762" y="222684"/>
                </a:cubicBezTo>
                <a:moveTo>
                  <a:pt x="161934" y="350024"/>
                </a:moveTo>
                <a:cubicBezTo>
                  <a:pt x="161934" y="345014"/>
                  <a:pt x="163925" y="340213"/>
                  <a:pt x="167468" y="336670"/>
                </a:cubicBezTo>
                <a:cubicBezTo>
                  <a:pt x="171011" y="333127"/>
                  <a:pt x="175821" y="331146"/>
                  <a:pt x="180822" y="331146"/>
                </a:cubicBezTo>
                <a:lnTo>
                  <a:pt x="241792" y="331146"/>
                </a:lnTo>
                <a:cubicBezTo>
                  <a:pt x="252212" y="331212"/>
                  <a:pt x="260651" y="339671"/>
                  <a:pt x="260642" y="350100"/>
                </a:cubicBezTo>
                <a:cubicBezTo>
                  <a:pt x="260632" y="360521"/>
                  <a:pt x="252174" y="368960"/>
                  <a:pt x="241754" y="368950"/>
                </a:cubicBezTo>
                <a:lnTo>
                  <a:pt x="180784" y="368950"/>
                </a:lnTo>
                <a:cubicBezTo>
                  <a:pt x="170364" y="368903"/>
                  <a:pt x="161925" y="360445"/>
                  <a:pt x="161934" y="350024"/>
                </a:cubicBezTo>
              </a:path>
            </a:pathLst>
          </a:custGeom>
          <a:solidFill>
            <a:srgbClr val="E49B0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838421" y="3941573"/>
            <a:ext cx="377475" cy="452980"/>
          </a:xfrm>
          <a:custGeom>
            <a:avLst/>
            <a:gdLst/>
            <a:ahLst/>
            <a:cxnLst/>
            <a:rect l="0" t="0" r="0" b="0"/>
            <a:pathLst>
              <a:path w="377475" h="452980">
                <a:moveTo>
                  <a:pt x="366341" y="92678"/>
                </a:moveTo>
                <a:lnTo>
                  <a:pt x="284807" y="11144"/>
                </a:lnTo>
                <a:cubicBezTo>
                  <a:pt x="277710" y="4010"/>
                  <a:pt x="268062" y="0"/>
                  <a:pt x="258003" y="9"/>
                </a:cubicBezTo>
                <a:lnTo>
                  <a:pt x="37747" y="9"/>
                </a:lnTo>
                <a:cubicBezTo>
                  <a:pt x="16897" y="9"/>
                  <a:pt x="0" y="16906"/>
                  <a:pt x="0" y="37757"/>
                </a:cubicBezTo>
                <a:lnTo>
                  <a:pt x="0" y="415232"/>
                </a:lnTo>
                <a:cubicBezTo>
                  <a:pt x="0" y="436073"/>
                  <a:pt x="16897" y="452980"/>
                  <a:pt x="37747" y="452980"/>
                </a:cubicBezTo>
                <a:lnTo>
                  <a:pt x="339728" y="452980"/>
                </a:lnTo>
                <a:cubicBezTo>
                  <a:pt x="360568" y="452980"/>
                  <a:pt x="377475" y="436073"/>
                  <a:pt x="377475" y="415232"/>
                </a:cubicBezTo>
                <a:lnTo>
                  <a:pt x="377475" y="119481"/>
                </a:lnTo>
                <a:cubicBezTo>
                  <a:pt x="377475" y="109423"/>
                  <a:pt x="373475" y="99774"/>
                  <a:pt x="366341" y="92678"/>
                </a:cubicBezTo>
                <a:moveTo>
                  <a:pt x="169859" y="368045"/>
                </a:moveTo>
                <a:lnTo>
                  <a:pt x="84934" y="368045"/>
                </a:lnTo>
                <a:cubicBezTo>
                  <a:pt x="74504" y="368045"/>
                  <a:pt x="66055" y="359597"/>
                  <a:pt x="66055" y="349167"/>
                </a:cubicBezTo>
                <a:cubicBezTo>
                  <a:pt x="66055" y="338747"/>
                  <a:pt x="74504" y="330298"/>
                  <a:pt x="84934" y="330298"/>
                </a:cubicBezTo>
                <a:lnTo>
                  <a:pt x="169859" y="330298"/>
                </a:lnTo>
                <a:cubicBezTo>
                  <a:pt x="180289" y="330298"/>
                  <a:pt x="188737" y="338747"/>
                  <a:pt x="188737" y="349167"/>
                </a:cubicBezTo>
                <a:cubicBezTo>
                  <a:pt x="188737" y="359597"/>
                  <a:pt x="180289" y="368045"/>
                  <a:pt x="169859" y="368045"/>
                </a:cubicBezTo>
                <a:moveTo>
                  <a:pt x="254793" y="292550"/>
                </a:moveTo>
                <a:lnTo>
                  <a:pt x="84934" y="292550"/>
                </a:lnTo>
                <a:cubicBezTo>
                  <a:pt x="74504" y="292550"/>
                  <a:pt x="66055" y="284102"/>
                  <a:pt x="66055" y="273672"/>
                </a:cubicBezTo>
                <a:cubicBezTo>
                  <a:pt x="66055" y="263251"/>
                  <a:pt x="74504" y="254803"/>
                  <a:pt x="84934" y="254803"/>
                </a:cubicBezTo>
                <a:lnTo>
                  <a:pt x="254793" y="254803"/>
                </a:lnTo>
                <a:cubicBezTo>
                  <a:pt x="265214" y="254803"/>
                  <a:pt x="273662" y="263251"/>
                  <a:pt x="273662" y="273672"/>
                </a:cubicBezTo>
                <a:cubicBezTo>
                  <a:pt x="273662" y="284102"/>
                  <a:pt x="265214" y="292550"/>
                  <a:pt x="254793" y="292550"/>
                </a:cubicBezTo>
                <a:moveTo>
                  <a:pt x="254793" y="217055"/>
                </a:moveTo>
                <a:lnTo>
                  <a:pt x="84934" y="217055"/>
                </a:lnTo>
                <a:cubicBezTo>
                  <a:pt x="74504" y="217055"/>
                  <a:pt x="66055" y="208607"/>
                  <a:pt x="66055" y="198186"/>
                </a:cubicBezTo>
                <a:cubicBezTo>
                  <a:pt x="66055" y="187756"/>
                  <a:pt x="74504" y="179308"/>
                  <a:pt x="84934" y="179308"/>
                </a:cubicBezTo>
                <a:lnTo>
                  <a:pt x="254793" y="179308"/>
                </a:lnTo>
                <a:cubicBezTo>
                  <a:pt x="265214" y="179308"/>
                  <a:pt x="273662" y="187756"/>
                  <a:pt x="273662" y="198186"/>
                </a:cubicBezTo>
                <a:cubicBezTo>
                  <a:pt x="273662" y="208607"/>
                  <a:pt x="265214" y="217055"/>
                  <a:pt x="254793" y="217055"/>
                </a:cubicBezTo>
              </a:path>
            </a:pathLst>
          </a:custGeom>
          <a:solidFill>
            <a:srgbClr val="D7862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1560" y="371478"/>
            <a:ext cx="6860880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700" b="1">
                <a:solidFill>
                  <a:srgbClr val="18181E"/>
                </a:solidFill>
                <a:latin typeface="Montserrat"/>
              </a:rPr>
              <a:t>Resources and Further Reading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9724" y="1404970"/>
            <a:ext cx="1243654" cy="271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700" b="1">
                <a:solidFill>
                  <a:srgbClr val="18181E"/>
                </a:solidFill>
                <a:latin typeface="Montserrat"/>
              </a:rPr>
              <a:t>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7772" y="1404970"/>
            <a:ext cx="1584875" cy="271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700" b="1">
                <a:solidFill>
                  <a:srgbClr val="18181E"/>
                </a:solidFill>
                <a:latin typeface="Montserrat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48185" y="2220307"/>
            <a:ext cx="1630739" cy="271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700" b="1">
                <a:solidFill>
                  <a:srgbClr val="18181E"/>
                </a:solidFill>
                <a:latin typeface="Montserrat"/>
              </a:rPr>
              <a:t>Newsletters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5598140" y="2152365"/>
            <a:ext cx="1724148" cy="407669"/>
            <a:chOff x="5598140" y="2152365"/>
            <a:chExt cx="1724148" cy="407669"/>
          </a:xfrm>
        </p:grpSpPr>
        <p:sp>
          <p:nvSpPr>
            <p:cNvPr id="25" name="TextBox 24"/>
            <p:cNvSpPr txBox="1"/>
            <p:nvPr/>
          </p:nvSpPr>
          <p:spPr>
            <a:xfrm>
              <a:off x="5468829" y="2152365"/>
              <a:ext cx="1982770" cy="2038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18181E"/>
                  </a:solidFill>
                  <a:latin typeface="Montserrat"/>
                </a:rPr>
                <a:t>Curated updates on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68829" y="2356200"/>
              <a:ext cx="1982770" cy="203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18181E"/>
                  </a:solidFill>
                  <a:latin typeface="Montserrat"/>
                </a:rPr>
                <a:t>AI in education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2348185" y="3126242"/>
            <a:ext cx="2202251" cy="271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700" b="1">
                <a:solidFill>
                  <a:srgbClr val="18181E"/>
                </a:solidFill>
                <a:latin typeface="Montserrat"/>
              </a:rPr>
              <a:t>Prompt libraries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5602007" y="3058300"/>
            <a:ext cx="1716405" cy="407669"/>
            <a:chOff x="5602007" y="3058300"/>
            <a:chExt cx="1716405" cy="407669"/>
          </a:xfrm>
        </p:grpSpPr>
        <p:sp>
          <p:nvSpPr>
            <p:cNvPr id="29" name="TextBox 28"/>
            <p:cNvSpPr txBox="1"/>
            <p:nvPr/>
          </p:nvSpPr>
          <p:spPr>
            <a:xfrm>
              <a:off x="5473277" y="3058300"/>
              <a:ext cx="1973865" cy="2038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18181E"/>
                  </a:solidFill>
                  <a:latin typeface="Montserrat"/>
                </a:rPr>
                <a:t>Collections of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473277" y="3262135"/>
              <a:ext cx="1973865" cy="203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18181E"/>
                  </a:solidFill>
                  <a:latin typeface="Montserrat"/>
                </a:rPr>
                <a:t>effective AI prompts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2348185" y="4032177"/>
            <a:ext cx="3170430" cy="271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700" b="1">
                <a:solidFill>
                  <a:srgbClr val="18181E"/>
                </a:solidFill>
                <a:latin typeface="Montserrat"/>
              </a:rPr>
              <a:t>Institutional guidelines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5650460" y="3964236"/>
            <a:ext cx="1619488" cy="407669"/>
            <a:chOff x="5650460" y="3964236"/>
            <a:chExt cx="1619488" cy="407669"/>
          </a:xfrm>
        </p:grpSpPr>
        <p:sp>
          <p:nvSpPr>
            <p:cNvPr id="33" name="TextBox 32"/>
            <p:cNvSpPr txBox="1"/>
            <p:nvPr/>
          </p:nvSpPr>
          <p:spPr>
            <a:xfrm>
              <a:off x="5528999" y="3964236"/>
              <a:ext cx="1862411" cy="2038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18181E"/>
                  </a:solidFill>
                  <a:latin typeface="Montserrat"/>
                </a:rPr>
                <a:t>Policies to support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528999" y="4168071"/>
              <a:ext cx="1862411" cy="203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18181E"/>
                  </a:solidFill>
                  <a:latin typeface="Montserrat"/>
                </a:rPr>
                <a:t>your journey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71475"/>
            <a:ext cx="4200525" cy="4400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525" y="1672593"/>
            <a:ext cx="105813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300" b="0">
                <a:solidFill>
                  <a:srgbClr val="18181E"/>
                </a:solidFill>
                <a:latin typeface="Montserrat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36" y="1672586"/>
            <a:ext cx="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390525" y="2106931"/>
            <a:ext cx="2903572" cy="1028700"/>
            <a:chOff x="390525" y="2106931"/>
            <a:chExt cx="2903572" cy="1028700"/>
          </a:xfrm>
        </p:grpSpPr>
        <p:sp>
          <p:nvSpPr>
            <p:cNvPr id="5" name="TextBox 4"/>
            <p:cNvSpPr txBox="1"/>
            <p:nvPr/>
          </p:nvSpPr>
          <p:spPr>
            <a:xfrm>
              <a:off x="390525" y="2106931"/>
              <a:ext cx="3339107" cy="514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4000" b="1">
                  <a:solidFill>
                    <a:srgbClr val="18181E"/>
                  </a:solidFill>
                  <a:latin typeface="Montserrat"/>
                </a:rPr>
                <a:t>Q&amp;A and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90525" y="2621281"/>
              <a:ext cx="3339107" cy="514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4000" b="1">
                  <a:solidFill>
                    <a:srgbClr val="18181E"/>
                  </a:solidFill>
                  <a:latin typeface="Montserrat"/>
                </a:rPr>
                <a:t>Discussion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90525" y="3326130"/>
            <a:ext cx="339113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300" b="0">
                <a:solidFill>
                  <a:srgbClr val="18181E"/>
                </a:solidFill>
                <a:latin typeface="Montserrat"/>
              </a:rPr>
              <a:t>Sharing experiences and concerns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721</Words>
  <Application>Microsoft Office PowerPoint</Application>
  <PresentationFormat>On-screen Show (16:9)</PresentationFormat>
  <Paragraphs>279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Montserrat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Madala Neeraja</cp:lastModifiedBy>
  <cp:revision>2</cp:revision>
  <dcterms:created xsi:type="dcterms:W3CDTF">2013-01-27T09:14:16Z</dcterms:created>
  <dcterms:modified xsi:type="dcterms:W3CDTF">2026-09-16T08:52:32Z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apkinAIOrigin">
    <vt:lpwstr>http://cv.iptc.org/newscodes/digitalsourcetype/compositeWithTrainedAlgorithmicMedia</vt:lpwstr>
  </property>
  <property fmtid="{D5CDD505-2E9C-101B-9397-08002B2CF9AE}" pid="3" name="NapkinAIOriginGenerator">
    <vt:lpwstr>Napkin AI</vt:lpwstr>
  </property>
  <property fmtid="{D5CDD505-2E9C-101B-9397-08002B2CF9AE}" pid="4" name="NapkinAIOriginVersion">
    <vt:lpwstr>napkin-ai-origin-v1</vt:lpwstr>
  </property>
</Properties>
</file>